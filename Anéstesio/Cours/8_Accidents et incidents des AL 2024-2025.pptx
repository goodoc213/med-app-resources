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3" r:id="rId1"/>
  </p:sldMasterIdLst>
  <p:notesMasterIdLst>
    <p:notesMasterId r:id="rId15"/>
  </p:notesMasterIdLst>
  <p:sldIdLst>
    <p:sldId id="257" r:id="rId2"/>
    <p:sldId id="269" r:id="rId3"/>
    <p:sldId id="268" r:id="rId4"/>
    <p:sldId id="263" r:id="rId5"/>
    <p:sldId id="258" r:id="rId6"/>
    <p:sldId id="264" r:id="rId7"/>
    <p:sldId id="260" r:id="rId8"/>
    <p:sldId id="265" r:id="rId9"/>
    <p:sldId id="261" r:id="rId10"/>
    <p:sldId id="266" r:id="rId11"/>
    <p:sldId id="267" r:id="rId12"/>
    <p:sldId id="259" r:id="rId13"/>
    <p:sldId id="271"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60" d="100"/>
          <a:sy n="60" d="100"/>
        </p:scale>
        <p:origin x="1460" y="8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CA1582-7584-46C6-B494-EDC994263419}" type="datetimeFigureOut">
              <a:rPr lang="fr-FR" smtClean="0"/>
              <a:t>14/06/2025</a:t>
            </a:fld>
            <a:endParaRPr lang="fr-FR"/>
          </a:p>
        </p:txBody>
      </p:sp>
      <p:sp>
        <p:nvSpPr>
          <p:cNvPr id="4" name="Espace réservé de l'image des diapositives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B58438-9E23-4817-9AE9-DD5333684A12}" type="slidenum">
              <a:rPr lang="fr-FR" smtClean="0"/>
              <a:t>‹N°›</a:t>
            </a:fld>
            <a:endParaRPr lang="fr-FR"/>
          </a:p>
        </p:txBody>
      </p:sp>
    </p:spTree>
    <p:extLst>
      <p:ext uri="{BB962C8B-B14F-4D97-AF65-F5344CB8AC3E}">
        <p14:creationId xmlns:p14="http://schemas.microsoft.com/office/powerpoint/2010/main" val="25031915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7" name="Rectangle 6"/>
          <p:cNvSpPr/>
          <p:nvPr/>
        </p:nvSpPr>
        <p:spPr>
          <a:xfrm>
            <a:off x="0" y="-1"/>
            <a:ext cx="9144000" cy="4572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42900" y="4960137"/>
            <a:ext cx="5829300" cy="1463040"/>
          </a:xfrm>
        </p:spPr>
        <p:txBody>
          <a:bodyPr anchor="ctr">
            <a:normAutofit/>
          </a:bodyPr>
          <a:lstStyle>
            <a:lvl1pPr algn="r">
              <a:defRPr sz="4400" spc="200" baseline="0"/>
            </a:lvl1pPr>
          </a:lstStyle>
          <a:p>
            <a:r>
              <a:rPr lang="fr-FR"/>
              <a:t>Modifiez le style du titre</a:t>
            </a:r>
            <a:endParaRPr lang="en-US" dirty="0"/>
          </a:p>
        </p:txBody>
      </p:sp>
      <p:sp>
        <p:nvSpPr>
          <p:cNvPr id="3" name="Subtitle 2"/>
          <p:cNvSpPr>
            <a:spLocks noGrp="1"/>
          </p:cNvSpPr>
          <p:nvPr>
            <p:ph type="subTitle" idx="1"/>
          </p:nvPr>
        </p:nvSpPr>
        <p:spPr>
          <a:xfrm>
            <a:off x="6457950" y="4960137"/>
            <a:ext cx="2400300" cy="1463040"/>
          </a:xfrm>
        </p:spPr>
        <p:txBody>
          <a:bodyPr lIns="91440" rIns="91440" anchor="ctr">
            <a:normAutofit/>
          </a:bodyPr>
          <a:lstStyle>
            <a:lvl1pPr marL="0" indent="0" algn="l">
              <a:lnSpc>
                <a:spcPct val="100000"/>
              </a:lnSpc>
              <a:spcBef>
                <a:spcPts val="0"/>
              </a:spcBef>
              <a:buNone/>
              <a:defRPr sz="1600">
                <a:solidFill>
                  <a:schemeClr val="tx1">
                    <a:lumMod val="90000"/>
                    <a:lumOff val="10000"/>
                  </a:schemeClr>
                </a:solidFill>
              </a:defRPr>
            </a:lvl1pPr>
            <a:lvl2pPr marL="457189" indent="0" algn="ctr">
              <a:buNone/>
              <a:defRPr sz="1600"/>
            </a:lvl2pPr>
            <a:lvl3pPr marL="914377" indent="0" algn="ctr">
              <a:buNone/>
              <a:defRPr sz="16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lvl1pPr algn="l">
              <a:defRPr/>
            </a:lvl1pPr>
          </a:lstStyle>
          <a:p>
            <a:fld id="{DE612799-6DD4-472D-966B-E17A28C44215}" type="datetimeFigureOut">
              <a:rPr lang="fr-FR" smtClean="0"/>
              <a:t>14/06/2025</a:t>
            </a:fld>
            <a:endParaRPr lang="fr-FR" dirty="0"/>
          </a:p>
        </p:txBody>
      </p:sp>
      <p:sp>
        <p:nvSpPr>
          <p:cNvPr id="5" name="Footer Placeholder 4"/>
          <p:cNvSpPr>
            <a:spLocks noGrp="1"/>
          </p:cNvSpPr>
          <p:nvPr>
            <p:ph type="ftr" sz="quarter" idx="11"/>
          </p:nvPr>
        </p:nvSpPr>
        <p:spPr/>
        <p:txBody>
          <a:bodyPr/>
          <a:lstStyle/>
          <a:p>
            <a:endParaRPr lang="fr-FR" dirty="0"/>
          </a:p>
        </p:txBody>
      </p:sp>
      <p:sp>
        <p:nvSpPr>
          <p:cNvPr id="6" name="Slide Number Placeholder 5"/>
          <p:cNvSpPr>
            <a:spLocks noGrp="1"/>
          </p:cNvSpPr>
          <p:nvPr>
            <p:ph type="sldNum" sz="quarter" idx="12"/>
          </p:nvPr>
        </p:nvSpPr>
        <p:spPr/>
        <p:txBody>
          <a:bodyPr/>
          <a:lstStyle/>
          <a:p>
            <a:fld id="{B932C656-D9D6-43E8-89C5-6A4F2CED1FB1}" type="slidenum">
              <a:rPr lang="fr-FR" smtClean="0"/>
              <a:t>‹N°›</a:t>
            </a:fld>
            <a:endParaRPr lang="fr-FR" dirty="0"/>
          </a:p>
        </p:txBody>
      </p:sp>
      <p:cxnSp>
        <p:nvCxnSpPr>
          <p:cNvPr id="8" name="Straight Connector 7"/>
          <p:cNvCxnSpPr/>
          <p:nvPr/>
        </p:nvCxnSpPr>
        <p:spPr>
          <a:xfrm flipV="1">
            <a:off x="6290132"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079749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DE612799-6DD4-472D-966B-E17A28C44215}" type="datetimeFigureOut">
              <a:rPr lang="fr-FR" smtClean="0"/>
              <a:t>14/06/2025</a:t>
            </a:fld>
            <a:endParaRPr lang="fr-FR" dirty="0"/>
          </a:p>
        </p:txBody>
      </p:sp>
      <p:sp>
        <p:nvSpPr>
          <p:cNvPr id="5" name="Footer Placeholder 4"/>
          <p:cNvSpPr>
            <a:spLocks noGrp="1"/>
          </p:cNvSpPr>
          <p:nvPr>
            <p:ph type="ftr" sz="quarter" idx="11"/>
          </p:nvPr>
        </p:nvSpPr>
        <p:spPr/>
        <p:txBody>
          <a:bodyPr/>
          <a:lstStyle/>
          <a:p>
            <a:endParaRPr lang="fr-FR" dirty="0"/>
          </a:p>
        </p:txBody>
      </p:sp>
      <p:sp>
        <p:nvSpPr>
          <p:cNvPr id="6" name="Slide Number Placeholder 5"/>
          <p:cNvSpPr>
            <a:spLocks noGrp="1"/>
          </p:cNvSpPr>
          <p:nvPr>
            <p:ph type="sldNum" sz="quarter" idx="12"/>
          </p:nvPr>
        </p:nvSpPr>
        <p:spPr/>
        <p:txBody>
          <a:bodyPr/>
          <a:lstStyle/>
          <a:p>
            <a:fld id="{B932C656-D9D6-43E8-89C5-6A4F2CED1FB1}" type="slidenum">
              <a:rPr lang="fr-FR" smtClean="0"/>
              <a:t>‹N°›</a:t>
            </a:fld>
            <a:endParaRPr lang="fr-FR" dirty="0"/>
          </a:p>
        </p:txBody>
      </p:sp>
    </p:spTree>
    <p:extLst>
      <p:ext uri="{BB962C8B-B14F-4D97-AF65-F5344CB8AC3E}">
        <p14:creationId xmlns:p14="http://schemas.microsoft.com/office/powerpoint/2010/main" val="26496619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7" name="Rectangle 6"/>
          <p:cNvSpPr/>
          <p:nvPr/>
        </p:nvSpPr>
        <p:spPr>
          <a:xfrm>
            <a:off x="0" y="-1"/>
            <a:ext cx="9144000" cy="457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4960137"/>
            <a:ext cx="5829300" cy="1463040"/>
          </a:xfrm>
        </p:spPr>
        <p:txBody>
          <a:bodyPr anchor="ctr">
            <a:normAutofit/>
          </a:bodyPr>
          <a:lstStyle>
            <a:lvl1pPr algn="r">
              <a:defRPr sz="4400" b="0" spc="200" baseline="0"/>
            </a:lvl1pPr>
          </a:lstStyle>
          <a:p>
            <a:r>
              <a:rPr lang="fr-FR"/>
              <a:t>Modifiez le style du titre</a:t>
            </a:r>
            <a:endParaRPr lang="en-US" dirty="0"/>
          </a:p>
        </p:txBody>
      </p:sp>
      <p:sp>
        <p:nvSpPr>
          <p:cNvPr id="3" name="Text Placeholder 2"/>
          <p:cNvSpPr>
            <a:spLocks noGrp="1"/>
          </p:cNvSpPr>
          <p:nvPr>
            <p:ph type="body" idx="1"/>
          </p:nvPr>
        </p:nvSpPr>
        <p:spPr>
          <a:xfrm>
            <a:off x="6457950" y="4960137"/>
            <a:ext cx="2400300" cy="1463040"/>
          </a:xfrm>
        </p:spPr>
        <p:txBody>
          <a:bodyPr lIns="91440" rIns="91440" anchor="ctr">
            <a:normAutofit/>
          </a:bodyPr>
          <a:lstStyle>
            <a:lvl1pPr marL="0" indent="0">
              <a:lnSpc>
                <a:spcPct val="100000"/>
              </a:lnSpc>
              <a:spcBef>
                <a:spcPts val="0"/>
              </a:spcBef>
              <a:buNone/>
              <a:defRPr sz="1600">
                <a:solidFill>
                  <a:schemeClr val="tx1">
                    <a:lumMod val="90000"/>
                    <a:lumOff val="10000"/>
                  </a:schemeClr>
                </a:solidFill>
              </a:defRPr>
            </a:lvl1pPr>
            <a:lvl2pPr marL="457189" indent="0">
              <a:buNone/>
              <a:defRPr sz="16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DE612799-6DD4-472D-966B-E17A28C44215}" type="datetimeFigureOut">
              <a:rPr lang="fr-FR" smtClean="0"/>
              <a:t>14/06/2025</a:t>
            </a:fld>
            <a:endParaRPr lang="fr-FR" dirty="0"/>
          </a:p>
        </p:txBody>
      </p:sp>
      <p:sp>
        <p:nvSpPr>
          <p:cNvPr id="5" name="Footer Placeholder 4"/>
          <p:cNvSpPr>
            <a:spLocks noGrp="1"/>
          </p:cNvSpPr>
          <p:nvPr>
            <p:ph type="ftr" sz="quarter" idx="11"/>
          </p:nvPr>
        </p:nvSpPr>
        <p:spPr/>
        <p:txBody>
          <a:bodyPr/>
          <a:lstStyle/>
          <a:p>
            <a:endParaRPr lang="fr-FR" dirty="0"/>
          </a:p>
        </p:txBody>
      </p:sp>
      <p:sp>
        <p:nvSpPr>
          <p:cNvPr id="6" name="Slide Number Placeholder 5"/>
          <p:cNvSpPr>
            <a:spLocks noGrp="1"/>
          </p:cNvSpPr>
          <p:nvPr>
            <p:ph type="sldNum" sz="quarter" idx="12"/>
          </p:nvPr>
        </p:nvSpPr>
        <p:spPr/>
        <p:txBody>
          <a:bodyPr/>
          <a:lstStyle/>
          <a:p>
            <a:fld id="{B932C656-D9D6-43E8-89C5-6A4F2CED1FB1}" type="slidenum">
              <a:rPr lang="fr-FR" smtClean="0"/>
              <a:t>‹N°›</a:t>
            </a:fld>
            <a:endParaRPr lang="fr-FR" dirty="0"/>
          </a:p>
        </p:txBody>
      </p:sp>
      <p:cxnSp>
        <p:nvCxnSpPr>
          <p:cNvPr id="8" name="Straight Connector 7"/>
          <p:cNvCxnSpPr/>
          <p:nvPr/>
        </p:nvCxnSpPr>
        <p:spPr>
          <a:xfrm flipV="1">
            <a:off x="6290132" y="5264106"/>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581688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a:xfrm>
            <a:off x="768096" y="585216"/>
            <a:ext cx="7290054" cy="1499616"/>
          </a:xfrm>
        </p:spPr>
        <p:txBody>
          <a:bodyPr/>
          <a:lstStyle/>
          <a:p>
            <a:r>
              <a:rPr lang="fr-FR"/>
              <a:t>Modifiez le style du titre</a:t>
            </a:r>
            <a:endParaRPr lang="en-US" dirty="0"/>
          </a:p>
        </p:txBody>
      </p:sp>
      <p:sp>
        <p:nvSpPr>
          <p:cNvPr id="3" name="Content Placeholder 2"/>
          <p:cNvSpPr>
            <a:spLocks noGrp="1"/>
          </p:cNvSpPr>
          <p:nvPr>
            <p:ph sz="half" idx="1"/>
          </p:nvPr>
        </p:nvSpPr>
        <p:spPr>
          <a:xfrm>
            <a:off x="768096" y="2286000"/>
            <a:ext cx="3566160" cy="402336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4491990" y="2286000"/>
            <a:ext cx="3566160" cy="402336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DE612799-6DD4-472D-966B-E17A28C44215}" type="datetimeFigureOut">
              <a:rPr lang="fr-FR" smtClean="0"/>
              <a:t>14/06/2025</a:t>
            </a:fld>
            <a:endParaRPr lang="fr-FR" dirty="0"/>
          </a:p>
        </p:txBody>
      </p:sp>
      <p:sp>
        <p:nvSpPr>
          <p:cNvPr id="6" name="Footer Placeholder 5"/>
          <p:cNvSpPr>
            <a:spLocks noGrp="1"/>
          </p:cNvSpPr>
          <p:nvPr>
            <p:ph type="ftr" sz="quarter" idx="11"/>
          </p:nvPr>
        </p:nvSpPr>
        <p:spPr/>
        <p:txBody>
          <a:bodyPr/>
          <a:lstStyle/>
          <a:p>
            <a:endParaRPr lang="fr-FR" dirty="0"/>
          </a:p>
        </p:txBody>
      </p:sp>
      <p:sp>
        <p:nvSpPr>
          <p:cNvPr id="7" name="Slide Number Placeholder 6"/>
          <p:cNvSpPr>
            <a:spLocks noGrp="1"/>
          </p:cNvSpPr>
          <p:nvPr>
            <p:ph type="sldNum" sz="quarter" idx="12"/>
          </p:nvPr>
        </p:nvSpPr>
        <p:spPr/>
        <p:txBody>
          <a:bodyPr/>
          <a:lstStyle/>
          <a:p>
            <a:fld id="{B932C656-D9D6-43E8-89C5-6A4F2CED1FB1}" type="slidenum">
              <a:rPr lang="fr-FR" smtClean="0"/>
              <a:t>‹N°›</a:t>
            </a:fld>
            <a:endParaRPr lang="fr-FR" dirty="0"/>
          </a:p>
        </p:txBody>
      </p:sp>
    </p:spTree>
    <p:extLst>
      <p:ext uri="{BB962C8B-B14F-4D97-AF65-F5344CB8AC3E}">
        <p14:creationId xmlns:p14="http://schemas.microsoft.com/office/powerpoint/2010/main" val="14902340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 name="Title 9"/>
          <p:cNvSpPr>
            <a:spLocks noGrp="1"/>
          </p:cNvSpPr>
          <p:nvPr>
            <p:ph type="title"/>
          </p:nvPr>
        </p:nvSpPr>
        <p:spPr>
          <a:xfrm>
            <a:off x="768096" y="585216"/>
            <a:ext cx="7290054" cy="1499616"/>
          </a:xfrm>
        </p:spPr>
        <p:txBody>
          <a:bodyPr/>
          <a:lstStyle/>
          <a:p>
            <a:r>
              <a:rPr lang="fr-FR"/>
              <a:t>Modifiez le style du titre</a:t>
            </a:r>
            <a:endParaRPr lang="en-US" dirty="0"/>
          </a:p>
        </p:txBody>
      </p:sp>
      <p:sp>
        <p:nvSpPr>
          <p:cNvPr id="3" name="Text Placeholder 2"/>
          <p:cNvSpPr>
            <a:spLocks noGrp="1"/>
          </p:cNvSpPr>
          <p:nvPr>
            <p:ph type="body" idx="1"/>
          </p:nvPr>
        </p:nvSpPr>
        <p:spPr>
          <a:xfrm>
            <a:off x="768096" y="2179636"/>
            <a:ext cx="3566160" cy="822960"/>
          </a:xfrm>
        </p:spPr>
        <p:txBody>
          <a:bodyPr lIns="137160" rIns="137160" anchor="ctr">
            <a:normAutofit/>
          </a:bodyPr>
          <a:lstStyle>
            <a:lvl1pPr marL="0" indent="0">
              <a:spcBef>
                <a:spcPts val="0"/>
              </a:spcBef>
              <a:spcAft>
                <a:spcPts val="0"/>
              </a:spcAft>
              <a:buNone/>
              <a:defRPr sz="2200" b="0" cap="none" baseline="0">
                <a:solidFill>
                  <a:schemeClr val="accent2">
                    <a:lumMod val="75000"/>
                  </a:schemeClr>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768096" y="2967788"/>
            <a:ext cx="3566160" cy="334157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4491990" y="2179636"/>
            <a:ext cx="3566160" cy="822960"/>
          </a:xfrm>
        </p:spPr>
        <p:txBody>
          <a:bodyPr lIns="137160" rIns="137160" anchor="ctr">
            <a:normAutofit/>
          </a:bodyPr>
          <a:lstStyle>
            <a:lvl1pPr marL="0" indent="0">
              <a:spcBef>
                <a:spcPts val="0"/>
              </a:spcBef>
              <a:spcAft>
                <a:spcPts val="0"/>
              </a:spcAft>
              <a:buNone/>
              <a:defRPr lang="en-US" sz="2200" b="0" kern="1200" cap="none" baseline="0" dirty="0">
                <a:solidFill>
                  <a:schemeClr val="accent2">
                    <a:lumMod val="75000"/>
                  </a:schemeClr>
                </a:solidFill>
                <a:latin typeface="+mn-lt"/>
                <a:ea typeface="+mn-ea"/>
                <a:cs typeface="+mn-cs"/>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marL="0" lvl="0" indent="0" algn="l" defTabSz="914377" rtl="0" eaLnBrk="1" latinLnBrk="0" hangingPunct="1">
              <a:lnSpc>
                <a:spcPct val="90000"/>
              </a:lnSpc>
              <a:spcBef>
                <a:spcPts val="1800"/>
              </a:spcBef>
              <a:buNone/>
            </a:pPr>
            <a:r>
              <a:rPr lang="fr-FR"/>
              <a:t>Cliquez pour modifier les styles du texte du masque</a:t>
            </a:r>
          </a:p>
        </p:txBody>
      </p:sp>
      <p:sp>
        <p:nvSpPr>
          <p:cNvPr id="6" name="Content Placeholder 5"/>
          <p:cNvSpPr>
            <a:spLocks noGrp="1"/>
          </p:cNvSpPr>
          <p:nvPr>
            <p:ph sz="quarter" idx="4"/>
          </p:nvPr>
        </p:nvSpPr>
        <p:spPr>
          <a:xfrm>
            <a:off x="4491990" y="2967788"/>
            <a:ext cx="3566160" cy="334157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DE612799-6DD4-472D-966B-E17A28C44215}" type="datetimeFigureOut">
              <a:rPr lang="fr-FR" smtClean="0"/>
              <a:t>14/06/2025</a:t>
            </a:fld>
            <a:endParaRPr lang="fr-FR" dirty="0"/>
          </a:p>
        </p:txBody>
      </p:sp>
      <p:sp>
        <p:nvSpPr>
          <p:cNvPr id="8" name="Footer Placeholder 7"/>
          <p:cNvSpPr>
            <a:spLocks noGrp="1"/>
          </p:cNvSpPr>
          <p:nvPr>
            <p:ph type="ftr" sz="quarter" idx="11"/>
          </p:nvPr>
        </p:nvSpPr>
        <p:spPr/>
        <p:txBody>
          <a:bodyPr/>
          <a:lstStyle/>
          <a:p>
            <a:endParaRPr lang="fr-FR" dirty="0"/>
          </a:p>
        </p:txBody>
      </p:sp>
      <p:sp>
        <p:nvSpPr>
          <p:cNvPr id="9" name="Slide Number Placeholder 8"/>
          <p:cNvSpPr>
            <a:spLocks noGrp="1"/>
          </p:cNvSpPr>
          <p:nvPr>
            <p:ph type="sldNum" sz="quarter" idx="12"/>
          </p:nvPr>
        </p:nvSpPr>
        <p:spPr/>
        <p:txBody>
          <a:bodyPr/>
          <a:lstStyle/>
          <a:p>
            <a:fld id="{B932C656-D9D6-43E8-89C5-6A4F2CED1FB1}" type="slidenum">
              <a:rPr lang="fr-FR" smtClean="0"/>
              <a:t>‹N°›</a:t>
            </a:fld>
            <a:endParaRPr lang="fr-FR" dirty="0"/>
          </a:p>
        </p:txBody>
      </p:sp>
    </p:spTree>
    <p:extLst>
      <p:ext uri="{BB962C8B-B14F-4D97-AF65-F5344CB8AC3E}">
        <p14:creationId xmlns:p14="http://schemas.microsoft.com/office/powerpoint/2010/main" val="6250954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DE612799-6DD4-472D-966B-E17A28C44215}" type="datetimeFigureOut">
              <a:rPr lang="fr-FR" smtClean="0"/>
              <a:t>14/06/2025</a:t>
            </a:fld>
            <a:endParaRPr lang="fr-FR" dirty="0"/>
          </a:p>
        </p:txBody>
      </p:sp>
      <p:sp>
        <p:nvSpPr>
          <p:cNvPr id="4" name="Footer Placeholder 3"/>
          <p:cNvSpPr>
            <a:spLocks noGrp="1"/>
          </p:cNvSpPr>
          <p:nvPr>
            <p:ph type="ftr" sz="quarter" idx="11"/>
          </p:nvPr>
        </p:nvSpPr>
        <p:spPr/>
        <p:txBody>
          <a:bodyPr/>
          <a:lstStyle/>
          <a:p>
            <a:endParaRPr lang="fr-FR" dirty="0"/>
          </a:p>
        </p:txBody>
      </p:sp>
      <p:sp>
        <p:nvSpPr>
          <p:cNvPr id="5" name="Slide Number Placeholder 4"/>
          <p:cNvSpPr>
            <a:spLocks noGrp="1"/>
          </p:cNvSpPr>
          <p:nvPr>
            <p:ph type="sldNum" sz="quarter" idx="12"/>
          </p:nvPr>
        </p:nvSpPr>
        <p:spPr/>
        <p:txBody>
          <a:bodyPr/>
          <a:lstStyle/>
          <a:p>
            <a:fld id="{B932C656-D9D6-43E8-89C5-6A4F2CED1FB1}" type="slidenum">
              <a:rPr lang="fr-FR" smtClean="0"/>
              <a:t>‹N°›</a:t>
            </a:fld>
            <a:endParaRPr lang="fr-FR" dirty="0"/>
          </a:p>
        </p:txBody>
      </p:sp>
    </p:spTree>
    <p:extLst>
      <p:ext uri="{BB962C8B-B14F-4D97-AF65-F5344CB8AC3E}">
        <p14:creationId xmlns:p14="http://schemas.microsoft.com/office/powerpoint/2010/main" val="30344351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E612799-6DD4-472D-966B-E17A28C44215}" type="datetimeFigureOut">
              <a:rPr lang="fr-FR" smtClean="0"/>
              <a:t>14/06/2025</a:t>
            </a:fld>
            <a:endParaRPr lang="fr-FR" dirty="0"/>
          </a:p>
        </p:txBody>
      </p:sp>
      <p:sp>
        <p:nvSpPr>
          <p:cNvPr id="3" name="Footer Placeholder 2"/>
          <p:cNvSpPr>
            <a:spLocks noGrp="1"/>
          </p:cNvSpPr>
          <p:nvPr>
            <p:ph type="ftr" sz="quarter" idx="11"/>
          </p:nvPr>
        </p:nvSpPr>
        <p:spPr/>
        <p:txBody>
          <a:bodyPr/>
          <a:lstStyle/>
          <a:p>
            <a:endParaRPr lang="fr-FR" dirty="0"/>
          </a:p>
        </p:txBody>
      </p:sp>
      <p:sp>
        <p:nvSpPr>
          <p:cNvPr id="4" name="Slide Number Placeholder 3"/>
          <p:cNvSpPr>
            <a:spLocks noGrp="1"/>
          </p:cNvSpPr>
          <p:nvPr>
            <p:ph type="sldNum" sz="quarter" idx="12"/>
          </p:nvPr>
        </p:nvSpPr>
        <p:spPr/>
        <p:txBody>
          <a:bodyPr/>
          <a:lstStyle/>
          <a:p>
            <a:fld id="{B932C656-D9D6-43E8-89C5-6A4F2CED1FB1}" type="slidenum">
              <a:rPr lang="fr-FR" smtClean="0"/>
              <a:t>‹N°›</a:t>
            </a:fld>
            <a:endParaRPr lang="fr-FR" dirty="0"/>
          </a:p>
        </p:txBody>
      </p:sp>
    </p:spTree>
    <p:extLst>
      <p:ext uri="{BB962C8B-B14F-4D97-AF65-F5344CB8AC3E}">
        <p14:creationId xmlns:p14="http://schemas.microsoft.com/office/powerpoint/2010/main" val="2838191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8" name="Title 7"/>
          <p:cNvSpPr>
            <a:spLocks noGrp="1"/>
          </p:cNvSpPr>
          <p:nvPr>
            <p:ph type="title"/>
          </p:nvPr>
        </p:nvSpPr>
        <p:spPr>
          <a:xfrm>
            <a:off x="768096" y="471509"/>
            <a:ext cx="3291840" cy="1737360"/>
          </a:xfrm>
        </p:spPr>
        <p:txBody>
          <a:bodyPr>
            <a:noAutofit/>
          </a:bodyPr>
          <a:lstStyle>
            <a:lvl1pPr>
              <a:lnSpc>
                <a:spcPct val="80000"/>
              </a:lnSpc>
              <a:defRPr sz="3600"/>
            </a:lvl1pPr>
          </a:lstStyle>
          <a:p>
            <a:r>
              <a:rPr lang="fr-FR"/>
              <a:t>Modifiez le style du titre</a:t>
            </a:r>
            <a:endParaRPr lang="en-US" dirty="0"/>
          </a:p>
        </p:txBody>
      </p:sp>
      <p:sp>
        <p:nvSpPr>
          <p:cNvPr id="3" name="Content Placeholder 2"/>
          <p:cNvSpPr>
            <a:spLocks noGrp="1"/>
          </p:cNvSpPr>
          <p:nvPr>
            <p:ph idx="1"/>
          </p:nvPr>
        </p:nvSpPr>
        <p:spPr>
          <a:xfrm>
            <a:off x="4286250" y="822960"/>
            <a:ext cx="4258818" cy="5184648"/>
          </a:xfrm>
        </p:spPr>
        <p:txBody>
          <a:bodyPr>
            <a:normAutofit/>
          </a:bodyPr>
          <a:lstStyle>
            <a:lvl1pPr>
              <a:defRPr sz="2000"/>
            </a:lvl1pPr>
            <a:lvl2pPr>
              <a:defRPr sz="1600"/>
            </a:lvl2pPr>
            <a:lvl3pPr>
              <a:defRPr sz="1200"/>
            </a:lvl3pPr>
            <a:lvl4pPr>
              <a:defRPr sz="1200"/>
            </a:lvl4pPr>
            <a:lvl5pPr>
              <a:defRPr sz="1200"/>
            </a:lvl5pPr>
            <a:lvl6pPr>
              <a:defRPr sz="1200"/>
            </a:lvl6pPr>
            <a:lvl7pPr>
              <a:defRPr sz="1200"/>
            </a:lvl7pPr>
            <a:lvl8pPr>
              <a:defRPr sz="1200"/>
            </a:lvl8pPr>
            <a:lvl9pPr>
              <a:defRPr sz="12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768096" y="2257506"/>
            <a:ext cx="3291840" cy="3762294"/>
          </a:xfrm>
        </p:spPr>
        <p:txBody>
          <a:bodyPr lIns="91440" rIns="91440">
            <a:normAutofit/>
          </a:bodyPr>
          <a:lstStyle>
            <a:lvl1pPr marL="0" indent="0">
              <a:lnSpc>
                <a:spcPct val="108000"/>
              </a:lnSpc>
              <a:spcBef>
                <a:spcPts val="600"/>
              </a:spcBef>
              <a:buNone/>
              <a:defRPr sz="16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DE612799-6DD4-472D-966B-E17A28C44215}" type="datetimeFigureOut">
              <a:rPr lang="fr-FR" smtClean="0"/>
              <a:t>14/06/2025</a:t>
            </a:fld>
            <a:endParaRPr lang="fr-FR" dirty="0"/>
          </a:p>
        </p:txBody>
      </p:sp>
      <p:sp>
        <p:nvSpPr>
          <p:cNvPr id="6" name="Footer Placeholder 5"/>
          <p:cNvSpPr>
            <a:spLocks noGrp="1"/>
          </p:cNvSpPr>
          <p:nvPr>
            <p:ph type="ftr" sz="quarter" idx="11"/>
          </p:nvPr>
        </p:nvSpPr>
        <p:spPr/>
        <p:txBody>
          <a:bodyPr/>
          <a:lstStyle/>
          <a:p>
            <a:endParaRPr lang="fr-FR" dirty="0"/>
          </a:p>
        </p:txBody>
      </p:sp>
      <p:sp>
        <p:nvSpPr>
          <p:cNvPr id="7" name="Slide Number Placeholder 6"/>
          <p:cNvSpPr>
            <a:spLocks noGrp="1"/>
          </p:cNvSpPr>
          <p:nvPr>
            <p:ph type="sldNum" sz="quarter" idx="12"/>
          </p:nvPr>
        </p:nvSpPr>
        <p:spPr/>
        <p:txBody>
          <a:bodyPr/>
          <a:lstStyle/>
          <a:p>
            <a:fld id="{B932C656-D9D6-43E8-89C5-6A4F2CED1FB1}" type="slidenum">
              <a:rPr lang="fr-FR" smtClean="0"/>
              <a:t>‹N°›</a:t>
            </a:fld>
            <a:endParaRPr lang="fr-FR" dirty="0"/>
          </a:p>
        </p:txBody>
      </p:sp>
    </p:spTree>
    <p:extLst>
      <p:ext uri="{BB962C8B-B14F-4D97-AF65-F5344CB8AC3E}">
        <p14:creationId xmlns:p14="http://schemas.microsoft.com/office/powerpoint/2010/main" val="42151517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342900" y="4960138"/>
            <a:ext cx="5829300" cy="1463040"/>
          </a:xfrm>
        </p:spPr>
        <p:txBody>
          <a:bodyPr anchor="ctr">
            <a:normAutofit/>
          </a:bodyPr>
          <a:lstStyle>
            <a:lvl1pPr algn="r">
              <a:defRPr sz="4400" spc="200" baseline="0"/>
            </a:lvl1pPr>
          </a:lstStyle>
          <a:p>
            <a:r>
              <a:rPr lang="fr-FR"/>
              <a:t>Modifiez le style du titre</a:t>
            </a:r>
            <a:endParaRPr lang="en-US" dirty="0"/>
          </a:p>
        </p:txBody>
      </p:sp>
      <p:sp>
        <p:nvSpPr>
          <p:cNvPr id="3" name="Picture Placeholder 2"/>
          <p:cNvSpPr>
            <a:spLocks noGrp="1" noChangeAspect="1"/>
          </p:cNvSpPr>
          <p:nvPr>
            <p:ph type="pic" idx="1"/>
          </p:nvPr>
        </p:nvSpPr>
        <p:spPr>
          <a:xfrm>
            <a:off x="0" y="-1"/>
            <a:ext cx="9141714" cy="4572000"/>
          </a:xfrm>
          <a:solidFill>
            <a:schemeClr val="accent2">
              <a:lumMod val="60000"/>
              <a:lumOff val="40000"/>
            </a:schemeClr>
          </a:solidFill>
        </p:spPr>
        <p:txBody>
          <a:bodyPr lIns="457200" tIns="365760"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fr-FR"/>
              <a:t>Cliquez sur l'icône pour ajouter une image</a:t>
            </a:r>
            <a:endParaRPr lang="en-US" dirty="0"/>
          </a:p>
        </p:txBody>
      </p:sp>
      <p:sp>
        <p:nvSpPr>
          <p:cNvPr id="4" name="Text Placeholder 3"/>
          <p:cNvSpPr>
            <a:spLocks noGrp="1"/>
          </p:cNvSpPr>
          <p:nvPr>
            <p:ph type="body" sz="half" idx="2"/>
          </p:nvPr>
        </p:nvSpPr>
        <p:spPr>
          <a:xfrm>
            <a:off x="6457950" y="4960138"/>
            <a:ext cx="2400300" cy="1463040"/>
          </a:xfrm>
        </p:spPr>
        <p:txBody>
          <a:bodyPr lIns="91440" rIns="91440" anchor="ctr">
            <a:normAutofit/>
          </a:bodyPr>
          <a:lstStyle>
            <a:lvl1pPr marL="0" indent="0">
              <a:lnSpc>
                <a:spcPct val="100000"/>
              </a:lnSpc>
              <a:spcBef>
                <a:spcPts val="0"/>
              </a:spcBef>
              <a:buNone/>
              <a:defRPr sz="1600">
                <a:solidFill>
                  <a:schemeClr val="tx1">
                    <a:lumMod val="90000"/>
                    <a:lumOff val="10000"/>
                  </a:schemeClr>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DE612799-6DD4-472D-966B-E17A28C44215}" type="datetimeFigureOut">
              <a:rPr lang="fr-FR" smtClean="0"/>
              <a:t>14/06/2025</a:t>
            </a:fld>
            <a:endParaRPr lang="fr-FR" dirty="0"/>
          </a:p>
        </p:txBody>
      </p:sp>
      <p:sp>
        <p:nvSpPr>
          <p:cNvPr id="6" name="Footer Placeholder 5"/>
          <p:cNvSpPr>
            <a:spLocks noGrp="1"/>
          </p:cNvSpPr>
          <p:nvPr>
            <p:ph type="ftr" sz="quarter" idx="11"/>
          </p:nvPr>
        </p:nvSpPr>
        <p:spPr/>
        <p:txBody>
          <a:bodyPr/>
          <a:lstStyle/>
          <a:p>
            <a:endParaRPr lang="fr-FR" dirty="0"/>
          </a:p>
        </p:txBody>
      </p:sp>
      <p:sp>
        <p:nvSpPr>
          <p:cNvPr id="7" name="Slide Number Placeholder 6"/>
          <p:cNvSpPr>
            <a:spLocks noGrp="1"/>
          </p:cNvSpPr>
          <p:nvPr>
            <p:ph type="sldNum" sz="quarter" idx="12"/>
          </p:nvPr>
        </p:nvSpPr>
        <p:spPr/>
        <p:txBody>
          <a:bodyPr/>
          <a:lstStyle/>
          <a:p>
            <a:fld id="{B932C656-D9D6-43E8-89C5-6A4F2CED1FB1}" type="slidenum">
              <a:rPr lang="fr-FR" smtClean="0"/>
              <a:t>‹N°›</a:t>
            </a:fld>
            <a:endParaRPr lang="fr-FR" dirty="0"/>
          </a:p>
        </p:txBody>
      </p:sp>
      <p:cxnSp>
        <p:nvCxnSpPr>
          <p:cNvPr id="9" name="Straight Connector 8"/>
          <p:cNvCxnSpPr/>
          <p:nvPr/>
        </p:nvCxnSpPr>
        <p:spPr>
          <a:xfrm flipV="1">
            <a:off x="6290132"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04900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DE612799-6DD4-472D-966B-E17A28C44215}" type="datetimeFigureOut">
              <a:rPr lang="fr-FR" smtClean="0"/>
              <a:t>14/06/2025</a:t>
            </a:fld>
            <a:endParaRPr lang="fr-FR" dirty="0"/>
          </a:p>
        </p:txBody>
      </p:sp>
      <p:sp>
        <p:nvSpPr>
          <p:cNvPr id="5" name="Footer Placeholder 4"/>
          <p:cNvSpPr>
            <a:spLocks noGrp="1"/>
          </p:cNvSpPr>
          <p:nvPr>
            <p:ph type="ftr" sz="quarter" idx="11"/>
          </p:nvPr>
        </p:nvSpPr>
        <p:spPr/>
        <p:txBody>
          <a:bodyPr/>
          <a:lstStyle/>
          <a:p>
            <a:endParaRPr lang="fr-FR" dirty="0"/>
          </a:p>
        </p:txBody>
      </p:sp>
      <p:sp>
        <p:nvSpPr>
          <p:cNvPr id="6" name="Slide Number Placeholder 5"/>
          <p:cNvSpPr>
            <a:spLocks noGrp="1"/>
          </p:cNvSpPr>
          <p:nvPr>
            <p:ph type="sldNum" sz="quarter" idx="12"/>
          </p:nvPr>
        </p:nvSpPr>
        <p:spPr/>
        <p:txBody>
          <a:bodyPr/>
          <a:lstStyle/>
          <a:p>
            <a:fld id="{B932C656-D9D6-43E8-89C5-6A4F2CED1FB1}" type="slidenum">
              <a:rPr lang="fr-FR" smtClean="0"/>
              <a:t>‹N°›</a:t>
            </a:fld>
            <a:endParaRPr lang="fr-FR" dirty="0"/>
          </a:p>
        </p:txBody>
      </p:sp>
    </p:spTree>
    <p:extLst>
      <p:ext uri="{BB962C8B-B14F-4D97-AF65-F5344CB8AC3E}">
        <p14:creationId xmlns:p14="http://schemas.microsoft.com/office/powerpoint/2010/main" val="31714216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762000"/>
            <a:ext cx="1971675" cy="5410200"/>
          </a:xfrm>
        </p:spPr>
        <p:txBody>
          <a:bodyPr vert="eaVert" lIns="45720" tIns="91440" rIns="45720" bIns="91440"/>
          <a:lstStyle/>
          <a:p>
            <a:r>
              <a:rPr lang="fr-FR"/>
              <a:t>Modifiez le style du titre</a:t>
            </a:r>
            <a:endParaRPr lang="en-US" dirty="0"/>
          </a:p>
        </p:txBody>
      </p:sp>
      <p:sp>
        <p:nvSpPr>
          <p:cNvPr id="3" name="Vertical Text Placeholder 2"/>
          <p:cNvSpPr>
            <a:spLocks noGrp="1"/>
          </p:cNvSpPr>
          <p:nvPr>
            <p:ph type="body" orient="vert" idx="1"/>
          </p:nvPr>
        </p:nvSpPr>
        <p:spPr>
          <a:xfrm>
            <a:off x="742951" y="762000"/>
            <a:ext cx="5686425" cy="541020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DE612799-6DD4-472D-966B-E17A28C44215}" type="datetimeFigureOut">
              <a:rPr lang="fr-FR" smtClean="0"/>
              <a:t>14/06/2025</a:t>
            </a:fld>
            <a:endParaRPr lang="fr-FR" dirty="0"/>
          </a:p>
        </p:txBody>
      </p:sp>
      <p:sp>
        <p:nvSpPr>
          <p:cNvPr id="5" name="Footer Placeholder 4"/>
          <p:cNvSpPr>
            <a:spLocks noGrp="1"/>
          </p:cNvSpPr>
          <p:nvPr>
            <p:ph type="ftr" sz="quarter" idx="11"/>
          </p:nvPr>
        </p:nvSpPr>
        <p:spPr/>
        <p:txBody>
          <a:bodyPr/>
          <a:lstStyle/>
          <a:p>
            <a:endParaRPr lang="fr-FR" dirty="0"/>
          </a:p>
        </p:txBody>
      </p:sp>
      <p:sp>
        <p:nvSpPr>
          <p:cNvPr id="6" name="Slide Number Placeholder 5"/>
          <p:cNvSpPr>
            <a:spLocks noGrp="1"/>
          </p:cNvSpPr>
          <p:nvPr>
            <p:ph type="sldNum" sz="quarter" idx="12"/>
          </p:nvPr>
        </p:nvSpPr>
        <p:spPr/>
        <p:txBody>
          <a:bodyPr/>
          <a:lstStyle/>
          <a:p>
            <a:fld id="{B932C656-D9D6-43E8-89C5-6A4F2CED1FB1}" type="slidenum">
              <a:rPr lang="fr-FR" smtClean="0"/>
              <a:t>‹N°›</a:t>
            </a:fld>
            <a:endParaRPr lang="fr-FR" dirty="0"/>
          </a:p>
        </p:txBody>
      </p:sp>
      <p:cxnSp>
        <p:nvCxnSpPr>
          <p:cNvPr id="7" name="Straight Connector 6"/>
          <p:cNvCxnSpPr/>
          <p:nvPr/>
        </p:nvCxnSpPr>
        <p:spPr>
          <a:xfrm rot="5400000" flipV="1">
            <a:off x="7543800" y="173563"/>
            <a:ext cx="0" cy="6858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49119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70C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68096" y="585216"/>
            <a:ext cx="7290054" cy="1499616"/>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768096" y="2286000"/>
            <a:ext cx="7290055" cy="4023360"/>
          </a:xfrm>
          <a:prstGeom prst="rect">
            <a:avLst/>
          </a:prstGeom>
        </p:spPr>
        <p:txBody>
          <a:bodyPr vert="horz" lIns="45720" tIns="45720" rIns="4572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768097" y="6470704"/>
            <a:ext cx="1615607" cy="274320"/>
          </a:xfrm>
          <a:prstGeom prst="rect">
            <a:avLst/>
          </a:prstGeom>
        </p:spPr>
        <p:txBody>
          <a:bodyPr vert="horz" lIns="91440" tIns="45720" rIns="91440" bIns="45720" rtlCol="0" anchor="ctr"/>
          <a:lstStyle>
            <a:lvl1pPr algn="l">
              <a:defRPr sz="1000">
                <a:solidFill>
                  <a:schemeClr val="tx1">
                    <a:lumMod val="90000"/>
                    <a:lumOff val="10000"/>
                  </a:schemeClr>
                </a:solidFill>
                <a:latin typeface="+mj-lt"/>
              </a:defRPr>
            </a:lvl1pPr>
          </a:lstStyle>
          <a:p>
            <a:fld id="{DE612799-6DD4-472D-966B-E17A28C44215}" type="datetimeFigureOut">
              <a:rPr lang="fr-FR" smtClean="0"/>
              <a:t>14/06/2025</a:t>
            </a:fld>
            <a:endParaRPr lang="fr-FR" dirty="0"/>
          </a:p>
        </p:txBody>
      </p:sp>
      <p:sp>
        <p:nvSpPr>
          <p:cNvPr id="5" name="Footer Placeholder 4"/>
          <p:cNvSpPr>
            <a:spLocks noGrp="1"/>
          </p:cNvSpPr>
          <p:nvPr>
            <p:ph type="ftr" sz="quarter" idx="3"/>
          </p:nvPr>
        </p:nvSpPr>
        <p:spPr>
          <a:xfrm>
            <a:off x="3632200" y="6470704"/>
            <a:ext cx="4426094" cy="274320"/>
          </a:xfrm>
          <a:prstGeom prst="rect">
            <a:avLst/>
          </a:prstGeom>
        </p:spPr>
        <p:txBody>
          <a:bodyPr vert="horz" lIns="91440" tIns="45720" rIns="91440" bIns="45720" rtlCol="0" anchor="ctr"/>
          <a:lstStyle>
            <a:lvl1pPr algn="r">
              <a:defRPr sz="1000" cap="all" baseline="0">
                <a:solidFill>
                  <a:schemeClr val="tx1">
                    <a:lumMod val="90000"/>
                    <a:lumOff val="10000"/>
                  </a:schemeClr>
                </a:solidFill>
                <a:latin typeface="+mj-lt"/>
              </a:defRPr>
            </a:lvl1pPr>
          </a:lstStyle>
          <a:p>
            <a:endParaRPr lang="fr-FR" dirty="0"/>
          </a:p>
        </p:txBody>
      </p:sp>
      <p:sp>
        <p:nvSpPr>
          <p:cNvPr id="6" name="Slide Number Placeholder 5"/>
          <p:cNvSpPr>
            <a:spLocks noGrp="1"/>
          </p:cNvSpPr>
          <p:nvPr>
            <p:ph type="sldNum" sz="quarter" idx="4"/>
          </p:nvPr>
        </p:nvSpPr>
        <p:spPr>
          <a:xfrm>
            <a:off x="8128000" y="6470704"/>
            <a:ext cx="730250" cy="274320"/>
          </a:xfrm>
          <a:prstGeom prst="rect">
            <a:avLst/>
          </a:prstGeom>
        </p:spPr>
        <p:txBody>
          <a:bodyPr vert="horz" lIns="91440" tIns="45720" rIns="91440" bIns="45720" rtlCol="0" anchor="ctr"/>
          <a:lstStyle>
            <a:lvl1pPr algn="l">
              <a:defRPr sz="1000">
                <a:solidFill>
                  <a:schemeClr val="tx1">
                    <a:lumMod val="90000"/>
                    <a:lumOff val="10000"/>
                  </a:schemeClr>
                </a:solidFill>
                <a:latin typeface="+mj-lt"/>
              </a:defRPr>
            </a:lvl1pPr>
          </a:lstStyle>
          <a:p>
            <a:fld id="{B932C656-D9D6-43E8-89C5-6A4F2CED1FB1}" type="slidenum">
              <a:rPr lang="fr-FR" smtClean="0"/>
              <a:t>‹N°›</a:t>
            </a:fld>
            <a:endParaRPr lang="fr-FR" dirty="0"/>
          </a:p>
        </p:txBody>
      </p:sp>
      <p:cxnSp>
        <p:nvCxnSpPr>
          <p:cNvPr id="7" name="Straight Connector 6"/>
          <p:cNvCxnSpPr/>
          <p:nvPr/>
        </p:nvCxnSpPr>
        <p:spPr>
          <a:xfrm flipV="1">
            <a:off x="571500" y="826324"/>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35102856"/>
      </p:ext>
    </p:extLst>
  </p:cSld>
  <p:clrMap bg1="lt1" tx1="dk1" bg2="lt2" tx2="dk2" accent1="accent1" accent2="accent2" accent3="accent3" accent4="accent4" accent5="accent5" accent6="accent6" hlink="hlink" folHlink="folHlink"/>
  <p:sldLayoutIdLst>
    <p:sldLayoutId id="2147483744" r:id="rId1"/>
    <p:sldLayoutId id="2147483745" r:id="rId2"/>
    <p:sldLayoutId id="2147483746" r:id="rId3"/>
    <p:sldLayoutId id="2147483747" r:id="rId4"/>
    <p:sldLayoutId id="2147483748" r:id="rId5"/>
    <p:sldLayoutId id="2147483749" r:id="rId6"/>
    <p:sldLayoutId id="2147483750" r:id="rId7"/>
    <p:sldLayoutId id="2147483751" r:id="rId8"/>
    <p:sldLayoutId id="2147483752" r:id="rId9"/>
    <p:sldLayoutId id="2147483753" r:id="rId10"/>
    <p:sldLayoutId id="2147483754" r:id="rId11"/>
  </p:sldLayoutIdLst>
  <p:txStyles>
    <p:titleStyle>
      <a:lvl1pPr algn="l" defTabSz="914377" rtl="0" eaLnBrk="1" latinLnBrk="0" hangingPunct="1">
        <a:lnSpc>
          <a:spcPct val="80000"/>
        </a:lnSpc>
        <a:spcBef>
          <a:spcPct val="0"/>
        </a:spcBef>
        <a:buNone/>
        <a:defRPr sz="4400" kern="1200" cap="all" spc="100" baseline="0">
          <a:solidFill>
            <a:schemeClr val="tx1">
              <a:lumMod val="90000"/>
              <a:lumOff val="10000"/>
            </a:schemeClr>
          </a:solidFill>
          <a:latin typeface="+mj-lt"/>
          <a:ea typeface="+mj-ea"/>
          <a:cs typeface="+mj-cs"/>
        </a:defRPr>
      </a:lvl1pPr>
    </p:titleStyle>
    <p:bodyStyle>
      <a:lvl1pPr marL="91440" indent="-91440" algn="l" defTabSz="914377"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000" kern="1200">
          <a:solidFill>
            <a:schemeClr val="tx1"/>
          </a:solidFill>
          <a:latin typeface="+mn-lt"/>
          <a:ea typeface="+mn-ea"/>
          <a:cs typeface="+mn-cs"/>
        </a:defRPr>
      </a:lvl1pPr>
      <a:lvl2pPr marL="265176" indent="-137157" algn="l" defTabSz="914377" rtl="0" eaLnBrk="1" latinLnBrk="0" hangingPunct="1">
        <a:lnSpc>
          <a:spcPct val="90000"/>
        </a:lnSpc>
        <a:spcBef>
          <a:spcPts val="200"/>
        </a:spcBef>
        <a:spcAft>
          <a:spcPts val="400"/>
        </a:spcAft>
        <a:buClr>
          <a:schemeClr val="accent2"/>
        </a:buClr>
        <a:buFont typeface="Wingdings 3" pitchFamily="18" charset="2"/>
        <a:buChar char=""/>
        <a:defRPr sz="1600" kern="1200">
          <a:solidFill>
            <a:schemeClr val="tx1"/>
          </a:solidFill>
          <a:latin typeface="+mn-lt"/>
          <a:ea typeface="+mn-ea"/>
          <a:cs typeface="+mn-cs"/>
        </a:defRPr>
      </a:lvl2pPr>
      <a:lvl3pPr marL="448056" indent="-137157" algn="l" defTabSz="914377"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3pPr>
      <a:lvl4pPr marL="594360" indent="-137157" algn="l" defTabSz="914377"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4pPr>
      <a:lvl5pPr marL="777240" indent="-137157" algn="l" defTabSz="914377"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5pPr>
      <a:lvl6pPr marL="914400" indent="-137157" algn="l" defTabSz="914377"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6pPr>
      <a:lvl7pPr marL="1060704" indent="-137157" algn="l" defTabSz="914377"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7pPr>
      <a:lvl8pPr marL="1216152" indent="-137157" algn="l" defTabSz="914377"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8pPr>
      <a:lvl9pPr marL="1362456" indent="-137157" algn="l" defTabSz="914377"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2350BB0A-5773-02BD-F854-253521060590}"/>
              </a:ext>
            </a:extLst>
          </p:cNvPr>
          <p:cNvPicPr>
            <a:picLocks noChangeAspect="1"/>
          </p:cNvPicPr>
          <p:nvPr/>
        </p:nvPicPr>
        <p:blipFill>
          <a:blip r:embed="rId2"/>
          <a:stretch>
            <a:fillRect/>
          </a:stretch>
        </p:blipFill>
        <p:spPr>
          <a:xfrm>
            <a:off x="0" y="0"/>
            <a:ext cx="9159344" cy="2564904"/>
          </a:xfrm>
          <a:prstGeom prst="rect">
            <a:avLst/>
          </a:prstGeom>
          <a:solidFill>
            <a:srgbClr val="0070C0"/>
          </a:solidFill>
        </p:spPr>
      </p:pic>
      <p:sp>
        <p:nvSpPr>
          <p:cNvPr id="5" name="Titre 1">
            <a:extLst>
              <a:ext uri="{FF2B5EF4-FFF2-40B4-BE49-F238E27FC236}">
                <a16:creationId xmlns:a16="http://schemas.microsoft.com/office/drawing/2014/main" id="{816008B9-BD23-0C69-0551-7F0527D6DC04}"/>
              </a:ext>
            </a:extLst>
          </p:cNvPr>
          <p:cNvSpPr txBox="1">
            <a:spLocks noGrp="1"/>
          </p:cNvSpPr>
          <p:nvPr>
            <p:ph idx="1"/>
          </p:nvPr>
        </p:nvSpPr>
        <p:spPr>
          <a:xfrm>
            <a:off x="107504" y="2564904"/>
            <a:ext cx="9036496" cy="4032448"/>
          </a:xfrm>
          <a:prstGeom prst="rect">
            <a:avLst/>
          </a:prstGeom>
          <a:solidFill>
            <a:srgbClr val="0070C0"/>
          </a:solidFill>
        </p:spPr>
        <p:style>
          <a:lnRef idx="1">
            <a:schemeClr val="accent4"/>
          </a:lnRef>
          <a:fillRef idx="3">
            <a:schemeClr val="accent4"/>
          </a:fillRef>
          <a:effectRef idx="2">
            <a:schemeClr val="accent4"/>
          </a:effectRef>
          <a:fontRef idx="minor">
            <a:schemeClr val="lt1"/>
          </a:fontRef>
        </p:style>
        <p:txBody>
          <a:bodyPr vert="horz" lIns="91440" tIns="45720" rIns="91440" bIns="45720" rtlCol="0" anchor="t">
            <a:normAutofit fontScale="92500" lnSpcReduction="10000"/>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endParaRPr lang="fr-FR" sz="2800" b="1" dirty="0">
              <a:solidFill>
                <a:srgbClr val="FF0000"/>
              </a:solidFill>
            </a:endParaRPr>
          </a:p>
          <a:p>
            <a:endParaRPr lang="fr-FR" sz="2800" b="1" dirty="0">
              <a:solidFill>
                <a:srgbClr val="FF0000"/>
              </a:solidFill>
            </a:endParaRPr>
          </a:p>
          <a:p>
            <a:endParaRPr lang="fr-FR" sz="2800" b="1" dirty="0">
              <a:solidFill>
                <a:srgbClr val="FF0000"/>
              </a:solidFill>
            </a:endParaRPr>
          </a:p>
          <a:p>
            <a:r>
              <a:rPr lang="fr-FR" sz="3500" b="1" dirty="0">
                <a:solidFill>
                  <a:srgbClr val="FFFF00"/>
                </a:solidFill>
              </a:rPr>
              <a:t>ACCIDENTS ET INCIDENTS DE L’ANESTHESIE LOCALE </a:t>
            </a:r>
            <a:br>
              <a:rPr lang="fr-FR" sz="3500" b="1" dirty="0">
                <a:solidFill>
                  <a:srgbClr val="FFFF00"/>
                </a:solidFill>
              </a:rPr>
            </a:br>
            <a:r>
              <a:rPr lang="fr-FR" sz="3500" b="1" dirty="0">
                <a:solidFill>
                  <a:srgbClr val="FFFF00"/>
                </a:solidFill>
              </a:rPr>
              <a:t>ET LOCO-REGIONALE</a:t>
            </a:r>
          </a:p>
          <a:p>
            <a:pPr algn="ctr"/>
            <a:endParaRPr lang="fr-FR" sz="2800" dirty="0">
              <a:solidFill>
                <a:schemeClr val="tx1"/>
              </a:solidFill>
            </a:endParaRPr>
          </a:p>
          <a:p>
            <a:pPr algn="ctr"/>
            <a:endParaRPr lang="fr-FR" sz="2800" dirty="0">
              <a:solidFill>
                <a:schemeClr val="tx1"/>
              </a:solidFill>
            </a:endParaRPr>
          </a:p>
          <a:p>
            <a:pPr algn="ctr"/>
            <a:r>
              <a:rPr lang="fr-FR" sz="3600" dirty="0">
                <a:solidFill>
                  <a:srgbClr val="FFFF00"/>
                </a:solidFill>
              </a:rPr>
              <a:t>Cours de 3ème année Médecine Dentaire </a:t>
            </a:r>
          </a:p>
          <a:p>
            <a:pPr algn="ctr"/>
            <a:r>
              <a:rPr lang="fr-FR" sz="3600" dirty="0">
                <a:solidFill>
                  <a:srgbClr val="FFFF00"/>
                </a:solidFill>
              </a:rPr>
              <a:t>2024-2025</a:t>
            </a:r>
            <a:r>
              <a:rPr lang="fr-FR" sz="3600" b="1" dirty="0">
                <a:solidFill>
                  <a:srgbClr val="FFFF00"/>
                </a:solidFill>
              </a:rPr>
              <a:t> </a:t>
            </a:r>
          </a:p>
          <a:p>
            <a:r>
              <a:rPr lang="fr-FR" sz="3600" b="1" dirty="0">
                <a:solidFill>
                  <a:srgbClr val="FFFF00"/>
                </a:solidFill>
              </a:rPr>
              <a:t>                          </a:t>
            </a:r>
            <a:r>
              <a:rPr lang="fr-FR" sz="2800" b="1" dirty="0">
                <a:solidFill>
                  <a:srgbClr val="FFFF00"/>
                </a:solidFill>
              </a:rPr>
              <a:t>                                       Dr S.BELAHDID    </a:t>
            </a:r>
          </a:p>
          <a:p>
            <a:pPr algn="l"/>
            <a:endParaRPr lang="fr-FR" sz="2800" b="1" dirty="0">
              <a:solidFill>
                <a:srgbClr val="FF0000"/>
              </a:solidFill>
            </a:endParaRPr>
          </a:p>
          <a:p>
            <a:endParaRPr lang="fr-FR" sz="2800" b="1" dirty="0">
              <a:solidFill>
                <a:srgbClr val="FF0000"/>
              </a:solidFill>
            </a:endParaRPr>
          </a:p>
          <a:p>
            <a:pPr algn="l"/>
            <a:endParaRPr lang="fr-FR" sz="2800" b="1" dirty="0">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6E0E14-F5EB-C9DB-1AA5-F7D635807ED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171C45F-5154-98DF-B674-3CD5CA3E9A69}"/>
              </a:ext>
            </a:extLst>
          </p:cNvPr>
          <p:cNvSpPr>
            <a:spLocks noGrp="1"/>
          </p:cNvSpPr>
          <p:nvPr>
            <p:ph type="title"/>
          </p:nvPr>
        </p:nvSpPr>
        <p:spPr>
          <a:xfrm>
            <a:off x="467544" y="188640"/>
            <a:ext cx="8496944" cy="648072"/>
          </a:xfrm>
          <a:solidFill>
            <a:srgbClr val="0070C0"/>
          </a:solidFill>
        </p:spPr>
        <p:style>
          <a:lnRef idx="1">
            <a:schemeClr val="accent4"/>
          </a:lnRef>
          <a:fillRef idx="3">
            <a:schemeClr val="accent4"/>
          </a:fillRef>
          <a:effectRef idx="2">
            <a:schemeClr val="accent4"/>
          </a:effectRef>
          <a:fontRef idx="minor">
            <a:schemeClr val="lt1"/>
          </a:fontRef>
        </p:style>
        <p:txBody>
          <a:bodyPr>
            <a:normAutofit fontScale="90000"/>
          </a:bodyPr>
          <a:lstStyle/>
          <a:p>
            <a:pPr algn="ctr"/>
            <a:r>
              <a:rPr lang="fr-FR" sz="4800" b="1" dirty="0">
                <a:solidFill>
                  <a:srgbClr val="FFFF00"/>
                </a:solidFill>
                <a:latin typeface="Calibri" panose="020F0502020204030204" pitchFamily="34" charset="0"/>
                <a:ea typeface="Calibri" panose="020F0502020204030204" pitchFamily="34" charset="0"/>
                <a:cs typeface="Calibri" panose="020F0502020204030204" pitchFamily="34" charset="0"/>
              </a:rPr>
              <a:t>I/PLAN </a:t>
            </a:r>
          </a:p>
        </p:txBody>
      </p:sp>
      <p:sp>
        <p:nvSpPr>
          <p:cNvPr id="3" name="Espace réservé du contenu 2">
            <a:extLst>
              <a:ext uri="{FF2B5EF4-FFF2-40B4-BE49-F238E27FC236}">
                <a16:creationId xmlns:a16="http://schemas.microsoft.com/office/drawing/2014/main" id="{58EEBB64-EC20-9DA6-D8A5-3BFC334B1BC0}"/>
              </a:ext>
            </a:extLst>
          </p:cNvPr>
          <p:cNvSpPr>
            <a:spLocks noGrp="1"/>
          </p:cNvSpPr>
          <p:nvPr>
            <p:ph idx="1"/>
          </p:nvPr>
        </p:nvSpPr>
        <p:spPr>
          <a:xfrm>
            <a:off x="467544" y="1052736"/>
            <a:ext cx="8496944" cy="5256624"/>
          </a:xfrm>
          <a:noFill/>
        </p:spPr>
        <p:style>
          <a:lnRef idx="3">
            <a:schemeClr val="lt1"/>
          </a:lnRef>
          <a:fillRef idx="1">
            <a:schemeClr val="accent4"/>
          </a:fillRef>
          <a:effectRef idx="1">
            <a:schemeClr val="accent4"/>
          </a:effectRef>
          <a:fontRef idx="minor">
            <a:schemeClr val="lt1"/>
          </a:fontRef>
        </p:style>
        <p:txBody>
          <a:bodyPr>
            <a:noAutofit/>
          </a:bodyPr>
          <a:lstStyle/>
          <a:p>
            <a:pPr marL="0" indent="0">
              <a:lnSpc>
                <a:spcPct val="100000"/>
              </a:lnSpc>
              <a:buNone/>
            </a:pPr>
            <a:r>
              <a:rPr lang="fr-FR" sz="2400" dirty="0"/>
              <a:t>I</a:t>
            </a:r>
            <a:r>
              <a:rPr lang="fr-FR" sz="2400" b="1" dirty="0">
                <a:solidFill>
                  <a:srgbClr val="FFFF00"/>
                </a:solidFill>
                <a:latin typeface="Calibri" panose="020F0502020204030204" pitchFamily="34" charset="0"/>
                <a:ea typeface="Calibri" panose="020F0502020204030204" pitchFamily="34" charset="0"/>
                <a:cs typeface="Calibri" panose="020F0502020204030204" pitchFamily="34" charset="0"/>
              </a:rPr>
              <a:t>/INTRODUCTION </a:t>
            </a:r>
          </a:p>
          <a:p>
            <a:pPr marL="0" indent="0">
              <a:lnSpc>
                <a:spcPct val="100000"/>
              </a:lnSpc>
              <a:buNone/>
            </a:pPr>
            <a:r>
              <a:rPr lang="fr-FR" sz="2400" b="1" dirty="0">
                <a:solidFill>
                  <a:srgbClr val="FFFF00"/>
                </a:solidFill>
                <a:latin typeface="Calibri" panose="020F0502020204030204" pitchFamily="34" charset="0"/>
                <a:ea typeface="Calibri" panose="020F0502020204030204" pitchFamily="34" charset="0"/>
                <a:cs typeface="Calibri" panose="020F0502020204030204" pitchFamily="34" charset="0"/>
              </a:rPr>
              <a:t>II/ACCIDENTS LOCAUX </a:t>
            </a:r>
          </a:p>
          <a:p>
            <a:pPr marL="0" indent="0">
              <a:lnSpc>
                <a:spcPct val="100000"/>
              </a:lnSpc>
              <a:buNone/>
            </a:pPr>
            <a:r>
              <a:rPr lang="fr-FR" sz="2400" b="1" dirty="0">
                <a:solidFill>
                  <a:srgbClr val="FFFF00"/>
                </a:solidFill>
                <a:latin typeface="Calibri" panose="020F0502020204030204" pitchFamily="34" charset="0"/>
                <a:ea typeface="Calibri" panose="020F0502020204030204" pitchFamily="34" charset="0"/>
                <a:cs typeface="Calibri" panose="020F0502020204030204" pitchFamily="34" charset="0"/>
              </a:rPr>
              <a:t>III/ACCIDENTS GENERAUX </a:t>
            </a:r>
          </a:p>
          <a:p>
            <a:pPr marL="0" indent="0">
              <a:lnSpc>
                <a:spcPct val="100000"/>
              </a:lnSpc>
              <a:buNone/>
            </a:pPr>
            <a:r>
              <a:rPr lang="fr-FR" sz="2400" b="1" dirty="0">
                <a:solidFill>
                  <a:srgbClr val="FFFF00"/>
                </a:solidFill>
                <a:latin typeface="Calibri" panose="020F0502020204030204" pitchFamily="34" charset="0"/>
                <a:ea typeface="Calibri" panose="020F0502020204030204" pitchFamily="34" charset="0"/>
                <a:cs typeface="Calibri" panose="020F0502020204030204" pitchFamily="34" charset="0"/>
              </a:rPr>
              <a:t>IV/ACCIDENTS LOCO-REGIONAUX </a:t>
            </a:r>
          </a:p>
          <a:p>
            <a:pPr marL="0" indent="0">
              <a:lnSpc>
                <a:spcPct val="100000"/>
              </a:lnSpc>
              <a:buNone/>
            </a:pPr>
            <a:r>
              <a:rPr lang="fr-FR" sz="2400" b="1" dirty="0">
                <a:solidFill>
                  <a:srgbClr val="FFFF00"/>
                </a:solidFill>
                <a:latin typeface="Calibri" panose="020F0502020204030204" pitchFamily="34" charset="0"/>
                <a:ea typeface="Calibri" panose="020F0502020204030204" pitchFamily="34" charset="0"/>
                <a:cs typeface="Calibri" panose="020F0502020204030204" pitchFamily="34" charset="0"/>
              </a:rPr>
              <a:t>V/SYMPTOME DE L’INTOXICATION AUX ANESTHESIQUES LOCAUX </a:t>
            </a:r>
          </a:p>
          <a:p>
            <a:pPr marL="0" indent="0">
              <a:lnSpc>
                <a:spcPct val="100000"/>
              </a:lnSpc>
              <a:buNone/>
            </a:pPr>
            <a:r>
              <a:rPr lang="fr-FR" sz="2400" b="1" dirty="0">
                <a:solidFill>
                  <a:srgbClr val="FFFF00"/>
                </a:solidFill>
                <a:latin typeface="Calibri" panose="020F0502020204030204" pitchFamily="34" charset="0"/>
                <a:ea typeface="Calibri" panose="020F0502020204030204" pitchFamily="34" charset="0"/>
                <a:cs typeface="Calibri" panose="020F0502020204030204" pitchFamily="34" charset="0"/>
              </a:rPr>
              <a:t>VI/RECOMANDATIONS DE BASE D’UTILISATION DES ANESTHESIQQUES LOCAUX </a:t>
            </a:r>
          </a:p>
          <a:p>
            <a:pPr marL="0" indent="0">
              <a:lnSpc>
                <a:spcPct val="100000"/>
              </a:lnSpc>
              <a:buNone/>
            </a:pPr>
            <a:r>
              <a:rPr lang="fr-FR" sz="2400" b="1" dirty="0">
                <a:solidFill>
                  <a:srgbClr val="FFFF00"/>
                </a:solidFill>
                <a:latin typeface="Calibri" panose="020F0502020204030204" pitchFamily="34" charset="0"/>
                <a:ea typeface="Calibri" panose="020F0502020204030204" pitchFamily="34" charset="0"/>
                <a:cs typeface="Calibri" panose="020F0502020204030204" pitchFamily="34" charset="0"/>
              </a:rPr>
              <a:t>VII/CONCLUSION  </a:t>
            </a:r>
          </a:p>
        </p:txBody>
      </p:sp>
    </p:spTree>
    <p:extLst>
      <p:ext uri="{BB962C8B-B14F-4D97-AF65-F5344CB8AC3E}">
        <p14:creationId xmlns:p14="http://schemas.microsoft.com/office/powerpoint/2010/main" val="40672423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FD79A7-CE96-22FB-2993-F89BD6A6592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0A6133B-4F0C-94CE-AC26-610FF3664049}"/>
              </a:ext>
            </a:extLst>
          </p:cNvPr>
          <p:cNvSpPr>
            <a:spLocks noGrp="1"/>
          </p:cNvSpPr>
          <p:nvPr>
            <p:ph type="title"/>
          </p:nvPr>
        </p:nvSpPr>
        <p:spPr>
          <a:xfrm>
            <a:off x="251520" y="332656"/>
            <a:ext cx="8640960" cy="864096"/>
          </a:xfrm>
          <a:noFill/>
        </p:spPr>
        <p:style>
          <a:lnRef idx="1">
            <a:schemeClr val="accent4"/>
          </a:lnRef>
          <a:fillRef idx="3">
            <a:schemeClr val="accent4"/>
          </a:fillRef>
          <a:effectRef idx="2">
            <a:schemeClr val="accent4"/>
          </a:effectRef>
          <a:fontRef idx="minor">
            <a:schemeClr val="lt1"/>
          </a:fontRef>
        </p:style>
        <p:txBody>
          <a:bodyPr>
            <a:normAutofit/>
          </a:bodyPr>
          <a:lstStyle/>
          <a:p>
            <a:pPr algn="ctr"/>
            <a:r>
              <a:rPr lang="fr-FR" sz="2800" b="1" dirty="0">
                <a:solidFill>
                  <a:srgbClr val="FFFF00"/>
                </a:solidFill>
              </a:rPr>
              <a:t>I/INTRODUCTION </a:t>
            </a:r>
          </a:p>
        </p:txBody>
      </p:sp>
      <p:sp>
        <p:nvSpPr>
          <p:cNvPr id="3" name="Espace réservé du contenu 2">
            <a:extLst>
              <a:ext uri="{FF2B5EF4-FFF2-40B4-BE49-F238E27FC236}">
                <a16:creationId xmlns:a16="http://schemas.microsoft.com/office/drawing/2014/main" id="{1009B0FD-7DC8-9C13-F717-389AB5471F1F}"/>
              </a:ext>
            </a:extLst>
          </p:cNvPr>
          <p:cNvSpPr>
            <a:spLocks noGrp="1"/>
          </p:cNvSpPr>
          <p:nvPr>
            <p:ph idx="1"/>
          </p:nvPr>
        </p:nvSpPr>
        <p:spPr>
          <a:xfrm>
            <a:off x="251520" y="1196752"/>
            <a:ext cx="8784976" cy="5400600"/>
          </a:xfrm>
          <a:noFill/>
        </p:spPr>
        <p:style>
          <a:lnRef idx="3">
            <a:schemeClr val="lt1"/>
          </a:lnRef>
          <a:fillRef idx="1">
            <a:schemeClr val="accent4"/>
          </a:fillRef>
          <a:effectRef idx="1">
            <a:schemeClr val="accent4"/>
          </a:effectRef>
          <a:fontRef idx="minor">
            <a:schemeClr val="lt1"/>
          </a:fontRef>
        </p:style>
        <p:txBody>
          <a:bodyPr>
            <a:noAutofit/>
          </a:bodyPr>
          <a:lstStyle/>
          <a:p>
            <a:pPr>
              <a:buFont typeface="Wingdings" pitchFamily="2" charset="2"/>
              <a:buChar char="q"/>
            </a:pPr>
            <a:r>
              <a:rPr lang="fr-FR" sz="2400" dirty="0"/>
              <a:t>L’anesthésie locale est  largement utilisée en  odontostomatologie .</a:t>
            </a:r>
          </a:p>
          <a:p>
            <a:pPr>
              <a:buFont typeface="Wingdings" pitchFamily="2" charset="2"/>
              <a:buChar char="q"/>
            </a:pPr>
            <a:r>
              <a:rPr lang="fr-FR" sz="2400" dirty="0"/>
              <a:t> Cependant des accidents et incidents peuvent survenir, allant de réactions bénignes  à des complications graves, voire vitales, telles que la toxicité systémique aiguë ou des réactions allergiques.</a:t>
            </a:r>
          </a:p>
          <a:p>
            <a:pPr>
              <a:buFont typeface="Wingdings" pitchFamily="2" charset="2"/>
              <a:buChar char="q"/>
            </a:pPr>
            <a:r>
              <a:rPr lang="fr-FR" sz="2400" dirty="0"/>
              <a:t> Ces événements indésirables, bien que rares, nécessitent une connaissance des causes, des manifestations cliniques, et les moyens de prévention et de prise en charge des accidents et incidents liés aux anesthésiques locaux.</a:t>
            </a:r>
          </a:p>
        </p:txBody>
      </p:sp>
    </p:spTree>
    <p:extLst>
      <p:ext uri="{BB962C8B-B14F-4D97-AF65-F5344CB8AC3E}">
        <p14:creationId xmlns:p14="http://schemas.microsoft.com/office/powerpoint/2010/main" val="14654607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20FB13-E704-4117-6B09-116F4D9DCDD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717B353-44CD-51F6-5340-ABD18C9972AB}"/>
              </a:ext>
            </a:extLst>
          </p:cNvPr>
          <p:cNvSpPr>
            <a:spLocks noGrp="1"/>
          </p:cNvSpPr>
          <p:nvPr>
            <p:ph type="title"/>
          </p:nvPr>
        </p:nvSpPr>
        <p:spPr>
          <a:xfrm>
            <a:off x="179512" y="116632"/>
            <a:ext cx="8640960" cy="1080120"/>
          </a:xfrm>
          <a:noFill/>
        </p:spPr>
        <p:style>
          <a:lnRef idx="1">
            <a:schemeClr val="accent4"/>
          </a:lnRef>
          <a:fillRef idx="3">
            <a:schemeClr val="accent4"/>
          </a:fillRef>
          <a:effectRef idx="2">
            <a:schemeClr val="accent4"/>
          </a:effectRef>
          <a:fontRef idx="minor">
            <a:schemeClr val="lt1"/>
          </a:fontRef>
        </p:style>
        <p:txBody>
          <a:bodyPr>
            <a:normAutofit/>
          </a:bodyPr>
          <a:lstStyle/>
          <a:p>
            <a:pPr algn="ctr"/>
            <a:r>
              <a:rPr lang="fr-FR" sz="2800" b="1" dirty="0">
                <a:solidFill>
                  <a:srgbClr val="FFFF00"/>
                </a:solidFill>
              </a:rPr>
              <a:t>II/ACCIDENTS LOCAUX </a:t>
            </a:r>
          </a:p>
        </p:txBody>
      </p:sp>
      <p:sp>
        <p:nvSpPr>
          <p:cNvPr id="3" name="Espace réservé du contenu 2">
            <a:extLst>
              <a:ext uri="{FF2B5EF4-FFF2-40B4-BE49-F238E27FC236}">
                <a16:creationId xmlns:a16="http://schemas.microsoft.com/office/drawing/2014/main" id="{9C5D0A5E-7735-919A-FEE5-43D207727502}"/>
              </a:ext>
            </a:extLst>
          </p:cNvPr>
          <p:cNvSpPr>
            <a:spLocks noGrp="1"/>
          </p:cNvSpPr>
          <p:nvPr>
            <p:ph idx="1"/>
          </p:nvPr>
        </p:nvSpPr>
        <p:spPr>
          <a:xfrm>
            <a:off x="179512" y="1196752"/>
            <a:ext cx="8640960" cy="5400600"/>
          </a:xfrm>
          <a:noFill/>
        </p:spPr>
        <p:style>
          <a:lnRef idx="3">
            <a:schemeClr val="lt1"/>
          </a:lnRef>
          <a:fillRef idx="1">
            <a:schemeClr val="accent4"/>
          </a:fillRef>
          <a:effectRef idx="1">
            <a:schemeClr val="accent4"/>
          </a:effectRef>
          <a:fontRef idx="minor">
            <a:schemeClr val="lt1"/>
          </a:fontRef>
        </p:style>
        <p:txBody>
          <a:bodyPr>
            <a:normAutofit/>
          </a:bodyPr>
          <a:lstStyle/>
          <a:p>
            <a:pPr marL="0" indent="0">
              <a:buNone/>
            </a:pPr>
            <a:r>
              <a:rPr lang="fr-FR" sz="2400" b="1" u="sng" dirty="0">
                <a:solidFill>
                  <a:srgbClr val="FFFF00"/>
                </a:solidFill>
                <a:latin typeface="Calibri" panose="020F0502020204030204" pitchFamily="34" charset="0"/>
                <a:ea typeface="Calibri" panose="020F0502020204030204" pitchFamily="34" charset="0"/>
                <a:cs typeface="Calibri" panose="020F0502020204030204" pitchFamily="34" charset="0"/>
              </a:rPr>
              <a:t>1-Problèmes techniques</a:t>
            </a:r>
          </a:p>
          <a:p>
            <a:pPr>
              <a:buFont typeface="Wingdings" pitchFamily="2" charset="2"/>
              <a:buChar char="§"/>
            </a:pPr>
            <a:r>
              <a:rPr lang="fr-FR" sz="2400" b="1" dirty="0">
                <a:solidFill>
                  <a:schemeClr val="bg1"/>
                </a:solidFill>
              </a:rPr>
              <a:t>Fractures d’aiguilles </a:t>
            </a:r>
          </a:p>
          <a:p>
            <a:pPr>
              <a:buFont typeface="Wingdings" pitchFamily="2" charset="2"/>
              <a:buChar char="§"/>
            </a:pPr>
            <a:r>
              <a:rPr lang="fr-FR" sz="2400" b="1" dirty="0">
                <a:solidFill>
                  <a:schemeClr val="bg1"/>
                </a:solidFill>
              </a:rPr>
              <a:t>Inhalation ou déglutition(complications rares</a:t>
            </a:r>
            <a:r>
              <a:rPr lang="fr-FR" sz="2400" dirty="0">
                <a:solidFill>
                  <a:schemeClr val="bg1"/>
                </a:solidFill>
              </a:rPr>
              <a:t>)</a:t>
            </a:r>
          </a:p>
          <a:p>
            <a:pPr>
              <a:buNone/>
            </a:pPr>
            <a:r>
              <a:rPr lang="fr-FR" sz="2400" b="1" dirty="0">
                <a:solidFill>
                  <a:schemeClr val="bg1"/>
                </a:solidFill>
              </a:rPr>
              <a:t>      Prise en charge par des praticiens compétents pour ces accidents est recommandée</a:t>
            </a:r>
          </a:p>
          <a:p>
            <a:pPr>
              <a:buNone/>
            </a:pPr>
            <a:endParaRPr lang="fr-FR" sz="2400" b="1" dirty="0">
              <a:solidFill>
                <a:schemeClr val="bg1"/>
              </a:solidFill>
            </a:endParaRPr>
          </a:p>
          <a:p>
            <a:pPr marL="0" indent="0">
              <a:buNone/>
            </a:pPr>
            <a:r>
              <a:rPr lang="fr-FR" sz="2800" b="1" u="sng" dirty="0">
                <a:solidFill>
                  <a:srgbClr val="FFFF00"/>
                </a:solidFill>
              </a:rPr>
              <a:t>2-Injection douloureuse</a:t>
            </a:r>
          </a:p>
          <a:p>
            <a:pPr>
              <a:buFont typeface="Wingdings" pitchFamily="2" charset="2"/>
              <a:buChar char="§"/>
            </a:pPr>
            <a:r>
              <a:rPr lang="fr-FR" sz="2400" b="1" dirty="0">
                <a:solidFill>
                  <a:schemeClr val="bg1"/>
                </a:solidFill>
              </a:rPr>
              <a:t>Cas du liquide froid et injection rapide</a:t>
            </a:r>
          </a:p>
          <a:p>
            <a:pPr>
              <a:buFont typeface="Wingdings" pitchFamily="2" charset="2"/>
              <a:buChar char="§"/>
            </a:pPr>
            <a:r>
              <a:rPr lang="fr-FR" sz="2400" b="1" dirty="0">
                <a:solidFill>
                  <a:schemeClr val="bg1"/>
                </a:solidFill>
              </a:rPr>
              <a:t>Cas des tissus enflammés</a:t>
            </a:r>
          </a:p>
        </p:txBody>
      </p:sp>
    </p:spTree>
    <p:extLst>
      <p:ext uri="{BB962C8B-B14F-4D97-AF65-F5344CB8AC3E}">
        <p14:creationId xmlns:p14="http://schemas.microsoft.com/office/powerpoint/2010/main" val="15855966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0061D07C-8548-8BCD-5E27-24E499DC9BFA}"/>
              </a:ext>
            </a:extLst>
          </p:cNvPr>
          <p:cNvSpPr>
            <a:spLocks noGrp="1"/>
          </p:cNvSpPr>
          <p:nvPr>
            <p:ph type="title"/>
          </p:nvPr>
        </p:nvSpPr>
        <p:spPr>
          <a:xfrm>
            <a:off x="473836" y="129184"/>
            <a:ext cx="8058603" cy="851544"/>
          </a:xfrm>
          <a:noFill/>
        </p:spPr>
        <p:style>
          <a:lnRef idx="1">
            <a:schemeClr val="accent4"/>
          </a:lnRef>
          <a:fillRef idx="3">
            <a:schemeClr val="accent4"/>
          </a:fillRef>
          <a:effectRef idx="2">
            <a:schemeClr val="accent4"/>
          </a:effectRef>
          <a:fontRef idx="minor">
            <a:schemeClr val="lt1"/>
          </a:fontRef>
        </p:style>
        <p:txBody>
          <a:bodyPr>
            <a:normAutofit/>
          </a:bodyPr>
          <a:lstStyle/>
          <a:p>
            <a:pPr algn="ctr"/>
            <a:r>
              <a:rPr lang="fr-FR" sz="2800" b="1" dirty="0">
                <a:solidFill>
                  <a:srgbClr val="FFFF00"/>
                </a:solidFill>
              </a:rPr>
              <a:t>II/ACCIDENTS LOCAUX </a:t>
            </a:r>
          </a:p>
        </p:txBody>
      </p:sp>
      <p:sp>
        <p:nvSpPr>
          <p:cNvPr id="3" name="Espace réservé du contenu 2"/>
          <p:cNvSpPr>
            <a:spLocks noGrp="1"/>
          </p:cNvSpPr>
          <p:nvPr>
            <p:ph idx="1"/>
          </p:nvPr>
        </p:nvSpPr>
        <p:spPr>
          <a:xfrm>
            <a:off x="457200" y="1196752"/>
            <a:ext cx="8229600" cy="4958011"/>
          </a:xfrm>
          <a:noFill/>
        </p:spPr>
        <p:style>
          <a:lnRef idx="3">
            <a:schemeClr val="lt1"/>
          </a:lnRef>
          <a:fillRef idx="1">
            <a:schemeClr val="accent4"/>
          </a:fillRef>
          <a:effectRef idx="1">
            <a:schemeClr val="accent4"/>
          </a:effectRef>
          <a:fontRef idx="minor">
            <a:schemeClr val="lt1"/>
          </a:fontRef>
        </p:style>
        <p:txBody>
          <a:bodyPr>
            <a:normAutofit/>
          </a:bodyPr>
          <a:lstStyle/>
          <a:p>
            <a:pPr marL="0" indent="0">
              <a:buNone/>
            </a:pPr>
            <a:r>
              <a:rPr lang="fr-FR" sz="2800" b="1" i="1" u="sng" dirty="0">
                <a:solidFill>
                  <a:srgbClr val="FFFF00"/>
                </a:solidFill>
              </a:rPr>
              <a:t>3-Accidents hémorragiques</a:t>
            </a:r>
          </a:p>
          <a:p>
            <a:pPr marL="0" indent="0">
              <a:buNone/>
            </a:pPr>
            <a:r>
              <a:rPr lang="fr-FR" sz="2800" b="1" dirty="0">
                <a:solidFill>
                  <a:schemeClr val="bg1"/>
                </a:solidFill>
              </a:rPr>
              <a:t>Deux cas de figure peuvent se présenter:</a:t>
            </a:r>
          </a:p>
          <a:p>
            <a:pPr>
              <a:buFont typeface="Wingdings" pitchFamily="2" charset="2"/>
              <a:buChar char="§"/>
            </a:pPr>
            <a:r>
              <a:rPr lang="fr-FR" sz="2800" b="1" dirty="0">
                <a:solidFill>
                  <a:schemeClr val="bg1"/>
                </a:solidFill>
              </a:rPr>
              <a:t>Un sujet ayant un bilan d’hémostase normal:</a:t>
            </a:r>
          </a:p>
          <a:p>
            <a:pPr>
              <a:buNone/>
            </a:pPr>
            <a:r>
              <a:rPr lang="fr-FR" sz="2800" b="1" dirty="0">
                <a:solidFill>
                  <a:schemeClr val="bg1"/>
                </a:solidFill>
              </a:rPr>
              <a:t>         -L’apparition d’un hématome :La résorption est rapide</a:t>
            </a:r>
          </a:p>
          <a:p>
            <a:pPr>
              <a:buFont typeface="Wingdings" pitchFamily="2" charset="2"/>
              <a:buChar char="§"/>
            </a:pPr>
            <a:r>
              <a:rPr lang="fr-FR" sz="2800" b="1" dirty="0">
                <a:solidFill>
                  <a:schemeClr val="bg1"/>
                </a:solidFill>
              </a:rPr>
              <a:t>Sujet ayant un bilan d’hémostase perturbé:</a:t>
            </a:r>
          </a:p>
          <a:p>
            <a:pPr>
              <a:buNone/>
            </a:pPr>
            <a:r>
              <a:rPr lang="fr-FR" sz="2800" b="1" dirty="0">
                <a:solidFill>
                  <a:schemeClr val="bg1"/>
                </a:solidFill>
              </a:rPr>
              <a:t>          -Eviter une anesthésie dans les tissus lâches(Plancher buccal)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4065D6-3A9D-A664-DA9F-9B9BFD83BD0E}"/>
            </a:ext>
          </a:extLst>
        </p:cNvPr>
        <p:cNvGrpSpPr/>
        <p:nvPr/>
      </p:nvGrpSpPr>
      <p:grpSpPr>
        <a:xfrm>
          <a:off x="0" y="0"/>
          <a:ext cx="0" cy="0"/>
          <a:chOff x="0" y="0"/>
          <a:chExt cx="0" cy="0"/>
        </a:xfrm>
      </p:grpSpPr>
      <p:sp>
        <p:nvSpPr>
          <p:cNvPr id="4" name="Titre 1">
            <a:extLst>
              <a:ext uri="{FF2B5EF4-FFF2-40B4-BE49-F238E27FC236}">
                <a16:creationId xmlns:a16="http://schemas.microsoft.com/office/drawing/2014/main" id="{A72BCC52-FDC1-B05D-7773-3F6FF335328C}"/>
              </a:ext>
            </a:extLst>
          </p:cNvPr>
          <p:cNvSpPr>
            <a:spLocks noGrp="1"/>
          </p:cNvSpPr>
          <p:nvPr>
            <p:ph type="title"/>
          </p:nvPr>
        </p:nvSpPr>
        <p:spPr>
          <a:xfrm>
            <a:off x="179512" y="-46571"/>
            <a:ext cx="8856984" cy="955291"/>
          </a:xfrm>
          <a:noFill/>
        </p:spPr>
        <p:style>
          <a:lnRef idx="1">
            <a:schemeClr val="accent4"/>
          </a:lnRef>
          <a:fillRef idx="3">
            <a:schemeClr val="accent4"/>
          </a:fillRef>
          <a:effectRef idx="2">
            <a:schemeClr val="accent4"/>
          </a:effectRef>
          <a:fontRef idx="minor">
            <a:schemeClr val="lt1"/>
          </a:fontRef>
        </p:style>
        <p:txBody>
          <a:bodyPr>
            <a:normAutofit/>
          </a:bodyPr>
          <a:lstStyle/>
          <a:p>
            <a:pPr algn="ctr"/>
            <a:r>
              <a:rPr lang="fr-FR" sz="2800" b="1" dirty="0">
                <a:solidFill>
                  <a:srgbClr val="FFFF00"/>
                </a:solidFill>
              </a:rPr>
              <a:t>II/ACCIDENTS LOCAUX </a:t>
            </a:r>
          </a:p>
        </p:txBody>
      </p:sp>
      <p:sp>
        <p:nvSpPr>
          <p:cNvPr id="3" name="Espace réservé du contenu 2">
            <a:extLst>
              <a:ext uri="{FF2B5EF4-FFF2-40B4-BE49-F238E27FC236}">
                <a16:creationId xmlns:a16="http://schemas.microsoft.com/office/drawing/2014/main" id="{A6F3E559-D0B5-B7E1-ED24-0AF97CBE6D2A}"/>
              </a:ext>
            </a:extLst>
          </p:cNvPr>
          <p:cNvSpPr>
            <a:spLocks noGrp="1"/>
          </p:cNvSpPr>
          <p:nvPr>
            <p:ph idx="1"/>
          </p:nvPr>
        </p:nvSpPr>
        <p:spPr>
          <a:xfrm>
            <a:off x="179512" y="908720"/>
            <a:ext cx="8784976" cy="5400600"/>
          </a:xfrm>
          <a:noFill/>
        </p:spPr>
        <p:style>
          <a:lnRef idx="3">
            <a:schemeClr val="lt1"/>
          </a:lnRef>
          <a:fillRef idx="1">
            <a:schemeClr val="accent4"/>
          </a:fillRef>
          <a:effectRef idx="1">
            <a:schemeClr val="accent4"/>
          </a:effectRef>
          <a:fontRef idx="minor">
            <a:schemeClr val="lt1"/>
          </a:fontRef>
        </p:style>
        <p:txBody>
          <a:bodyPr>
            <a:normAutofit/>
          </a:bodyPr>
          <a:lstStyle/>
          <a:p>
            <a:pPr marL="0" indent="0">
              <a:buNone/>
            </a:pPr>
            <a:r>
              <a:rPr lang="fr-FR" sz="2800" b="1" i="1" u="sng" dirty="0">
                <a:solidFill>
                  <a:srgbClr val="FFFF00"/>
                </a:solidFill>
              </a:rPr>
              <a:t>4-Traumatismes nerveux</a:t>
            </a:r>
          </a:p>
          <a:p>
            <a:pPr>
              <a:buFont typeface="Wingdings" panose="05000000000000000000" pitchFamily="2" charset="2"/>
              <a:buChar char="§"/>
            </a:pPr>
            <a:r>
              <a:rPr lang="fr-FR" sz="2800" b="1" dirty="0">
                <a:solidFill>
                  <a:schemeClr val="bg1"/>
                </a:solidFill>
              </a:rPr>
              <a:t>Rares au cours d’une anesthésie tronculaire</a:t>
            </a:r>
          </a:p>
          <a:p>
            <a:pPr>
              <a:buFont typeface="Wingdings" panose="05000000000000000000" pitchFamily="2" charset="2"/>
              <a:buChar char="§"/>
            </a:pPr>
            <a:r>
              <a:rPr lang="fr-FR" sz="2800" b="1" dirty="0">
                <a:solidFill>
                  <a:schemeClr val="bg1"/>
                </a:solidFill>
              </a:rPr>
              <a:t>D’autres complications peuvent survenir par diffusion du liquide d’anesthésie dans les loges voisines,au cours d’une anesthésie tronculaire:</a:t>
            </a:r>
          </a:p>
          <a:p>
            <a:pPr>
              <a:buNone/>
            </a:pPr>
            <a:r>
              <a:rPr lang="fr-FR" sz="2800" b="1" dirty="0">
                <a:solidFill>
                  <a:schemeClr val="bg1"/>
                </a:solidFill>
              </a:rPr>
              <a:t>       -Paralysie Faciale </a:t>
            </a:r>
          </a:p>
          <a:p>
            <a:pPr>
              <a:buNone/>
            </a:pPr>
            <a:r>
              <a:rPr lang="fr-FR" sz="2800" b="1" dirty="0">
                <a:solidFill>
                  <a:schemeClr val="bg1"/>
                </a:solidFill>
              </a:rPr>
              <a:t>        - Troubles oculaires</a:t>
            </a:r>
          </a:p>
        </p:txBody>
      </p:sp>
    </p:spTree>
    <p:extLst>
      <p:ext uri="{BB962C8B-B14F-4D97-AF65-F5344CB8AC3E}">
        <p14:creationId xmlns:p14="http://schemas.microsoft.com/office/powerpoint/2010/main" val="20096741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9512" y="0"/>
            <a:ext cx="8784976" cy="908720"/>
          </a:xfrm>
          <a:noFill/>
        </p:spPr>
        <p:style>
          <a:lnRef idx="1">
            <a:schemeClr val="accent4"/>
          </a:lnRef>
          <a:fillRef idx="3">
            <a:schemeClr val="accent4"/>
          </a:fillRef>
          <a:effectRef idx="2">
            <a:schemeClr val="accent4"/>
          </a:effectRef>
          <a:fontRef idx="minor">
            <a:schemeClr val="lt1"/>
          </a:fontRef>
        </p:style>
        <p:txBody>
          <a:bodyPr>
            <a:normAutofit fontScale="90000"/>
          </a:bodyPr>
          <a:lstStyle/>
          <a:p>
            <a:br>
              <a:rPr lang="fr-FR" sz="2800" b="1" i="1" u="sng" dirty="0">
                <a:solidFill>
                  <a:schemeClr val="tx1"/>
                </a:solidFill>
              </a:rPr>
            </a:br>
            <a:r>
              <a:rPr lang="fr-FR" sz="2800" b="1" i="1" dirty="0">
                <a:solidFill>
                  <a:schemeClr val="tx1"/>
                </a:solidFill>
              </a:rPr>
              <a:t>  </a:t>
            </a:r>
            <a:r>
              <a:rPr lang="fr-FR" sz="2800" b="1" dirty="0">
                <a:solidFill>
                  <a:schemeClr val="tx1"/>
                </a:solidFill>
              </a:rPr>
              <a:t>                  </a:t>
            </a:r>
            <a:r>
              <a:rPr lang="fr-FR" sz="2800" b="1" i="1" u="sng" dirty="0">
                <a:solidFill>
                  <a:srgbClr val="FFFF00"/>
                </a:solidFill>
              </a:rPr>
              <a:t>III/ACCIDENTS GENERAUX</a:t>
            </a:r>
            <a:br>
              <a:rPr lang="fr-FR" sz="2800" b="1" i="1" u="sng" dirty="0">
                <a:solidFill>
                  <a:schemeClr val="tx1"/>
                </a:solidFill>
              </a:rPr>
            </a:br>
            <a:endParaRPr lang="fr-FR" sz="2800" b="1" dirty="0">
              <a:solidFill>
                <a:schemeClr val="tx1"/>
              </a:solidFill>
            </a:endParaRPr>
          </a:p>
        </p:txBody>
      </p:sp>
      <p:sp>
        <p:nvSpPr>
          <p:cNvPr id="3" name="Espace réservé du contenu 2"/>
          <p:cNvSpPr>
            <a:spLocks noGrp="1"/>
          </p:cNvSpPr>
          <p:nvPr>
            <p:ph idx="1"/>
          </p:nvPr>
        </p:nvSpPr>
        <p:spPr>
          <a:xfrm>
            <a:off x="179512" y="908720"/>
            <a:ext cx="8784976" cy="5400600"/>
          </a:xfrm>
          <a:noFill/>
        </p:spPr>
        <p:style>
          <a:lnRef idx="3">
            <a:schemeClr val="lt1"/>
          </a:lnRef>
          <a:fillRef idx="1">
            <a:schemeClr val="accent4"/>
          </a:fillRef>
          <a:effectRef idx="1">
            <a:schemeClr val="accent4"/>
          </a:effectRef>
          <a:fontRef idx="minor">
            <a:schemeClr val="lt1"/>
          </a:fontRef>
        </p:style>
        <p:txBody>
          <a:bodyPr>
            <a:normAutofit/>
          </a:bodyPr>
          <a:lstStyle/>
          <a:p>
            <a:pPr marL="0" indent="0">
              <a:buNone/>
            </a:pPr>
            <a:endParaRPr lang="fr-FR" sz="2400" b="1" i="1" u="sng" dirty="0">
              <a:solidFill>
                <a:srgbClr val="FFFF00"/>
              </a:solidFill>
            </a:endParaRPr>
          </a:p>
          <a:p>
            <a:pPr marL="0" indent="0">
              <a:buNone/>
            </a:pPr>
            <a:r>
              <a:rPr lang="fr-FR" sz="2800" b="1" dirty="0">
                <a:solidFill>
                  <a:srgbClr val="FFFF00"/>
                </a:solidFill>
              </a:rPr>
              <a:t>1-Malaise vagal ou lipothymie:</a:t>
            </a:r>
          </a:p>
          <a:p>
            <a:pPr>
              <a:buNone/>
            </a:pPr>
            <a:r>
              <a:rPr lang="fr-FR" sz="2800" dirty="0">
                <a:solidFill>
                  <a:schemeClr val="bg1"/>
                </a:solidFill>
              </a:rPr>
              <a:t>   - </a:t>
            </a:r>
            <a:r>
              <a:rPr lang="fr-FR" sz="2800" b="1" dirty="0">
                <a:solidFill>
                  <a:schemeClr val="bg1"/>
                </a:solidFill>
              </a:rPr>
              <a:t>Du à une baisse du débit sanguin cérébral</a:t>
            </a:r>
          </a:p>
          <a:p>
            <a:pPr>
              <a:buNone/>
            </a:pPr>
            <a:r>
              <a:rPr lang="fr-FR" sz="2800" b="1" dirty="0">
                <a:solidFill>
                  <a:schemeClr val="bg1"/>
                </a:solidFill>
              </a:rPr>
              <a:t>   -Survient chez les sujets émotifs ,anxieux</a:t>
            </a:r>
          </a:p>
          <a:p>
            <a:pPr>
              <a:buNone/>
            </a:pPr>
            <a:r>
              <a:rPr lang="fr-FR" sz="2800" b="1" dirty="0">
                <a:solidFill>
                  <a:schemeClr val="bg1"/>
                </a:solidFill>
              </a:rPr>
              <a:t>   -Début progressif</a:t>
            </a:r>
          </a:p>
          <a:p>
            <a:pPr>
              <a:buNone/>
            </a:pPr>
            <a:r>
              <a:rPr lang="fr-FR" sz="2800" b="1" dirty="0">
                <a:solidFill>
                  <a:schemeClr val="bg1"/>
                </a:solidFill>
              </a:rPr>
              <a:t>   -S’associe +ou – à des vertiges ,bouffées de chaleur et troubles visuels</a:t>
            </a:r>
          </a:p>
          <a:p>
            <a:pPr>
              <a:buNone/>
            </a:pPr>
            <a:r>
              <a:rPr lang="fr-FR" sz="2800" b="1" dirty="0">
                <a:solidFill>
                  <a:schemeClr val="bg1"/>
                </a:solidFill>
              </a:rPr>
              <a:t>   -Pouvant évoluer jusqu’au coma</a:t>
            </a:r>
          </a:p>
          <a:p>
            <a:pPr marL="0" indent="0">
              <a:buNone/>
            </a:pPr>
            <a:endParaRPr lang="fr-FR" sz="2000" b="1" dirty="0">
              <a:solidFill>
                <a:srgbClr val="92D05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9E63B-1E24-7FB2-0872-D48469C946A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50969CF-506E-7F41-C751-A56BC4062041}"/>
              </a:ext>
            </a:extLst>
          </p:cNvPr>
          <p:cNvSpPr>
            <a:spLocks noGrp="1"/>
          </p:cNvSpPr>
          <p:nvPr>
            <p:ph type="title"/>
          </p:nvPr>
        </p:nvSpPr>
        <p:spPr>
          <a:xfrm>
            <a:off x="0" y="116632"/>
            <a:ext cx="8892480" cy="1008112"/>
          </a:xfrm>
          <a:noFill/>
        </p:spPr>
        <p:style>
          <a:lnRef idx="1">
            <a:schemeClr val="accent4"/>
          </a:lnRef>
          <a:fillRef idx="3">
            <a:schemeClr val="accent4"/>
          </a:fillRef>
          <a:effectRef idx="2">
            <a:schemeClr val="accent4"/>
          </a:effectRef>
          <a:fontRef idx="minor">
            <a:schemeClr val="lt1"/>
          </a:fontRef>
        </p:style>
        <p:txBody>
          <a:bodyPr>
            <a:normAutofit/>
          </a:bodyPr>
          <a:lstStyle/>
          <a:p>
            <a:pPr algn="ctr"/>
            <a:r>
              <a:rPr lang="fr-FR" sz="2800" b="1" i="1" u="sng" dirty="0">
                <a:solidFill>
                  <a:srgbClr val="FFFF00"/>
                </a:solidFill>
              </a:rPr>
              <a:t>III/ACCIDENTS GENERAUX</a:t>
            </a:r>
            <a:br>
              <a:rPr lang="fr-FR" sz="2800" b="1" i="1" u="sng" dirty="0">
                <a:solidFill>
                  <a:schemeClr val="tx1"/>
                </a:solidFill>
              </a:rPr>
            </a:br>
            <a:endParaRPr lang="fr-FR" sz="2800" b="1" dirty="0">
              <a:solidFill>
                <a:schemeClr val="tx1"/>
              </a:solidFill>
            </a:endParaRPr>
          </a:p>
        </p:txBody>
      </p:sp>
      <p:sp>
        <p:nvSpPr>
          <p:cNvPr id="3" name="Espace réservé du contenu 2">
            <a:extLst>
              <a:ext uri="{FF2B5EF4-FFF2-40B4-BE49-F238E27FC236}">
                <a16:creationId xmlns:a16="http://schemas.microsoft.com/office/drawing/2014/main" id="{50BC325C-C7F2-064D-22DE-0AD55A6D54BF}"/>
              </a:ext>
            </a:extLst>
          </p:cNvPr>
          <p:cNvSpPr>
            <a:spLocks noGrp="1"/>
          </p:cNvSpPr>
          <p:nvPr>
            <p:ph idx="1"/>
          </p:nvPr>
        </p:nvSpPr>
        <p:spPr>
          <a:xfrm>
            <a:off x="251520" y="1124744"/>
            <a:ext cx="8640960" cy="5184616"/>
          </a:xfrm>
          <a:noFill/>
        </p:spPr>
        <p:style>
          <a:lnRef idx="3">
            <a:schemeClr val="lt1"/>
          </a:lnRef>
          <a:fillRef idx="1">
            <a:schemeClr val="accent4"/>
          </a:fillRef>
          <a:effectRef idx="1">
            <a:schemeClr val="accent4"/>
          </a:effectRef>
          <a:fontRef idx="minor">
            <a:schemeClr val="lt1"/>
          </a:fontRef>
        </p:style>
        <p:txBody>
          <a:bodyPr>
            <a:normAutofit/>
          </a:bodyPr>
          <a:lstStyle/>
          <a:p>
            <a:pPr marL="0" indent="0">
              <a:buNone/>
            </a:pPr>
            <a:endParaRPr lang="fr-FR" sz="2400" b="1" i="1" u="sng" dirty="0">
              <a:solidFill>
                <a:srgbClr val="FFFF00"/>
              </a:solidFill>
            </a:endParaRPr>
          </a:p>
          <a:p>
            <a:pPr marL="0" indent="0">
              <a:buNone/>
            </a:pPr>
            <a:r>
              <a:rPr lang="fr-FR" sz="2800" b="1" dirty="0">
                <a:solidFill>
                  <a:srgbClr val="FFFF00"/>
                </a:solidFill>
              </a:rPr>
              <a:t>2-Crises convulsives</a:t>
            </a:r>
            <a:r>
              <a:rPr lang="fr-FR" sz="2800" b="1" dirty="0">
                <a:solidFill>
                  <a:schemeClr val="bg1"/>
                </a:solidFill>
              </a:rPr>
              <a:t>: Dues le plus souvent</a:t>
            </a:r>
          </a:p>
          <a:p>
            <a:pPr>
              <a:buNone/>
            </a:pPr>
            <a:r>
              <a:rPr lang="fr-FR" sz="2800" b="1" dirty="0">
                <a:solidFill>
                  <a:schemeClr val="bg1"/>
                </a:solidFill>
              </a:rPr>
              <a:t>   - A un surdosage ou injection intra-vasculaire</a:t>
            </a:r>
          </a:p>
          <a:p>
            <a:pPr>
              <a:buNone/>
            </a:pPr>
            <a:r>
              <a:rPr lang="fr-FR" sz="2800" b="1" dirty="0">
                <a:solidFill>
                  <a:schemeClr val="bg1"/>
                </a:solidFill>
              </a:rPr>
              <a:t>   -Survenant chez les insuffisants cardiaques et hépatiques.</a:t>
            </a:r>
          </a:p>
          <a:p>
            <a:pPr marL="0" indent="0">
              <a:buNone/>
            </a:pPr>
            <a:r>
              <a:rPr lang="fr-FR" sz="2800" b="1" dirty="0">
                <a:solidFill>
                  <a:srgbClr val="FFFF00"/>
                </a:solidFill>
              </a:rPr>
              <a:t>3-Crises d’asthme</a:t>
            </a:r>
            <a:r>
              <a:rPr lang="fr-FR" sz="2800" dirty="0">
                <a:solidFill>
                  <a:schemeClr val="bg1"/>
                </a:solidFill>
              </a:rPr>
              <a:t>: </a:t>
            </a:r>
            <a:r>
              <a:rPr lang="fr-FR" sz="2800" b="1" dirty="0">
                <a:solidFill>
                  <a:schemeClr val="bg1"/>
                </a:solidFill>
              </a:rPr>
              <a:t>gène respiratoire, douleur thoracique, angoisse  et agitation</a:t>
            </a:r>
          </a:p>
          <a:p>
            <a:pPr marL="0" indent="0">
              <a:buNone/>
            </a:pPr>
            <a:r>
              <a:rPr lang="fr-FR" sz="2800" b="1" dirty="0">
                <a:solidFill>
                  <a:srgbClr val="FFFF00"/>
                </a:solidFill>
              </a:rPr>
              <a:t>4-Accidents Allergiques</a:t>
            </a:r>
          </a:p>
        </p:txBody>
      </p:sp>
    </p:spTree>
    <p:extLst>
      <p:ext uri="{BB962C8B-B14F-4D97-AF65-F5344CB8AC3E}">
        <p14:creationId xmlns:p14="http://schemas.microsoft.com/office/powerpoint/2010/main" val="26584249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428A2358-FDF5-6EAD-DF29-C08228AB1638}"/>
              </a:ext>
            </a:extLst>
          </p:cNvPr>
          <p:cNvSpPr>
            <a:spLocks noGrp="1"/>
          </p:cNvSpPr>
          <p:nvPr>
            <p:ph type="title"/>
          </p:nvPr>
        </p:nvSpPr>
        <p:spPr>
          <a:xfrm>
            <a:off x="251520" y="24787"/>
            <a:ext cx="8435280" cy="883933"/>
          </a:xfrm>
          <a:noFill/>
        </p:spPr>
        <p:style>
          <a:lnRef idx="1">
            <a:schemeClr val="accent4"/>
          </a:lnRef>
          <a:fillRef idx="3">
            <a:schemeClr val="accent4"/>
          </a:fillRef>
          <a:effectRef idx="2">
            <a:schemeClr val="accent4"/>
          </a:effectRef>
          <a:fontRef idx="minor">
            <a:schemeClr val="lt1"/>
          </a:fontRef>
        </p:style>
        <p:txBody>
          <a:bodyPr>
            <a:normAutofit fontScale="90000"/>
          </a:bodyPr>
          <a:lstStyle/>
          <a:p>
            <a:pPr algn="ctr"/>
            <a:br>
              <a:rPr lang="fr-FR" sz="2800" b="1" i="1" u="sng" dirty="0">
                <a:solidFill>
                  <a:srgbClr val="FFFF00"/>
                </a:solidFill>
              </a:rPr>
            </a:br>
            <a:r>
              <a:rPr lang="fr-FR" sz="2800" b="1" i="1" u="sng" dirty="0">
                <a:solidFill>
                  <a:srgbClr val="FFFF00"/>
                </a:solidFill>
              </a:rPr>
              <a:t>IV/ACCIDENTS LOCO-REGIONAUX</a:t>
            </a:r>
            <a:br>
              <a:rPr lang="fr-FR" sz="2800" b="1" i="1" u="sng" dirty="0">
                <a:solidFill>
                  <a:srgbClr val="FFFF00"/>
                </a:solidFill>
              </a:rPr>
            </a:br>
            <a:endParaRPr lang="fr-FR" sz="2800" b="1" dirty="0">
              <a:solidFill>
                <a:srgbClr val="FFFF00"/>
              </a:solidFill>
            </a:endParaRPr>
          </a:p>
        </p:txBody>
      </p:sp>
      <p:sp>
        <p:nvSpPr>
          <p:cNvPr id="3" name="Espace réservé du contenu 2"/>
          <p:cNvSpPr>
            <a:spLocks noGrp="1"/>
          </p:cNvSpPr>
          <p:nvPr>
            <p:ph idx="1"/>
          </p:nvPr>
        </p:nvSpPr>
        <p:spPr>
          <a:xfrm>
            <a:off x="457200" y="908720"/>
            <a:ext cx="8229600" cy="5674642"/>
          </a:xfrm>
          <a:noFill/>
        </p:spPr>
        <p:style>
          <a:lnRef idx="3">
            <a:schemeClr val="lt1"/>
          </a:lnRef>
          <a:fillRef idx="1">
            <a:schemeClr val="accent4"/>
          </a:fillRef>
          <a:effectRef idx="1">
            <a:schemeClr val="accent4"/>
          </a:effectRef>
          <a:fontRef idx="minor">
            <a:schemeClr val="lt1"/>
          </a:fontRef>
        </p:style>
        <p:txBody>
          <a:bodyPr>
            <a:normAutofit/>
          </a:bodyPr>
          <a:lstStyle/>
          <a:p>
            <a:pPr marL="0" indent="0">
              <a:buNone/>
            </a:pPr>
            <a:r>
              <a:rPr lang="fr-FR" sz="2400" b="1" dirty="0">
                <a:solidFill>
                  <a:srgbClr val="FFFF00"/>
                </a:solidFill>
              </a:rPr>
              <a:t>1-Accidents infectieux</a:t>
            </a:r>
          </a:p>
          <a:p>
            <a:pPr>
              <a:buNone/>
            </a:pPr>
            <a:r>
              <a:rPr lang="fr-FR" sz="2400" dirty="0">
                <a:solidFill>
                  <a:schemeClr val="bg1"/>
                </a:solidFill>
              </a:rPr>
              <a:t>  </a:t>
            </a:r>
            <a:r>
              <a:rPr lang="fr-FR" sz="2400" b="1" dirty="0">
                <a:solidFill>
                  <a:schemeClr val="bg1"/>
                </a:solidFill>
              </a:rPr>
              <a:t>-Infections au point d’impact sont rares</a:t>
            </a:r>
          </a:p>
          <a:p>
            <a:pPr>
              <a:buNone/>
            </a:pPr>
            <a:r>
              <a:rPr lang="fr-FR" sz="2400" b="1" dirty="0">
                <a:solidFill>
                  <a:schemeClr val="bg1"/>
                </a:solidFill>
              </a:rPr>
              <a:t>  -Surviennent sur un terrain infecté</a:t>
            </a:r>
          </a:p>
          <a:p>
            <a:pPr marL="0" indent="0">
              <a:buNone/>
            </a:pPr>
            <a:r>
              <a:rPr lang="fr-FR" sz="2400" b="1" dirty="0">
                <a:solidFill>
                  <a:srgbClr val="FFFF00"/>
                </a:solidFill>
              </a:rPr>
              <a:t>2-Alvéolite </a:t>
            </a:r>
          </a:p>
          <a:p>
            <a:pPr>
              <a:buNone/>
            </a:pPr>
            <a:r>
              <a:rPr lang="fr-FR" sz="2400" dirty="0">
                <a:solidFill>
                  <a:schemeClr val="bg1"/>
                </a:solidFill>
              </a:rPr>
              <a:t>  -</a:t>
            </a:r>
            <a:r>
              <a:rPr lang="fr-FR" sz="2400" b="1" dirty="0">
                <a:solidFill>
                  <a:schemeClr val="bg1"/>
                </a:solidFill>
              </a:rPr>
              <a:t>Fréquente au cours d’une anesthésie locale</a:t>
            </a:r>
          </a:p>
          <a:p>
            <a:pPr>
              <a:buNone/>
            </a:pPr>
            <a:r>
              <a:rPr lang="fr-FR" sz="2400" b="1" dirty="0">
                <a:solidFill>
                  <a:schemeClr val="bg1"/>
                </a:solidFill>
              </a:rPr>
              <a:t>  - Rôle des vasoconstricteurs est mis en cause </a:t>
            </a:r>
          </a:p>
          <a:p>
            <a:pPr marL="0" indent="0">
              <a:buNone/>
            </a:pPr>
            <a:r>
              <a:rPr lang="fr-FR" sz="2400" b="1" dirty="0">
                <a:solidFill>
                  <a:srgbClr val="FFFF00"/>
                </a:solidFill>
              </a:rPr>
              <a:t>3-Nécrose muqueuse </a:t>
            </a:r>
            <a:r>
              <a:rPr lang="fr-FR" sz="2400" dirty="0">
                <a:solidFill>
                  <a:schemeClr val="bg1"/>
                </a:solidFill>
              </a:rPr>
              <a:t>:cas rare</a:t>
            </a:r>
          </a:p>
          <a:p>
            <a:pPr marL="0" indent="0">
              <a:buNone/>
            </a:pPr>
            <a:r>
              <a:rPr lang="fr-FR" sz="2400" b="1" dirty="0">
                <a:solidFill>
                  <a:srgbClr val="FFFF00"/>
                </a:solidFill>
              </a:rPr>
              <a:t>4-Lésions des tissus mous anesthésiés</a:t>
            </a:r>
          </a:p>
          <a:p>
            <a:pPr>
              <a:buNone/>
            </a:pPr>
            <a:r>
              <a:rPr lang="fr-FR" sz="2400" dirty="0">
                <a:solidFill>
                  <a:schemeClr val="bg1"/>
                </a:solidFill>
              </a:rPr>
              <a:t>  -</a:t>
            </a:r>
            <a:r>
              <a:rPr lang="fr-FR" sz="2400" b="1" dirty="0">
                <a:solidFill>
                  <a:schemeClr val="bg1"/>
                </a:solidFill>
              </a:rPr>
              <a:t>L’absence de sensibilité de la lèvre après une anesthésie locale ou locorégionale oblige à protéger les tissus mous des lésions ou brulures.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355CDD-7BAD-E908-912D-3DDAF1EE5201}"/>
            </a:ext>
          </a:extLst>
        </p:cNvPr>
        <p:cNvGrpSpPr/>
        <p:nvPr/>
      </p:nvGrpSpPr>
      <p:grpSpPr>
        <a:xfrm>
          <a:off x="0" y="0"/>
          <a:ext cx="0" cy="0"/>
          <a:chOff x="0" y="0"/>
          <a:chExt cx="0" cy="0"/>
        </a:xfrm>
      </p:grpSpPr>
      <p:sp>
        <p:nvSpPr>
          <p:cNvPr id="4" name="Titre 1">
            <a:extLst>
              <a:ext uri="{FF2B5EF4-FFF2-40B4-BE49-F238E27FC236}">
                <a16:creationId xmlns:a16="http://schemas.microsoft.com/office/drawing/2014/main" id="{509E276D-F8A1-506D-0E98-BD2BF92E6431}"/>
              </a:ext>
            </a:extLst>
          </p:cNvPr>
          <p:cNvSpPr>
            <a:spLocks noGrp="1"/>
          </p:cNvSpPr>
          <p:nvPr>
            <p:ph type="title"/>
          </p:nvPr>
        </p:nvSpPr>
        <p:spPr>
          <a:xfrm>
            <a:off x="251520" y="188640"/>
            <a:ext cx="8435280" cy="864096"/>
          </a:xfrm>
          <a:noFill/>
        </p:spPr>
        <p:style>
          <a:lnRef idx="1">
            <a:schemeClr val="accent4"/>
          </a:lnRef>
          <a:fillRef idx="3">
            <a:schemeClr val="accent4"/>
          </a:fillRef>
          <a:effectRef idx="2">
            <a:schemeClr val="accent4"/>
          </a:effectRef>
          <a:fontRef idx="minor">
            <a:schemeClr val="lt1"/>
          </a:fontRef>
        </p:style>
        <p:txBody>
          <a:bodyPr>
            <a:normAutofit fontScale="90000"/>
          </a:bodyPr>
          <a:lstStyle/>
          <a:p>
            <a:br>
              <a:rPr lang="fr-FR" sz="2800" b="1" i="1" u="sng" dirty="0">
                <a:solidFill>
                  <a:srgbClr val="FFFF00"/>
                </a:solidFill>
              </a:rPr>
            </a:br>
            <a:r>
              <a:rPr lang="fr-FR" sz="2800" b="1" i="1" u="sng" dirty="0">
                <a:solidFill>
                  <a:srgbClr val="FFFF00"/>
                </a:solidFill>
              </a:rPr>
              <a:t>V/SYMPTOMES DE L’INTOXICATION AUX ANESTHESIQUES LOCAUX </a:t>
            </a:r>
            <a:br>
              <a:rPr lang="fr-FR" sz="2800" b="1" i="1" u="sng" dirty="0">
                <a:solidFill>
                  <a:schemeClr val="tx1"/>
                </a:solidFill>
              </a:rPr>
            </a:br>
            <a:endParaRPr lang="fr-FR" sz="2800" b="1" dirty="0">
              <a:solidFill>
                <a:schemeClr val="tx1"/>
              </a:solidFill>
            </a:endParaRPr>
          </a:p>
        </p:txBody>
      </p:sp>
      <p:sp>
        <p:nvSpPr>
          <p:cNvPr id="3" name="Espace réservé du contenu 2">
            <a:extLst>
              <a:ext uri="{FF2B5EF4-FFF2-40B4-BE49-F238E27FC236}">
                <a16:creationId xmlns:a16="http://schemas.microsoft.com/office/drawing/2014/main" id="{5DD2046C-63D7-5AD3-69BB-DF342AD1FF08}"/>
              </a:ext>
            </a:extLst>
          </p:cNvPr>
          <p:cNvSpPr>
            <a:spLocks noGrp="1"/>
          </p:cNvSpPr>
          <p:nvPr>
            <p:ph idx="1"/>
          </p:nvPr>
        </p:nvSpPr>
        <p:spPr>
          <a:xfrm>
            <a:off x="251520" y="980728"/>
            <a:ext cx="8435280" cy="5602634"/>
          </a:xfrm>
          <a:noFill/>
        </p:spPr>
        <p:style>
          <a:lnRef idx="3">
            <a:schemeClr val="lt1"/>
          </a:lnRef>
          <a:fillRef idx="1">
            <a:schemeClr val="accent4"/>
          </a:fillRef>
          <a:effectRef idx="1">
            <a:schemeClr val="accent4"/>
          </a:effectRef>
          <a:fontRef idx="minor">
            <a:schemeClr val="lt1"/>
          </a:fontRef>
        </p:style>
        <p:txBody>
          <a:bodyPr>
            <a:normAutofit fontScale="70000" lnSpcReduction="20000"/>
          </a:bodyPr>
          <a:lstStyle/>
          <a:p>
            <a:pPr>
              <a:buNone/>
            </a:pPr>
            <a:r>
              <a:rPr lang="fr-FR" sz="3800" b="1" dirty="0">
                <a:solidFill>
                  <a:schemeClr val="bg1"/>
                </a:solidFill>
              </a:rPr>
              <a:t>Les accidents  sont dus  au surdosage ou à un  passage dans la circulation sanguine</a:t>
            </a:r>
          </a:p>
          <a:p>
            <a:pPr>
              <a:buNone/>
            </a:pPr>
            <a:r>
              <a:rPr lang="fr-FR" sz="3800" b="1" dirty="0">
                <a:solidFill>
                  <a:schemeClr val="bg1"/>
                </a:solidFill>
              </a:rPr>
              <a:t>La diffusion systémique d'un anesthésique local peut entrainer:</a:t>
            </a:r>
          </a:p>
          <a:p>
            <a:pPr>
              <a:buNone/>
            </a:pPr>
            <a:endParaRPr lang="fr-FR" sz="3800" b="1" dirty="0">
              <a:solidFill>
                <a:srgbClr val="FFFF00"/>
              </a:solidFill>
            </a:endParaRPr>
          </a:p>
          <a:p>
            <a:pPr>
              <a:buFont typeface="Wingdings" pitchFamily="2" charset="2"/>
              <a:buChar char="q"/>
            </a:pPr>
            <a:r>
              <a:rPr lang="fr-FR" sz="3800" b="1" dirty="0">
                <a:solidFill>
                  <a:srgbClr val="FFFF00"/>
                </a:solidFill>
              </a:rPr>
              <a:t>VASCULAIRES</a:t>
            </a:r>
            <a:r>
              <a:rPr lang="fr-FR" sz="3800" b="1" dirty="0">
                <a:solidFill>
                  <a:schemeClr val="bg1"/>
                </a:solidFill>
              </a:rPr>
              <a:t>: vasodilatation</a:t>
            </a:r>
          </a:p>
          <a:p>
            <a:pPr>
              <a:buFont typeface="Wingdings" pitchFamily="2" charset="2"/>
              <a:buChar char="q"/>
            </a:pPr>
            <a:endParaRPr lang="fr-FR" sz="3800" b="1" dirty="0">
              <a:solidFill>
                <a:srgbClr val="FFFF00"/>
              </a:solidFill>
            </a:endParaRPr>
          </a:p>
          <a:p>
            <a:pPr>
              <a:buClr>
                <a:srgbClr val="FFFF00"/>
              </a:buClr>
              <a:buFont typeface="Wingdings" pitchFamily="2" charset="2"/>
              <a:buChar char="q"/>
            </a:pPr>
            <a:r>
              <a:rPr lang="fr-FR" sz="3800" b="1" dirty="0">
                <a:solidFill>
                  <a:srgbClr val="FF0000"/>
                </a:solidFill>
              </a:rPr>
              <a:t> </a:t>
            </a:r>
            <a:r>
              <a:rPr lang="fr-FR" sz="3800" b="1" dirty="0">
                <a:solidFill>
                  <a:srgbClr val="FFFF00"/>
                </a:solidFill>
              </a:rPr>
              <a:t>CARDIAQUES</a:t>
            </a:r>
            <a:r>
              <a:rPr lang="fr-FR" sz="3800" b="1" dirty="0"/>
              <a:t>: diminution de la conduction et de la force de contraction se traduisant par une hypotension ou un choc.</a:t>
            </a:r>
          </a:p>
          <a:p>
            <a:pPr>
              <a:buNone/>
            </a:pPr>
            <a:endParaRPr lang="fr-FR" sz="3800" b="1" dirty="0"/>
          </a:p>
          <a:p>
            <a:pPr>
              <a:buClr>
                <a:srgbClr val="FFFF00"/>
              </a:buClr>
              <a:buFont typeface="Wingdings" pitchFamily="2" charset="2"/>
              <a:buChar char="q"/>
            </a:pPr>
            <a:r>
              <a:rPr lang="fr-FR" sz="3800" b="1" dirty="0">
                <a:solidFill>
                  <a:srgbClr val="FF0000"/>
                </a:solidFill>
              </a:rPr>
              <a:t>  </a:t>
            </a:r>
            <a:r>
              <a:rPr lang="fr-FR" sz="3800" b="1" dirty="0">
                <a:solidFill>
                  <a:srgbClr val="FFFF00"/>
                </a:solidFill>
              </a:rPr>
              <a:t>CHOC ANAPHYLACTIQUE </a:t>
            </a:r>
            <a:r>
              <a:rPr lang="fr-FR" sz="3800" b="1" dirty="0"/>
              <a:t>due </a:t>
            </a:r>
            <a:r>
              <a:rPr lang="fr-FR" sz="3800" b="1" dirty="0" err="1"/>
              <a:t>àHypersensibilité</a:t>
            </a:r>
            <a:r>
              <a:rPr lang="fr-FR" sz="3800" b="1" dirty="0"/>
              <a:t> à la molécule.</a:t>
            </a:r>
          </a:p>
          <a:p>
            <a:pPr>
              <a:buClr>
                <a:srgbClr val="FFFF00"/>
              </a:buClr>
              <a:buFont typeface="Wingdings" pitchFamily="2" charset="2"/>
              <a:buChar char="q"/>
            </a:pPr>
            <a:r>
              <a:rPr lang="fr-FR" sz="3800" b="1" dirty="0">
                <a:solidFill>
                  <a:srgbClr val="FF0000"/>
                </a:solidFill>
              </a:rPr>
              <a:t> </a:t>
            </a:r>
            <a:r>
              <a:rPr lang="fr-FR" sz="3800" b="1" dirty="0">
                <a:solidFill>
                  <a:srgbClr val="FFFF00"/>
                </a:solidFill>
              </a:rPr>
              <a:t>NEUROLOGIQUES</a:t>
            </a:r>
            <a:r>
              <a:rPr lang="fr-FR" sz="3800" b="1" dirty="0">
                <a:solidFill>
                  <a:srgbClr val="FF0000"/>
                </a:solidFill>
              </a:rPr>
              <a:t> </a:t>
            </a:r>
            <a:r>
              <a:rPr lang="fr-FR" sz="3800" b="1" dirty="0"/>
              <a:t>:convulsions</a:t>
            </a:r>
          </a:p>
          <a:p>
            <a:pPr>
              <a:buNone/>
            </a:pPr>
            <a:endParaRPr lang="fr-FR" sz="2400" dirty="0"/>
          </a:p>
          <a:p>
            <a:pPr>
              <a:buNone/>
            </a:pPr>
            <a:endParaRPr lang="fr-FR" sz="2400" dirty="0"/>
          </a:p>
          <a:p>
            <a:pPr marL="0" indent="0">
              <a:buNone/>
            </a:pPr>
            <a:endParaRPr lang="fr-FR" sz="2400" b="1" dirty="0">
              <a:solidFill>
                <a:schemeClr val="bg1"/>
              </a:solidFill>
            </a:endParaRPr>
          </a:p>
        </p:txBody>
      </p:sp>
    </p:spTree>
    <p:extLst>
      <p:ext uri="{BB962C8B-B14F-4D97-AF65-F5344CB8AC3E}">
        <p14:creationId xmlns:p14="http://schemas.microsoft.com/office/powerpoint/2010/main" val="30093471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A63921-446E-475D-3F1C-A8FCD8E0F74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A00C226-9618-5B6B-8EE8-6ECE773BF565}"/>
              </a:ext>
            </a:extLst>
          </p:cNvPr>
          <p:cNvSpPr>
            <a:spLocks noGrp="1"/>
          </p:cNvSpPr>
          <p:nvPr>
            <p:ph type="title"/>
          </p:nvPr>
        </p:nvSpPr>
        <p:spPr>
          <a:xfrm>
            <a:off x="179512" y="0"/>
            <a:ext cx="8640960" cy="1052736"/>
          </a:xfrm>
          <a:noFill/>
        </p:spPr>
        <p:style>
          <a:lnRef idx="1">
            <a:schemeClr val="accent4"/>
          </a:lnRef>
          <a:fillRef idx="3">
            <a:schemeClr val="accent4"/>
          </a:fillRef>
          <a:effectRef idx="2">
            <a:schemeClr val="accent4"/>
          </a:effectRef>
          <a:fontRef idx="minor">
            <a:schemeClr val="lt1"/>
          </a:fontRef>
        </p:style>
        <p:txBody>
          <a:bodyPr>
            <a:normAutofit fontScale="90000"/>
          </a:bodyPr>
          <a:lstStyle/>
          <a:p>
            <a:pPr algn="ctr"/>
            <a:br>
              <a:rPr lang="fr-FR" sz="2800" b="1" i="1" u="sng" dirty="0">
                <a:solidFill>
                  <a:schemeClr val="tx1"/>
                </a:solidFill>
              </a:rPr>
            </a:br>
            <a:r>
              <a:rPr lang="fr-FR" sz="2800" b="1" i="1" u="sng" dirty="0">
                <a:solidFill>
                  <a:srgbClr val="FFFF00"/>
                </a:solidFill>
              </a:rPr>
              <a:t>V/SYMPTOMES DE L’INTOXICATION AUX   ANESTHESIQUES LOCAUX </a:t>
            </a:r>
            <a:br>
              <a:rPr lang="fr-FR" sz="2800" b="1" i="1" u="sng" dirty="0">
                <a:solidFill>
                  <a:srgbClr val="FFFF00"/>
                </a:solidFill>
              </a:rPr>
            </a:br>
            <a:endParaRPr lang="fr-FR" sz="2800" b="1" dirty="0">
              <a:solidFill>
                <a:srgbClr val="FFFF00"/>
              </a:solidFill>
            </a:endParaRPr>
          </a:p>
        </p:txBody>
      </p:sp>
      <p:sp>
        <p:nvSpPr>
          <p:cNvPr id="3" name="Espace réservé du contenu 2">
            <a:extLst>
              <a:ext uri="{FF2B5EF4-FFF2-40B4-BE49-F238E27FC236}">
                <a16:creationId xmlns:a16="http://schemas.microsoft.com/office/drawing/2014/main" id="{B0516F7D-E129-2815-35B0-9621D2C00A19}"/>
              </a:ext>
            </a:extLst>
          </p:cNvPr>
          <p:cNvSpPr>
            <a:spLocks noGrp="1"/>
          </p:cNvSpPr>
          <p:nvPr>
            <p:ph idx="1"/>
          </p:nvPr>
        </p:nvSpPr>
        <p:spPr>
          <a:xfrm>
            <a:off x="179512" y="1052736"/>
            <a:ext cx="8507288" cy="5530626"/>
          </a:xfrm>
          <a:noFill/>
        </p:spPr>
        <p:style>
          <a:lnRef idx="3">
            <a:schemeClr val="lt1"/>
          </a:lnRef>
          <a:fillRef idx="1">
            <a:schemeClr val="accent4"/>
          </a:fillRef>
          <a:effectRef idx="1">
            <a:schemeClr val="accent4"/>
          </a:effectRef>
          <a:fontRef idx="minor">
            <a:schemeClr val="lt1"/>
          </a:fontRef>
        </p:style>
        <p:txBody>
          <a:bodyPr>
            <a:normAutofit/>
          </a:bodyPr>
          <a:lstStyle/>
          <a:p>
            <a:pPr>
              <a:buNone/>
            </a:pPr>
            <a:r>
              <a:rPr lang="fr-FR" sz="2400" b="1" dirty="0"/>
              <a:t>Crises convulsives sont annoncées par des signes subjectifs d’excitation :</a:t>
            </a:r>
          </a:p>
          <a:p>
            <a:pPr>
              <a:buFont typeface="Wingdings" pitchFamily="2" charset="2"/>
              <a:buChar char="Ø"/>
            </a:pPr>
            <a:r>
              <a:rPr lang="fr-FR" sz="2400" b="1" dirty="0"/>
              <a:t>Tremblements.</a:t>
            </a:r>
          </a:p>
          <a:p>
            <a:pPr>
              <a:buFont typeface="Wingdings" pitchFamily="2" charset="2"/>
              <a:buChar char="Ø"/>
            </a:pPr>
            <a:r>
              <a:rPr lang="fr-FR" sz="2400" b="1" dirty="0"/>
              <a:t> </a:t>
            </a:r>
            <a:r>
              <a:rPr lang="fr-FR" sz="2400" b="1" dirty="0" err="1"/>
              <a:t>logorrhé</a:t>
            </a:r>
            <a:r>
              <a:rPr lang="fr-FR" sz="2400" b="1" dirty="0"/>
              <a:t>. </a:t>
            </a:r>
          </a:p>
          <a:p>
            <a:pPr>
              <a:buFont typeface="Wingdings" pitchFamily="2" charset="2"/>
              <a:buChar char="Ø"/>
            </a:pPr>
            <a:r>
              <a:rPr lang="fr-FR" sz="2400" b="1" dirty="0"/>
              <a:t>goût métallique+++</a:t>
            </a:r>
          </a:p>
          <a:p>
            <a:pPr>
              <a:buFont typeface="Wingdings" pitchFamily="2" charset="2"/>
              <a:buChar char="Ø"/>
            </a:pPr>
            <a:r>
              <a:rPr lang="fr-FR" sz="2400" b="1" dirty="0"/>
              <a:t> troubles visuels.</a:t>
            </a:r>
          </a:p>
          <a:p>
            <a:pPr>
              <a:buFont typeface="Wingdings" pitchFamily="2" charset="2"/>
              <a:buChar char="Ø"/>
            </a:pPr>
            <a:r>
              <a:rPr lang="fr-FR" sz="2400" b="1" dirty="0"/>
              <a:t>acouphènes.</a:t>
            </a:r>
            <a:br>
              <a:rPr lang="fr-FR" sz="2400" b="1" dirty="0"/>
            </a:br>
            <a:r>
              <a:rPr lang="fr-FR" sz="2400" b="1" dirty="0"/>
              <a:t>Les convulsions sont suivies d’un coma avec apnée et hypoxie</a:t>
            </a:r>
            <a:r>
              <a:rPr lang="fr-FR" sz="2400" dirty="0"/>
              <a:t>.</a:t>
            </a:r>
          </a:p>
          <a:p>
            <a:pPr marL="0" indent="0">
              <a:buNone/>
            </a:pPr>
            <a:endParaRPr lang="fr-FR" sz="2400" b="1" dirty="0">
              <a:solidFill>
                <a:schemeClr val="bg1"/>
              </a:solidFill>
            </a:endParaRPr>
          </a:p>
        </p:txBody>
      </p:sp>
    </p:spTree>
    <p:extLst>
      <p:ext uri="{BB962C8B-B14F-4D97-AF65-F5344CB8AC3E}">
        <p14:creationId xmlns:p14="http://schemas.microsoft.com/office/powerpoint/2010/main" val="37218358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7504" y="252959"/>
            <a:ext cx="8579296" cy="799777"/>
          </a:xfrm>
          <a:noFill/>
        </p:spPr>
        <p:style>
          <a:lnRef idx="1">
            <a:schemeClr val="accent4"/>
          </a:lnRef>
          <a:fillRef idx="3">
            <a:schemeClr val="accent4"/>
          </a:fillRef>
          <a:effectRef idx="2">
            <a:schemeClr val="accent4"/>
          </a:effectRef>
          <a:fontRef idx="minor">
            <a:schemeClr val="lt1"/>
          </a:fontRef>
        </p:style>
        <p:txBody>
          <a:bodyPr>
            <a:normAutofit/>
          </a:bodyPr>
          <a:lstStyle/>
          <a:p>
            <a:pPr algn="ctr"/>
            <a:r>
              <a:rPr lang="fr-FR" sz="2400" b="1" dirty="0">
                <a:solidFill>
                  <a:srgbClr val="FFFF00"/>
                </a:solidFill>
              </a:rPr>
              <a:t>VI/RECOMMANDATIONS DE BASE EN MATIERE D’UTILISATION DES  ANESTHESIQUES LOCAUX</a:t>
            </a:r>
          </a:p>
        </p:txBody>
      </p:sp>
      <p:sp>
        <p:nvSpPr>
          <p:cNvPr id="3" name="Espace réservé du contenu 2"/>
          <p:cNvSpPr>
            <a:spLocks noGrp="1"/>
          </p:cNvSpPr>
          <p:nvPr>
            <p:ph idx="1"/>
          </p:nvPr>
        </p:nvSpPr>
        <p:spPr>
          <a:xfrm>
            <a:off x="107504" y="1052736"/>
            <a:ext cx="8579296" cy="5472608"/>
          </a:xfrm>
          <a:noFill/>
        </p:spPr>
        <p:style>
          <a:lnRef idx="3">
            <a:schemeClr val="lt1"/>
          </a:lnRef>
          <a:fillRef idx="1">
            <a:schemeClr val="accent4"/>
          </a:fillRef>
          <a:effectRef idx="1">
            <a:schemeClr val="accent4"/>
          </a:effectRef>
          <a:fontRef idx="minor">
            <a:schemeClr val="lt1"/>
          </a:fontRef>
        </p:style>
        <p:txBody>
          <a:bodyPr>
            <a:normAutofit lnSpcReduction="10000"/>
          </a:bodyPr>
          <a:lstStyle/>
          <a:p>
            <a:pPr>
              <a:buFont typeface="Wingdings" pitchFamily="2" charset="2"/>
              <a:buChar char="q"/>
            </a:pPr>
            <a:endParaRPr lang="fr-FR" sz="2000" dirty="0">
              <a:solidFill>
                <a:schemeClr val="bg1"/>
              </a:solidFill>
            </a:endParaRPr>
          </a:p>
          <a:p>
            <a:pPr marL="0" indent="0">
              <a:buNone/>
            </a:pPr>
            <a:r>
              <a:rPr lang="fr-FR" sz="2000" dirty="0">
                <a:solidFill>
                  <a:schemeClr val="bg1"/>
                </a:solidFill>
              </a:rPr>
              <a:t>1</a:t>
            </a:r>
            <a:r>
              <a:rPr lang="fr-FR" sz="2000" b="1" dirty="0">
                <a:solidFill>
                  <a:schemeClr val="bg1"/>
                </a:solidFill>
              </a:rPr>
              <a:t>/Donner à chaque fois que c’est possible la solution la moins concentrée et contenant un vasoconstricteur</a:t>
            </a:r>
          </a:p>
          <a:p>
            <a:pPr>
              <a:buFont typeface="Wingdings" pitchFamily="2" charset="2"/>
              <a:buChar char="q"/>
            </a:pPr>
            <a:endParaRPr lang="fr-FR" sz="2000" b="1" dirty="0">
              <a:solidFill>
                <a:schemeClr val="bg1"/>
              </a:solidFill>
            </a:endParaRPr>
          </a:p>
          <a:p>
            <a:pPr marL="0" indent="0">
              <a:buNone/>
            </a:pPr>
            <a:r>
              <a:rPr lang="fr-FR" sz="2000" b="1" dirty="0">
                <a:solidFill>
                  <a:schemeClr val="bg1"/>
                </a:solidFill>
              </a:rPr>
              <a:t>2/Injecter la solution lentement et pratiquer une aspiration pour vérifier que l’injection n’est pas en intravasculaire</a:t>
            </a:r>
          </a:p>
          <a:p>
            <a:pPr>
              <a:buFont typeface="Wingdings" pitchFamily="2" charset="2"/>
              <a:buChar char="q"/>
            </a:pPr>
            <a:endParaRPr lang="fr-FR" sz="2000" b="1" dirty="0">
              <a:solidFill>
                <a:schemeClr val="bg1"/>
              </a:solidFill>
            </a:endParaRPr>
          </a:p>
          <a:p>
            <a:pPr marL="0" indent="0">
              <a:buNone/>
            </a:pPr>
            <a:r>
              <a:rPr lang="fr-FR" sz="2000" b="1" dirty="0">
                <a:solidFill>
                  <a:schemeClr val="bg1"/>
                </a:solidFill>
              </a:rPr>
              <a:t>3/Surveiller le patient pendant l’injection et les 30minutes qui la suivent pour détecter précocement tout signe d’alerte</a:t>
            </a:r>
          </a:p>
          <a:p>
            <a:pPr>
              <a:buFont typeface="Wingdings" pitchFamily="2" charset="2"/>
              <a:buChar char="q"/>
            </a:pPr>
            <a:endParaRPr lang="fr-FR" sz="2000" b="1" dirty="0">
              <a:solidFill>
                <a:schemeClr val="bg1"/>
              </a:solidFill>
            </a:endParaRPr>
          </a:p>
          <a:p>
            <a:pPr marL="0" indent="0">
              <a:buNone/>
            </a:pPr>
            <a:r>
              <a:rPr lang="fr-FR" sz="2000" b="1" dirty="0">
                <a:solidFill>
                  <a:schemeClr val="bg1"/>
                </a:solidFill>
              </a:rPr>
              <a:t>4/Devant tout signe d’alerte , arrêter l’injection et surveiller les 3 grandes fonctions </a:t>
            </a:r>
          </a:p>
          <a:p>
            <a:pPr marL="0" indent="0">
              <a:buNone/>
            </a:pPr>
            <a:endParaRPr lang="fr-FR" sz="2000" b="1" dirty="0">
              <a:solidFill>
                <a:schemeClr val="bg1"/>
              </a:solidFill>
            </a:endParaRPr>
          </a:p>
          <a:p>
            <a:pPr marL="0" indent="0">
              <a:buNone/>
            </a:pPr>
            <a:r>
              <a:rPr lang="fr-FR" sz="2000" b="1" dirty="0">
                <a:solidFill>
                  <a:schemeClr val="bg1"/>
                </a:solidFill>
              </a:rPr>
              <a:t>5/Le stress du patient doit être considérée comme facteur de risque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CE9F9-BFCD-FB4A-B918-F418C9F5EBC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6DEA87C-0598-FD4B-C62A-1ADA0BDA47C9}"/>
              </a:ext>
            </a:extLst>
          </p:cNvPr>
          <p:cNvSpPr>
            <a:spLocks noGrp="1"/>
          </p:cNvSpPr>
          <p:nvPr>
            <p:ph type="title"/>
          </p:nvPr>
        </p:nvSpPr>
        <p:spPr>
          <a:xfrm>
            <a:off x="107504" y="252959"/>
            <a:ext cx="8579296" cy="799777"/>
          </a:xfrm>
          <a:noFill/>
        </p:spPr>
        <p:style>
          <a:lnRef idx="1">
            <a:schemeClr val="accent4"/>
          </a:lnRef>
          <a:fillRef idx="3">
            <a:schemeClr val="accent4"/>
          </a:fillRef>
          <a:effectRef idx="2">
            <a:schemeClr val="accent4"/>
          </a:effectRef>
          <a:fontRef idx="minor">
            <a:schemeClr val="lt1"/>
          </a:fontRef>
        </p:style>
        <p:txBody>
          <a:bodyPr>
            <a:normAutofit/>
          </a:bodyPr>
          <a:lstStyle/>
          <a:p>
            <a:pPr algn="ctr"/>
            <a:r>
              <a:rPr lang="fr-FR" sz="2400" b="1" dirty="0" err="1">
                <a:solidFill>
                  <a:srgbClr val="FFFF00"/>
                </a:solidFill>
              </a:rPr>
              <a:t>ViI</a:t>
            </a:r>
            <a:r>
              <a:rPr lang="fr-FR" sz="2400" b="1" dirty="0">
                <a:solidFill>
                  <a:srgbClr val="FFFF00"/>
                </a:solidFill>
              </a:rPr>
              <a:t>/CONCLUSION</a:t>
            </a:r>
          </a:p>
        </p:txBody>
      </p:sp>
      <p:sp>
        <p:nvSpPr>
          <p:cNvPr id="3" name="Espace réservé du contenu 2">
            <a:extLst>
              <a:ext uri="{FF2B5EF4-FFF2-40B4-BE49-F238E27FC236}">
                <a16:creationId xmlns:a16="http://schemas.microsoft.com/office/drawing/2014/main" id="{F67BD901-F5CB-247F-D91D-5E2798B41930}"/>
              </a:ext>
            </a:extLst>
          </p:cNvPr>
          <p:cNvSpPr>
            <a:spLocks noGrp="1"/>
          </p:cNvSpPr>
          <p:nvPr>
            <p:ph idx="1"/>
          </p:nvPr>
        </p:nvSpPr>
        <p:spPr>
          <a:xfrm>
            <a:off x="107504" y="1052736"/>
            <a:ext cx="8579296" cy="5472608"/>
          </a:xfrm>
          <a:noFill/>
        </p:spPr>
        <p:style>
          <a:lnRef idx="3">
            <a:schemeClr val="lt1"/>
          </a:lnRef>
          <a:fillRef idx="1">
            <a:schemeClr val="accent4"/>
          </a:fillRef>
          <a:effectRef idx="1">
            <a:schemeClr val="accent4"/>
          </a:effectRef>
          <a:fontRef idx="minor">
            <a:schemeClr val="lt1"/>
          </a:fontRef>
        </p:style>
        <p:txBody>
          <a:bodyPr>
            <a:normAutofit/>
          </a:bodyPr>
          <a:lstStyle/>
          <a:p>
            <a:pPr>
              <a:buFont typeface="Wingdings" pitchFamily="2" charset="2"/>
              <a:buChar char="q"/>
            </a:pPr>
            <a:r>
              <a:rPr lang="fr-FR" b="1" dirty="0">
                <a:latin typeface="Calibri" panose="020F0502020204030204" pitchFamily="34" charset="0"/>
                <a:ea typeface="Calibri" panose="020F0502020204030204" pitchFamily="34" charset="0"/>
                <a:cs typeface="Calibri" panose="020F0502020204030204" pitchFamily="34" charset="0"/>
              </a:rPr>
              <a:t>Les accidents et incidents aux anesthésiques locaux  bien que rares, peuvent avoir des conséquences graves et  mettre en jeu le pronostic vital des patients </a:t>
            </a:r>
          </a:p>
          <a:p>
            <a:pPr>
              <a:buFont typeface="Wingdings" pitchFamily="2" charset="2"/>
              <a:buChar char="q"/>
            </a:pPr>
            <a:endParaRPr lang="fr-FR" b="1" dirty="0">
              <a:latin typeface="Calibri" panose="020F0502020204030204" pitchFamily="34" charset="0"/>
              <a:ea typeface="Calibri" panose="020F0502020204030204" pitchFamily="34" charset="0"/>
              <a:cs typeface="Calibri" panose="020F0502020204030204" pitchFamily="34" charset="0"/>
            </a:endParaRPr>
          </a:p>
          <a:p>
            <a:pPr>
              <a:buFont typeface="Wingdings" pitchFamily="2" charset="2"/>
              <a:buChar char="q"/>
            </a:pPr>
            <a:r>
              <a:rPr lang="fr-FR" b="1" dirty="0">
                <a:latin typeface="Calibri" panose="020F0502020204030204" pitchFamily="34" charset="0"/>
                <a:ea typeface="Calibri" panose="020F0502020204030204" pitchFamily="34" charset="0"/>
                <a:cs typeface="Calibri" panose="020F0502020204030204" pitchFamily="34" charset="0"/>
              </a:rPr>
              <a:t>Ces complications peuvent être  locales , générales ou locorégionales </a:t>
            </a:r>
          </a:p>
          <a:p>
            <a:pPr>
              <a:buFont typeface="Wingdings" pitchFamily="2" charset="2"/>
              <a:buChar char="q"/>
            </a:pPr>
            <a:endParaRPr lang="fr-FR" b="1" dirty="0">
              <a:latin typeface="Calibri" panose="020F0502020204030204" pitchFamily="34" charset="0"/>
              <a:ea typeface="Calibri" panose="020F0502020204030204" pitchFamily="34" charset="0"/>
              <a:cs typeface="Calibri" panose="020F0502020204030204" pitchFamily="34" charset="0"/>
            </a:endParaRPr>
          </a:p>
          <a:p>
            <a:pPr>
              <a:buFont typeface="Wingdings" pitchFamily="2" charset="2"/>
              <a:buChar char="q"/>
            </a:pPr>
            <a:r>
              <a:rPr lang="fr-FR" b="1" dirty="0">
                <a:latin typeface="Calibri" panose="020F0502020204030204" pitchFamily="34" charset="0"/>
                <a:ea typeface="Calibri" panose="020F0502020204030204" pitchFamily="34" charset="0"/>
                <a:cs typeface="Calibri" panose="020F0502020204030204" pitchFamily="34" charset="0"/>
              </a:rPr>
              <a:t>Ces complications peuvent se manifester sous forme  de réactions allergiques, de toxicités systémiques (cardiaques et neurologiques).</a:t>
            </a:r>
          </a:p>
          <a:p>
            <a:pPr>
              <a:buFont typeface="Wingdings" pitchFamily="2" charset="2"/>
              <a:buChar char="q"/>
            </a:pPr>
            <a:endParaRPr lang="fr-FR" b="1" dirty="0">
              <a:latin typeface="Calibri" panose="020F0502020204030204" pitchFamily="34" charset="0"/>
              <a:ea typeface="Calibri" panose="020F0502020204030204" pitchFamily="34" charset="0"/>
              <a:cs typeface="Calibri" panose="020F0502020204030204" pitchFamily="34" charset="0"/>
            </a:endParaRPr>
          </a:p>
          <a:p>
            <a:pPr>
              <a:buFont typeface="Wingdings" pitchFamily="2" charset="2"/>
              <a:buChar char="q"/>
            </a:pPr>
            <a:r>
              <a:rPr lang="fr-FR" b="1" dirty="0">
                <a:latin typeface="Calibri" panose="020F0502020204030204" pitchFamily="34" charset="0"/>
                <a:ea typeface="Calibri" panose="020F0502020204030204" pitchFamily="34" charset="0"/>
                <a:cs typeface="Calibri" panose="020F0502020204030204" pitchFamily="34" charset="0"/>
              </a:rPr>
              <a:t>. La prévention repose sur une connaissance approfondie des produits utilisés, le respect strict des doses maximales, la technique d’injection appropriée et une surveillance attentive du patient.</a:t>
            </a:r>
            <a:endParaRPr lang="fr-FR" sz="20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11205644"/>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Intégral">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Inté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é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blipFill rotWithShape="1">
          <a:blip xmlns:r="http://schemas.openxmlformats.org/officeDocument/2006/relationships" r:embed="rId1">
            <a:duotone>
              <a:schemeClr val="phClr">
                <a:tint val="98000"/>
              </a:schemeClr>
              <a:schemeClr val="phClr">
                <a:shade val="89000"/>
                <a:satMod val="145000"/>
              </a:schemeClr>
            </a:duotone>
          </a:blip>
          <a:tile tx="0" ty="0" sx="32000" sy="32000" flip="none" algn="tl"/>
        </a:blipFill>
        <a:blipFill rotWithShape="1">
          <a:blip xmlns:r="http://schemas.openxmlformats.org/officeDocument/2006/relationships" r:embed="rId2">
            <a:duotone>
              <a:schemeClr val="phClr">
                <a:tint val="98000"/>
              </a:schemeClr>
              <a:schemeClr val="phClr">
                <a:shade val="95000"/>
              </a:schemeClr>
            </a:duotone>
          </a:blip>
          <a:tile tx="0" ty="0" sx="32000" sy="32000" flip="none" algn="tl"/>
        </a:blipFill>
      </a:bgFillStyleLst>
    </a:fmtScheme>
  </a:themeElements>
  <a:objectDefaults/>
  <a:extraClrSchemeLst/>
  <a:extLst>
    <a:ext uri="{05A4C25C-085E-4340-85A3-A5531E510DB2}">
      <thm15:themeFamily xmlns:thm15="http://schemas.microsoft.com/office/thememl/2012/main" name="Integral" id="{3577F8C9-A904-41D8-97D2-FD898F53F20E}" vid="{090DCB5F-146D-478A-852A-34B16FE9F3A8}"/>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0</TotalTime>
  <Words>747</Words>
  <Application>Microsoft Office PowerPoint</Application>
  <PresentationFormat>Affichage à l'écran (4:3)</PresentationFormat>
  <Paragraphs>106</Paragraphs>
  <Slides>13</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13</vt:i4>
      </vt:variant>
    </vt:vector>
  </HeadingPairs>
  <TitlesOfParts>
    <vt:vector size="19" baseType="lpstr">
      <vt:lpstr>Calibri</vt:lpstr>
      <vt:lpstr>Tw Cen MT</vt:lpstr>
      <vt:lpstr>Tw Cen MT Condensed</vt:lpstr>
      <vt:lpstr>Wingdings</vt:lpstr>
      <vt:lpstr>Wingdings 3</vt:lpstr>
      <vt:lpstr>Intégral</vt:lpstr>
      <vt:lpstr>Présentation PowerPoint</vt:lpstr>
      <vt:lpstr>I/PLAN </vt:lpstr>
      <vt:lpstr>I/INTRODUCTION </vt:lpstr>
      <vt:lpstr>II/ACCIDENTS LOCAUX </vt:lpstr>
      <vt:lpstr>II/ACCIDENTS LOCAUX </vt:lpstr>
      <vt:lpstr>II/ACCIDENTS LOCAUX </vt:lpstr>
      <vt:lpstr>                     III/ACCIDENTS GENERAUX </vt:lpstr>
      <vt:lpstr>III/ACCIDENTS GENERAUX </vt:lpstr>
      <vt:lpstr> IV/ACCIDENTS LOCO-REGIONAUX </vt:lpstr>
      <vt:lpstr> V/SYMPTOMES DE L’INTOXICATION AUX ANESTHESIQUES LOCAUX  </vt:lpstr>
      <vt:lpstr> V/SYMPTOMES DE L’INTOXICATION AUX   ANESTHESIQUES LOCAUX  </vt:lpstr>
      <vt:lpstr>VI/RECOMMANDATIONS DE BASE EN MATIERE D’UTILISATION DES  ANESTHESIQUES LOCAUX</vt:lpstr>
      <vt:lpstr>ViI/CONCLUSION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ACCIDENTS ET INCIDENTS DE L’ANESTHESIE LOCALE  ET LOCO REGIONALE</dc:title>
  <dc:creator>MOHAMED</dc:creator>
  <cp:lastModifiedBy>lenovo</cp:lastModifiedBy>
  <cp:revision>29</cp:revision>
  <dcterms:created xsi:type="dcterms:W3CDTF">2015-04-06T18:31:49Z</dcterms:created>
  <dcterms:modified xsi:type="dcterms:W3CDTF">2025-06-14T10:52:37Z</dcterms:modified>
</cp:coreProperties>
</file>