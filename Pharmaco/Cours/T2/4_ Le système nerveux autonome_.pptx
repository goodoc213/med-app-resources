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ags/tag1.xml" ContentType="application/vnd.openxmlformats-officedocument.presentationml.tags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tags/tag2.xml" ContentType="application/vnd.openxmlformats-officedocument.presentationml.tags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80" r:id="rId10"/>
    <p:sldId id="265" r:id="rId11"/>
    <p:sldId id="266" r:id="rId12"/>
    <p:sldId id="281" r:id="rId13"/>
    <p:sldId id="282" r:id="rId14"/>
    <p:sldId id="260" r:id="rId15"/>
    <p:sldId id="283" r:id="rId16"/>
    <p:sldId id="267" r:id="rId17"/>
    <p:sldId id="268" r:id="rId18"/>
    <p:sldId id="269" r:id="rId19"/>
    <p:sldId id="270" r:id="rId20"/>
    <p:sldId id="271" r:id="rId21"/>
    <p:sldId id="273" r:id="rId22"/>
    <p:sldId id="274" r:id="rId23"/>
    <p:sldId id="275" r:id="rId24"/>
    <p:sldId id="278" r:id="rId25"/>
    <p:sldId id="276" r:id="rId26"/>
    <p:sldId id="277" r:id="rId27"/>
    <p:sldId id="279" r:id="rId28"/>
    <p:sldId id="302" r:id="rId29"/>
    <p:sldId id="303" r:id="rId30"/>
    <p:sldId id="304" r:id="rId31"/>
    <p:sldId id="305" r:id="rId32"/>
    <p:sldId id="307" r:id="rId33"/>
    <p:sldId id="309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00" r:id="rId4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8" Type="http://schemas.openxmlformats.org/officeDocument/2006/relationships/slide" Target="slides/slide7.xml" /><Relationship Id="rId51" Type="http://schemas.openxmlformats.org/officeDocument/2006/relationships/viewProps" Target="viewProps.xml" 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B9D6D0-656C-45B9-BA5E-130AEC269B9B}" type="doc">
      <dgm:prSet loTypeId="urn:microsoft.com/office/officeart/2005/8/layout/equation2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F93DD626-EC64-45B0-AF47-8756603F2910}">
      <dgm:prSet phldrT="[Texte]" custT="1"/>
      <dgm:spPr/>
      <dgm:t>
        <a:bodyPr/>
        <a:lstStyle/>
        <a:p>
          <a:r>
            <a:rPr lang="fr-FR" sz="1400" dirty="0"/>
            <a:t>sympathique</a:t>
          </a:r>
        </a:p>
      </dgm:t>
    </dgm:pt>
    <dgm:pt modelId="{C89DB52F-7040-4244-BD8A-EC08EB826117}" type="parTrans" cxnId="{15C4B42F-1593-4B01-A0F6-487C0AA4C9B8}">
      <dgm:prSet/>
      <dgm:spPr/>
      <dgm:t>
        <a:bodyPr/>
        <a:lstStyle/>
        <a:p>
          <a:endParaRPr lang="fr-FR"/>
        </a:p>
      </dgm:t>
    </dgm:pt>
    <dgm:pt modelId="{3A74CA45-192B-4D06-BB8C-48A110F86193}" type="sibTrans" cxnId="{15C4B42F-1593-4B01-A0F6-487C0AA4C9B8}">
      <dgm:prSet/>
      <dgm:spPr/>
      <dgm:t>
        <a:bodyPr/>
        <a:lstStyle/>
        <a:p>
          <a:endParaRPr lang="fr-FR"/>
        </a:p>
      </dgm:t>
    </dgm:pt>
    <dgm:pt modelId="{3ED21AB8-1139-4EE8-B6FD-757578FB75AC}">
      <dgm:prSet phldrT="[Texte]" custT="1"/>
      <dgm:spPr/>
      <dgm:t>
        <a:bodyPr/>
        <a:lstStyle/>
        <a:p>
          <a:r>
            <a:rPr lang="fr-FR" sz="1400" dirty="0"/>
            <a:t>parasympathique</a:t>
          </a:r>
        </a:p>
      </dgm:t>
    </dgm:pt>
    <dgm:pt modelId="{3C77C31C-8412-404C-98B7-8CF88BE26436}" type="parTrans" cxnId="{14C7F0F1-353A-476F-BB30-41124F95DE02}">
      <dgm:prSet/>
      <dgm:spPr/>
      <dgm:t>
        <a:bodyPr/>
        <a:lstStyle/>
        <a:p>
          <a:endParaRPr lang="fr-FR"/>
        </a:p>
      </dgm:t>
    </dgm:pt>
    <dgm:pt modelId="{75A3CDC5-0869-47F3-960B-9E9C3F87094D}" type="sibTrans" cxnId="{14C7F0F1-353A-476F-BB30-41124F95DE02}">
      <dgm:prSet/>
      <dgm:spPr/>
      <dgm:t>
        <a:bodyPr/>
        <a:lstStyle/>
        <a:p>
          <a:endParaRPr lang="fr-FR"/>
        </a:p>
      </dgm:t>
    </dgm:pt>
    <dgm:pt modelId="{A0905D15-B13E-4054-90D8-E69A3C1B4A26}">
      <dgm:prSet phldrT="[Texte]"/>
      <dgm:spPr/>
      <dgm:t>
        <a:bodyPr/>
        <a:lstStyle/>
        <a:p>
          <a:r>
            <a:rPr lang="fr-FR" dirty="0"/>
            <a:t>Autonome </a:t>
          </a:r>
        </a:p>
      </dgm:t>
    </dgm:pt>
    <dgm:pt modelId="{564F8AEF-2C62-49B2-81B0-1AFF582A0BC9}" type="parTrans" cxnId="{402E0A75-9CE1-4502-B3B0-C7C2BBEDF96E}">
      <dgm:prSet/>
      <dgm:spPr/>
      <dgm:t>
        <a:bodyPr/>
        <a:lstStyle/>
        <a:p>
          <a:endParaRPr lang="fr-FR"/>
        </a:p>
      </dgm:t>
    </dgm:pt>
    <dgm:pt modelId="{C09600D2-FBEA-4655-9191-4EB5541AC7FA}" type="sibTrans" cxnId="{402E0A75-9CE1-4502-B3B0-C7C2BBEDF96E}">
      <dgm:prSet/>
      <dgm:spPr/>
      <dgm:t>
        <a:bodyPr/>
        <a:lstStyle/>
        <a:p>
          <a:endParaRPr lang="fr-FR"/>
        </a:p>
      </dgm:t>
    </dgm:pt>
    <dgm:pt modelId="{8370E076-F8FC-4FC8-8538-E8A69396C14C}" type="pres">
      <dgm:prSet presAssocID="{9DB9D6D0-656C-45B9-BA5E-130AEC269B9B}" presName="Name0" presStyleCnt="0">
        <dgm:presLayoutVars>
          <dgm:dir/>
          <dgm:resizeHandles val="exact"/>
        </dgm:presLayoutVars>
      </dgm:prSet>
      <dgm:spPr/>
    </dgm:pt>
    <dgm:pt modelId="{3138E0B8-BDCB-4021-8F3D-6CD3C4B46239}" type="pres">
      <dgm:prSet presAssocID="{9DB9D6D0-656C-45B9-BA5E-130AEC269B9B}" presName="vNodes" presStyleCnt="0"/>
      <dgm:spPr/>
    </dgm:pt>
    <dgm:pt modelId="{629A1180-4BA3-4B4D-9985-DD5552492027}" type="pres">
      <dgm:prSet presAssocID="{F93DD626-EC64-45B0-AF47-8756603F2910}" presName="node" presStyleLbl="node1" presStyleIdx="0" presStyleCnt="3">
        <dgm:presLayoutVars>
          <dgm:bulletEnabled val="1"/>
        </dgm:presLayoutVars>
      </dgm:prSet>
      <dgm:spPr/>
    </dgm:pt>
    <dgm:pt modelId="{72B1FA51-FD7E-46FE-B963-FA34E7C5D35E}" type="pres">
      <dgm:prSet presAssocID="{3A74CA45-192B-4D06-BB8C-48A110F86193}" presName="spacerT" presStyleCnt="0"/>
      <dgm:spPr/>
    </dgm:pt>
    <dgm:pt modelId="{E4DA2C61-4127-4E08-8B9A-B2A11D0A7C52}" type="pres">
      <dgm:prSet presAssocID="{3A74CA45-192B-4D06-BB8C-48A110F86193}" presName="sibTrans" presStyleLbl="sibTrans2D1" presStyleIdx="0" presStyleCnt="2"/>
      <dgm:spPr/>
    </dgm:pt>
    <dgm:pt modelId="{F6372C4A-7AA5-4E77-95DD-AF552BEE9F0F}" type="pres">
      <dgm:prSet presAssocID="{3A74CA45-192B-4D06-BB8C-48A110F86193}" presName="spacerB" presStyleCnt="0"/>
      <dgm:spPr/>
    </dgm:pt>
    <dgm:pt modelId="{71E3E822-5830-4981-8DFE-C4DD4298C0B1}" type="pres">
      <dgm:prSet presAssocID="{3ED21AB8-1139-4EE8-B6FD-757578FB75AC}" presName="node" presStyleLbl="node1" presStyleIdx="1" presStyleCnt="3">
        <dgm:presLayoutVars>
          <dgm:bulletEnabled val="1"/>
        </dgm:presLayoutVars>
      </dgm:prSet>
      <dgm:spPr/>
    </dgm:pt>
    <dgm:pt modelId="{3C10619A-AF2C-4C0E-A294-75DA4DB4174A}" type="pres">
      <dgm:prSet presAssocID="{9DB9D6D0-656C-45B9-BA5E-130AEC269B9B}" presName="sibTransLast" presStyleLbl="sibTrans2D1" presStyleIdx="1" presStyleCnt="2"/>
      <dgm:spPr/>
    </dgm:pt>
    <dgm:pt modelId="{1409240B-1CB1-4AB3-AFED-A383E9E56320}" type="pres">
      <dgm:prSet presAssocID="{9DB9D6D0-656C-45B9-BA5E-130AEC269B9B}" presName="connectorText" presStyleLbl="sibTrans2D1" presStyleIdx="1" presStyleCnt="2"/>
      <dgm:spPr/>
    </dgm:pt>
    <dgm:pt modelId="{6F1AB88A-1401-47C0-AD44-CC9E91EDBD7D}" type="pres">
      <dgm:prSet presAssocID="{9DB9D6D0-656C-45B9-BA5E-130AEC269B9B}" presName="lastNode" presStyleLbl="node1" presStyleIdx="2" presStyleCnt="3" custScaleX="80000" custScaleY="68679">
        <dgm:presLayoutVars>
          <dgm:bulletEnabled val="1"/>
        </dgm:presLayoutVars>
      </dgm:prSet>
      <dgm:spPr/>
    </dgm:pt>
  </dgm:ptLst>
  <dgm:cxnLst>
    <dgm:cxn modelId="{0E2DE509-DAA5-4232-9BD2-42A9D01F5B7A}" type="presOf" srcId="{75A3CDC5-0869-47F3-960B-9E9C3F87094D}" destId="{1409240B-1CB1-4AB3-AFED-A383E9E56320}" srcOrd="1" destOrd="0" presId="urn:microsoft.com/office/officeart/2005/8/layout/equation2"/>
    <dgm:cxn modelId="{70E18119-46FD-47D3-BC6A-AD89A5219C70}" type="presOf" srcId="{9DB9D6D0-656C-45B9-BA5E-130AEC269B9B}" destId="{8370E076-F8FC-4FC8-8538-E8A69396C14C}" srcOrd="0" destOrd="0" presId="urn:microsoft.com/office/officeart/2005/8/layout/equation2"/>
    <dgm:cxn modelId="{E1CFC61B-BF8E-477B-A002-F458D9E8FADD}" type="presOf" srcId="{3A74CA45-192B-4D06-BB8C-48A110F86193}" destId="{E4DA2C61-4127-4E08-8B9A-B2A11D0A7C52}" srcOrd="0" destOrd="0" presId="urn:microsoft.com/office/officeart/2005/8/layout/equation2"/>
    <dgm:cxn modelId="{15C4B42F-1593-4B01-A0F6-487C0AA4C9B8}" srcId="{9DB9D6D0-656C-45B9-BA5E-130AEC269B9B}" destId="{F93DD626-EC64-45B0-AF47-8756603F2910}" srcOrd="0" destOrd="0" parTransId="{C89DB52F-7040-4244-BD8A-EC08EB826117}" sibTransId="{3A74CA45-192B-4D06-BB8C-48A110F86193}"/>
    <dgm:cxn modelId="{402E0A75-9CE1-4502-B3B0-C7C2BBEDF96E}" srcId="{9DB9D6D0-656C-45B9-BA5E-130AEC269B9B}" destId="{A0905D15-B13E-4054-90D8-E69A3C1B4A26}" srcOrd="2" destOrd="0" parTransId="{564F8AEF-2C62-49B2-81B0-1AFF582A0BC9}" sibTransId="{C09600D2-FBEA-4655-9191-4EB5541AC7FA}"/>
    <dgm:cxn modelId="{786C6F57-7DE3-4EDE-9209-7B93AF2D4E2B}" type="presOf" srcId="{A0905D15-B13E-4054-90D8-E69A3C1B4A26}" destId="{6F1AB88A-1401-47C0-AD44-CC9E91EDBD7D}" srcOrd="0" destOrd="0" presId="urn:microsoft.com/office/officeart/2005/8/layout/equation2"/>
    <dgm:cxn modelId="{51A41FC0-1DA7-48C6-8F32-D2B3186D48C7}" type="presOf" srcId="{75A3CDC5-0869-47F3-960B-9E9C3F87094D}" destId="{3C10619A-AF2C-4C0E-A294-75DA4DB4174A}" srcOrd="0" destOrd="0" presId="urn:microsoft.com/office/officeart/2005/8/layout/equation2"/>
    <dgm:cxn modelId="{19468FC1-1C49-486D-8CC2-A2CEB46C417F}" type="presOf" srcId="{3ED21AB8-1139-4EE8-B6FD-757578FB75AC}" destId="{71E3E822-5830-4981-8DFE-C4DD4298C0B1}" srcOrd="0" destOrd="0" presId="urn:microsoft.com/office/officeart/2005/8/layout/equation2"/>
    <dgm:cxn modelId="{C1306AC2-7832-4286-BC40-3CE8A6892D1D}" type="presOf" srcId="{F93DD626-EC64-45B0-AF47-8756603F2910}" destId="{629A1180-4BA3-4B4D-9985-DD5552492027}" srcOrd="0" destOrd="0" presId="urn:microsoft.com/office/officeart/2005/8/layout/equation2"/>
    <dgm:cxn modelId="{14C7F0F1-353A-476F-BB30-41124F95DE02}" srcId="{9DB9D6D0-656C-45B9-BA5E-130AEC269B9B}" destId="{3ED21AB8-1139-4EE8-B6FD-757578FB75AC}" srcOrd="1" destOrd="0" parTransId="{3C77C31C-8412-404C-98B7-8CF88BE26436}" sibTransId="{75A3CDC5-0869-47F3-960B-9E9C3F87094D}"/>
    <dgm:cxn modelId="{A1F0861B-C8DA-4176-8424-411A34442F21}" type="presParOf" srcId="{8370E076-F8FC-4FC8-8538-E8A69396C14C}" destId="{3138E0B8-BDCB-4021-8F3D-6CD3C4B46239}" srcOrd="0" destOrd="0" presId="urn:microsoft.com/office/officeart/2005/8/layout/equation2"/>
    <dgm:cxn modelId="{E0437173-9FBF-46A5-A0C6-887F734C42CE}" type="presParOf" srcId="{3138E0B8-BDCB-4021-8F3D-6CD3C4B46239}" destId="{629A1180-4BA3-4B4D-9985-DD5552492027}" srcOrd="0" destOrd="0" presId="urn:microsoft.com/office/officeart/2005/8/layout/equation2"/>
    <dgm:cxn modelId="{DA4EDE07-FAFB-4229-B5B4-73F7D4AA5118}" type="presParOf" srcId="{3138E0B8-BDCB-4021-8F3D-6CD3C4B46239}" destId="{72B1FA51-FD7E-46FE-B963-FA34E7C5D35E}" srcOrd="1" destOrd="0" presId="urn:microsoft.com/office/officeart/2005/8/layout/equation2"/>
    <dgm:cxn modelId="{0843D19B-4C41-4E01-BFEB-ACE67D071320}" type="presParOf" srcId="{3138E0B8-BDCB-4021-8F3D-6CD3C4B46239}" destId="{E4DA2C61-4127-4E08-8B9A-B2A11D0A7C52}" srcOrd="2" destOrd="0" presId="urn:microsoft.com/office/officeart/2005/8/layout/equation2"/>
    <dgm:cxn modelId="{4C8E96FD-8F10-4FB9-B0C6-DFD64FD07F4B}" type="presParOf" srcId="{3138E0B8-BDCB-4021-8F3D-6CD3C4B46239}" destId="{F6372C4A-7AA5-4E77-95DD-AF552BEE9F0F}" srcOrd="3" destOrd="0" presId="urn:microsoft.com/office/officeart/2005/8/layout/equation2"/>
    <dgm:cxn modelId="{19959BAF-C52E-46D8-9262-24D97BD57A3F}" type="presParOf" srcId="{3138E0B8-BDCB-4021-8F3D-6CD3C4B46239}" destId="{71E3E822-5830-4981-8DFE-C4DD4298C0B1}" srcOrd="4" destOrd="0" presId="urn:microsoft.com/office/officeart/2005/8/layout/equation2"/>
    <dgm:cxn modelId="{818F4F0A-03A3-49D9-BD15-3467F6E468BF}" type="presParOf" srcId="{8370E076-F8FC-4FC8-8538-E8A69396C14C}" destId="{3C10619A-AF2C-4C0E-A294-75DA4DB4174A}" srcOrd="1" destOrd="0" presId="urn:microsoft.com/office/officeart/2005/8/layout/equation2"/>
    <dgm:cxn modelId="{BF2F66E7-BB98-453B-82B2-BBB9FD58CACF}" type="presParOf" srcId="{3C10619A-AF2C-4C0E-A294-75DA4DB4174A}" destId="{1409240B-1CB1-4AB3-AFED-A383E9E56320}" srcOrd="0" destOrd="0" presId="urn:microsoft.com/office/officeart/2005/8/layout/equation2"/>
    <dgm:cxn modelId="{3F69B14D-9AE1-4FF5-907A-5F93A76E2927}" type="presParOf" srcId="{8370E076-F8FC-4FC8-8538-E8A69396C14C}" destId="{6F1AB88A-1401-47C0-AD44-CC9E91EDBD7D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C066E2-CDAB-4402-9746-77D9B9CE6992}" type="doc">
      <dgm:prSet loTypeId="urn:microsoft.com/office/officeart/2005/8/layout/lProcess2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fr-FR"/>
        </a:p>
      </dgm:t>
    </dgm:pt>
    <dgm:pt modelId="{5EF8D5B6-3F48-4DA6-A969-0C47E35647A0}">
      <dgm:prSet phldrT="[Texte]"/>
      <dgm:spPr/>
      <dgm:t>
        <a:bodyPr/>
        <a:lstStyle/>
        <a:p>
          <a:endParaRPr lang="fr-FR" dirty="0"/>
        </a:p>
      </dgm:t>
    </dgm:pt>
    <dgm:pt modelId="{30569808-0EF7-4331-9C31-A3B627C4F302}" type="parTrans" cxnId="{921C2B8E-E70A-4496-A27F-F4441A17C000}">
      <dgm:prSet/>
      <dgm:spPr/>
      <dgm:t>
        <a:bodyPr/>
        <a:lstStyle/>
        <a:p>
          <a:endParaRPr lang="fr-FR"/>
        </a:p>
      </dgm:t>
    </dgm:pt>
    <dgm:pt modelId="{1CE28500-CD36-4809-9D67-058F3E1D87A0}" type="sibTrans" cxnId="{921C2B8E-E70A-4496-A27F-F4441A17C000}">
      <dgm:prSet/>
      <dgm:spPr/>
      <dgm:t>
        <a:bodyPr/>
        <a:lstStyle/>
        <a:p>
          <a:endParaRPr lang="fr-FR"/>
        </a:p>
      </dgm:t>
    </dgm:pt>
    <dgm:pt modelId="{F8C20D92-3A47-4AA3-AAA6-3A8B59123B6B}">
      <dgm:prSet phldrT="[Texte]"/>
      <dgm:spPr/>
      <dgm:t>
        <a:bodyPr/>
        <a:lstStyle/>
        <a:p>
          <a:r>
            <a:rPr lang="fr-FR" dirty="0"/>
            <a:t>Neurone </a:t>
          </a:r>
          <a:r>
            <a:rPr lang="fr-FR" dirty="0" err="1"/>
            <a:t>préganglionnaire</a:t>
          </a:r>
          <a:endParaRPr lang="fr-FR" dirty="0"/>
        </a:p>
      </dgm:t>
    </dgm:pt>
    <dgm:pt modelId="{B53ED2C1-1303-400C-94D3-B511B7841759}" type="parTrans" cxnId="{57ED074C-3070-408F-A9FF-4BE6F113F087}">
      <dgm:prSet/>
      <dgm:spPr/>
      <dgm:t>
        <a:bodyPr/>
        <a:lstStyle/>
        <a:p>
          <a:endParaRPr lang="fr-FR"/>
        </a:p>
      </dgm:t>
    </dgm:pt>
    <dgm:pt modelId="{6217EB21-C369-4B7E-B9EA-79357F6F2D23}" type="sibTrans" cxnId="{57ED074C-3070-408F-A9FF-4BE6F113F087}">
      <dgm:prSet/>
      <dgm:spPr/>
      <dgm:t>
        <a:bodyPr/>
        <a:lstStyle/>
        <a:p>
          <a:endParaRPr lang="fr-FR"/>
        </a:p>
      </dgm:t>
    </dgm:pt>
    <dgm:pt modelId="{9A8043FC-75D5-49E1-851A-C038E1E42806}">
      <dgm:prSet phldrT="[Texte]"/>
      <dgm:spPr/>
      <dgm:t>
        <a:bodyPr/>
        <a:lstStyle/>
        <a:p>
          <a:r>
            <a:rPr lang="fr-FR" dirty="0"/>
            <a:t>Neurone </a:t>
          </a:r>
          <a:r>
            <a:rPr lang="fr-FR" dirty="0" err="1"/>
            <a:t>postganglionnaire</a:t>
          </a:r>
          <a:endParaRPr lang="fr-FR" dirty="0"/>
        </a:p>
      </dgm:t>
    </dgm:pt>
    <dgm:pt modelId="{FC7189D6-F5B2-46E7-AF65-3042B562712E}" type="parTrans" cxnId="{0E13346D-0AFC-4BB4-97EE-D177F9DD1965}">
      <dgm:prSet/>
      <dgm:spPr/>
      <dgm:t>
        <a:bodyPr/>
        <a:lstStyle/>
        <a:p>
          <a:endParaRPr lang="fr-FR"/>
        </a:p>
      </dgm:t>
    </dgm:pt>
    <dgm:pt modelId="{8D729DD5-FF23-4127-BD6C-CEA224ADF8B5}" type="sibTrans" cxnId="{0E13346D-0AFC-4BB4-97EE-D177F9DD1965}">
      <dgm:prSet/>
      <dgm:spPr/>
      <dgm:t>
        <a:bodyPr/>
        <a:lstStyle/>
        <a:p>
          <a:endParaRPr lang="fr-FR"/>
        </a:p>
      </dgm:t>
    </dgm:pt>
    <dgm:pt modelId="{FCF3C608-8ECC-4C99-ADB3-0963C6F96801}">
      <dgm:prSet phldrT="[Texte]"/>
      <dgm:spPr/>
      <dgm:t>
        <a:bodyPr/>
        <a:lstStyle/>
        <a:p>
          <a:r>
            <a:rPr lang="fr-FR" dirty="0"/>
            <a:t>SNS</a:t>
          </a:r>
        </a:p>
      </dgm:t>
    </dgm:pt>
    <dgm:pt modelId="{52823176-1121-4B27-94E0-3D35DAD87CEF}" type="parTrans" cxnId="{DB4E8F85-12BB-43C9-928A-1BB416EF970E}">
      <dgm:prSet/>
      <dgm:spPr/>
      <dgm:t>
        <a:bodyPr/>
        <a:lstStyle/>
        <a:p>
          <a:endParaRPr lang="fr-FR"/>
        </a:p>
      </dgm:t>
    </dgm:pt>
    <dgm:pt modelId="{9B036B97-AAF8-4B66-83A5-A57969BDDF39}" type="sibTrans" cxnId="{DB4E8F85-12BB-43C9-928A-1BB416EF970E}">
      <dgm:prSet/>
      <dgm:spPr/>
      <dgm:t>
        <a:bodyPr/>
        <a:lstStyle/>
        <a:p>
          <a:endParaRPr lang="fr-FR"/>
        </a:p>
      </dgm:t>
    </dgm:pt>
    <dgm:pt modelId="{48A2954A-8573-4B1E-B184-24D186BB507E}">
      <dgm:prSet phldrT="[Texte]"/>
      <dgm:spPr/>
      <dgm:t>
        <a:bodyPr/>
        <a:lstStyle/>
        <a:p>
          <a:r>
            <a:rPr lang="fr-FR" dirty="0"/>
            <a:t>acétylcholine</a:t>
          </a:r>
        </a:p>
      </dgm:t>
    </dgm:pt>
    <dgm:pt modelId="{2A566770-EAA9-495C-89E0-D31D8D00F976}" type="parTrans" cxnId="{89727CD4-A6E1-484D-AD72-8D69DD5D1A9A}">
      <dgm:prSet/>
      <dgm:spPr/>
      <dgm:t>
        <a:bodyPr/>
        <a:lstStyle/>
        <a:p>
          <a:endParaRPr lang="fr-FR"/>
        </a:p>
      </dgm:t>
    </dgm:pt>
    <dgm:pt modelId="{B9D5ADA5-9FF2-4B78-8D45-EA594F38E598}" type="sibTrans" cxnId="{89727CD4-A6E1-484D-AD72-8D69DD5D1A9A}">
      <dgm:prSet/>
      <dgm:spPr/>
      <dgm:t>
        <a:bodyPr/>
        <a:lstStyle/>
        <a:p>
          <a:endParaRPr lang="fr-FR"/>
        </a:p>
      </dgm:t>
    </dgm:pt>
    <dgm:pt modelId="{C6403B80-E65C-4976-8546-93F49D303DE4}">
      <dgm:prSet phldrT="[Texte]"/>
      <dgm:spPr/>
      <dgm:t>
        <a:bodyPr/>
        <a:lstStyle/>
        <a:p>
          <a:r>
            <a:rPr lang="fr-FR" dirty="0"/>
            <a:t>Noradrénaline</a:t>
          </a:r>
        </a:p>
        <a:p>
          <a:r>
            <a:rPr lang="fr-FR" dirty="0"/>
            <a:t>Adrénaline (surrénale)</a:t>
          </a:r>
        </a:p>
      </dgm:t>
    </dgm:pt>
    <dgm:pt modelId="{2BDDE681-18CA-457D-80CF-2AAAC58DBB21}" type="parTrans" cxnId="{2846B158-8FF3-4B16-8916-6A2144CBCAC9}">
      <dgm:prSet/>
      <dgm:spPr/>
      <dgm:t>
        <a:bodyPr/>
        <a:lstStyle/>
        <a:p>
          <a:endParaRPr lang="fr-FR"/>
        </a:p>
      </dgm:t>
    </dgm:pt>
    <dgm:pt modelId="{7E1E1DE2-634A-4AD2-A4F3-272C6E54D336}" type="sibTrans" cxnId="{2846B158-8FF3-4B16-8916-6A2144CBCAC9}">
      <dgm:prSet/>
      <dgm:spPr/>
      <dgm:t>
        <a:bodyPr/>
        <a:lstStyle/>
        <a:p>
          <a:endParaRPr lang="fr-FR"/>
        </a:p>
      </dgm:t>
    </dgm:pt>
    <dgm:pt modelId="{AD388428-DE2B-47FA-BC23-D193C7082DD2}">
      <dgm:prSet phldrT="[Texte]"/>
      <dgm:spPr/>
      <dgm:t>
        <a:bodyPr/>
        <a:lstStyle/>
        <a:p>
          <a:r>
            <a:rPr lang="fr-FR" dirty="0"/>
            <a:t>SNP</a:t>
          </a:r>
        </a:p>
      </dgm:t>
    </dgm:pt>
    <dgm:pt modelId="{F96DB149-0055-4DDD-A880-EF146507C2A7}" type="parTrans" cxnId="{5B74FABA-FC86-4912-92B4-00D3B5FDD876}">
      <dgm:prSet/>
      <dgm:spPr/>
      <dgm:t>
        <a:bodyPr/>
        <a:lstStyle/>
        <a:p>
          <a:endParaRPr lang="fr-FR"/>
        </a:p>
      </dgm:t>
    </dgm:pt>
    <dgm:pt modelId="{14FF2AE7-DA4D-4F04-B734-D5755E15236F}" type="sibTrans" cxnId="{5B74FABA-FC86-4912-92B4-00D3B5FDD876}">
      <dgm:prSet/>
      <dgm:spPr/>
      <dgm:t>
        <a:bodyPr/>
        <a:lstStyle/>
        <a:p>
          <a:endParaRPr lang="fr-FR"/>
        </a:p>
      </dgm:t>
    </dgm:pt>
    <dgm:pt modelId="{E7CD220B-1F47-442D-8D6F-E89D21C93F64}">
      <dgm:prSet phldrT="[Texte]"/>
      <dgm:spPr/>
      <dgm:t>
        <a:bodyPr/>
        <a:lstStyle/>
        <a:p>
          <a:r>
            <a:rPr lang="fr-FR" dirty="0"/>
            <a:t>acétylcholine</a:t>
          </a:r>
        </a:p>
      </dgm:t>
    </dgm:pt>
    <dgm:pt modelId="{C1D5715A-7931-4A37-B416-C4E5B185C242}" type="parTrans" cxnId="{7F743594-E6F4-45FE-A48C-F074BC27A3F1}">
      <dgm:prSet/>
      <dgm:spPr/>
      <dgm:t>
        <a:bodyPr/>
        <a:lstStyle/>
        <a:p>
          <a:endParaRPr lang="fr-FR"/>
        </a:p>
      </dgm:t>
    </dgm:pt>
    <dgm:pt modelId="{AD996262-404F-459A-BB89-D0714DB50930}" type="sibTrans" cxnId="{7F743594-E6F4-45FE-A48C-F074BC27A3F1}">
      <dgm:prSet/>
      <dgm:spPr/>
      <dgm:t>
        <a:bodyPr/>
        <a:lstStyle/>
        <a:p>
          <a:endParaRPr lang="fr-FR"/>
        </a:p>
      </dgm:t>
    </dgm:pt>
    <dgm:pt modelId="{06E002C0-0C3D-416F-94C4-0BB6888565D7}">
      <dgm:prSet/>
      <dgm:spPr/>
      <dgm:t>
        <a:bodyPr/>
        <a:lstStyle/>
        <a:p>
          <a:r>
            <a:rPr lang="fr-FR"/>
            <a:t>acétylcholine</a:t>
          </a:r>
          <a:endParaRPr lang="fr-FR" dirty="0"/>
        </a:p>
      </dgm:t>
    </dgm:pt>
    <dgm:pt modelId="{0C8B6B76-A624-4287-8638-ED1C92074884}" type="parTrans" cxnId="{E007E9DD-E7C8-460B-9E4B-7315D01E9DE2}">
      <dgm:prSet/>
      <dgm:spPr/>
      <dgm:t>
        <a:bodyPr/>
        <a:lstStyle/>
        <a:p>
          <a:endParaRPr lang="fr-FR"/>
        </a:p>
      </dgm:t>
    </dgm:pt>
    <dgm:pt modelId="{F8A0419B-7D5F-4EB5-A9D0-BD0C97671DB0}" type="sibTrans" cxnId="{E007E9DD-E7C8-460B-9E4B-7315D01E9DE2}">
      <dgm:prSet/>
      <dgm:spPr/>
      <dgm:t>
        <a:bodyPr/>
        <a:lstStyle/>
        <a:p>
          <a:endParaRPr lang="fr-FR"/>
        </a:p>
      </dgm:t>
    </dgm:pt>
    <dgm:pt modelId="{879D11D8-162C-4E88-AADA-F47DC3284B8D}" type="pres">
      <dgm:prSet presAssocID="{77C066E2-CDAB-4402-9746-77D9B9CE6992}" presName="theList" presStyleCnt="0">
        <dgm:presLayoutVars>
          <dgm:dir/>
          <dgm:animLvl val="lvl"/>
          <dgm:resizeHandles val="exact"/>
        </dgm:presLayoutVars>
      </dgm:prSet>
      <dgm:spPr/>
    </dgm:pt>
    <dgm:pt modelId="{2AFBACB1-A0DA-4EB2-B57F-F379D7F320F8}" type="pres">
      <dgm:prSet presAssocID="{5EF8D5B6-3F48-4DA6-A969-0C47E35647A0}" presName="compNode" presStyleCnt="0"/>
      <dgm:spPr/>
    </dgm:pt>
    <dgm:pt modelId="{7D404F4B-470A-45C8-B29D-E84047B2404E}" type="pres">
      <dgm:prSet presAssocID="{5EF8D5B6-3F48-4DA6-A969-0C47E35647A0}" presName="aNode" presStyleLbl="bgShp" presStyleIdx="0" presStyleCnt="3"/>
      <dgm:spPr/>
    </dgm:pt>
    <dgm:pt modelId="{E1514173-6EC4-4E72-923B-531896B5F897}" type="pres">
      <dgm:prSet presAssocID="{5EF8D5B6-3F48-4DA6-A969-0C47E35647A0}" presName="textNode" presStyleLbl="bgShp" presStyleIdx="0" presStyleCnt="3"/>
      <dgm:spPr/>
    </dgm:pt>
    <dgm:pt modelId="{AB5CC1B5-0778-4F7A-A75A-32617F244B8F}" type="pres">
      <dgm:prSet presAssocID="{5EF8D5B6-3F48-4DA6-A969-0C47E35647A0}" presName="compChildNode" presStyleCnt="0"/>
      <dgm:spPr/>
    </dgm:pt>
    <dgm:pt modelId="{38933284-9C0E-4A2C-BFE9-65F03223EA3F}" type="pres">
      <dgm:prSet presAssocID="{5EF8D5B6-3F48-4DA6-A969-0C47E35647A0}" presName="theInnerList" presStyleCnt="0"/>
      <dgm:spPr/>
    </dgm:pt>
    <dgm:pt modelId="{41813ECA-7FB8-40D0-A2B9-DD36F086134D}" type="pres">
      <dgm:prSet presAssocID="{F8C20D92-3A47-4AA3-AAA6-3A8B59123B6B}" presName="childNode" presStyleLbl="node1" presStyleIdx="0" presStyleCnt="6">
        <dgm:presLayoutVars>
          <dgm:bulletEnabled val="1"/>
        </dgm:presLayoutVars>
      </dgm:prSet>
      <dgm:spPr/>
    </dgm:pt>
    <dgm:pt modelId="{402FF045-439E-496B-9D2D-FB5B5769CB7E}" type="pres">
      <dgm:prSet presAssocID="{F8C20D92-3A47-4AA3-AAA6-3A8B59123B6B}" presName="aSpace2" presStyleCnt="0"/>
      <dgm:spPr/>
    </dgm:pt>
    <dgm:pt modelId="{16CF66FE-C86A-4FAA-88FC-809F6C72F20F}" type="pres">
      <dgm:prSet presAssocID="{9A8043FC-75D5-49E1-851A-C038E1E42806}" presName="childNode" presStyleLbl="node1" presStyleIdx="1" presStyleCnt="6">
        <dgm:presLayoutVars>
          <dgm:bulletEnabled val="1"/>
        </dgm:presLayoutVars>
      </dgm:prSet>
      <dgm:spPr/>
    </dgm:pt>
    <dgm:pt modelId="{EDA0F4CE-1012-4559-9EB3-AD74F340F348}" type="pres">
      <dgm:prSet presAssocID="{5EF8D5B6-3F48-4DA6-A969-0C47E35647A0}" presName="aSpace" presStyleCnt="0"/>
      <dgm:spPr/>
    </dgm:pt>
    <dgm:pt modelId="{132AF26F-B180-4DEA-9F77-833E5AD1BEA1}" type="pres">
      <dgm:prSet presAssocID="{FCF3C608-8ECC-4C99-ADB3-0963C6F96801}" presName="compNode" presStyleCnt="0"/>
      <dgm:spPr/>
    </dgm:pt>
    <dgm:pt modelId="{8CF28BAA-4FFB-4289-BAB8-7FC4248C1E53}" type="pres">
      <dgm:prSet presAssocID="{FCF3C608-8ECC-4C99-ADB3-0963C6F96801}" presName="aNode" presStyleLbl="bgShp" presStyleIdx="1" presStyleCnt="3"/>
      <dgm:spPr/>
    </dgm:pt>
    <dgm:pt modelId="{DD9A8137-EFBA-46B8-AD83-2646C4330EBE}" type="pres">
      <dgm:prSet presAssocID="{FCF3C608-8ECC-4C99-ADB3-0963C6F96801}" presName="textNode" presStyleLbl="bgShp" presStyleIdx="1" presStyleCnt="3"/>
      <dgm:spPr/>
    </dgm:pt>
    <dgm:pt modelId="{6CD4901A-4D60-419F-813A-F7B1E3846FDA}" type="pres">
      <dgm:prSet presAssocID="{FCF3C608-8ECC-4C99-ADB3-0963C6F96801}" presName="compChildNode" presStyleCnt="0"/>
      <dgm:spPr/>
    </dgm:pt>
    <dgm:pt modelId="{435ACEB9-145A-4301-A6DD-758717796C5B}" type="pres">
      <dgm:prSet presAssocID="{FCF3C608-8ECC-4C99-ADB3-0963C6F96801}" presName="theInnerList" presStyleCnt="0"/>
      <dgm:spPr/>
    </dgm:pt>
    <dgm:pt modelId="{1B217B42-5C95-463A-896F-4086F5ED8051}" type="pres">
      <dgm:prSet presAssocID="{48A2954A-8573-4B1E-B184-24D186BB507E}" presName="childNode" presStyleLbl="node1" presStyleIdx="2" presStyleCnt="6" custLinFactNeighborX="-770" custLinFactNeighborY="13681">
        <dgm:presLayoutVars>
          <dgm:bulletEnabled val="1"/>
        </dgm:presLayoutVars>
      </dgm:prSet>
      <dgm:spPr/>
    </dgm:pt>
    <dgm:pt modelId="{581CFC7A-4B58-4BD8-84F6-2148503EC498}" type="pres">
      <dgm:prSet presAssocID="{48A2954A-8573-4B1E-B184-24D186BB507E}" presName="aSpace2" presStyleCnt="0"/>
      <dgm:spPr/>
    </dgm:pt>
    <dgm:pt modelId="{8195E406-EA6F-4E07-AF17-2734E19934BF}" type="pres">
      <dgm:prSet presAssocID="{C6403B80-E65C-4976-8546-93F49D303DE4}" presName="childNode" presStyleLbl="node1" presStyleIdx="3" presStyleCnt="6">
        <dgm:presLayoutVars>
          <dgm:bulletEnabled val="1"/>
        </dgm:presLayoutVars>
      </dgm:prSet>
      <dgm:spPr/>
    </dgm:pt>
    <dgm:pt modelId="{3FD4FF89-3026-4662-AE0A-5CF272993050}" type="pres">
      <dgm:prSet presAssocID="{FCF3C608-8ECC-4C99-ADB3-0963C6F96801}" presName="aSpace" presStyleCnt="0"/>
      <dgm:spPr/>
    </dgm:pt>
    <dgm:pt modelId="{D0480B50-DB78-45EA-8A4D-6163D780609D}" type="pres">
      <dgm:prSet presAssocID="{AD388428-DE2B-47FA-BC23-D193C7082DD2}" presName="compNode" presStyleCnt="0"/>
      <dgm:spPr/>
    </dgm:pt>
    <dgm:pt modelId="{E3104003-B863-4B5A-83AA-124A084F54E4}" type="pres">
      <dgm:prSet presAssocID="{AD388428-DE2B-47FA-BC23-D193C7082DD2}" presName="aNode" presStyleLbl="bgShp" presStyleIdx="2" presStyleCnt="3"/>
      <dgm:spPr/>
    </dgm:pt>
    <dgm:pt modelId="{07A9FF90-9DEC-4A46-B30D-59764456D273}" type="pres">
      <dgm:prSet presAssocID="{AD388428-DE2B-47FA-BC23-D193C7082DD2}" presName="textNode" presStyleLbl="bgShp" presStyleIdx="2" presStyleCnt="3"/>
      <dgm:spPr/>
    </dgm:pt>
    <dgm:pt modelId="{DCA3E08F-54CB-4274-846A-78BC9921B37B}" type="pres">
      <dgm:prSet presAssocID="{AD388428-DE2B-47FA-BC23-D193C7082DD2}" presName="compChildNode" presStyleCnt="0"/>
      <dgm:spPr/>
    </dgm:pt>
    <dgm:pt modelId="{022DC086-B54E-4CEF-B4B3-4B1D748C54EC}" type="pres">
      <dgm:prSet presAssocID="{AD388428-DE2B-47FA-BC23-D193C7082DD2}" presName="theInnerList" presStyleCnt="0"/>
      <dgm:spPr/>
    </dgm:pt>
    <dgm:pt modelId="{057D9BD7-4D2E-4FCE-BF81-CB2A579B8395}" type="pres">
      <dgm:prSet presAssocID="{E7CD220B-1F47-442D-8D6F-E89D21C93F64}" presName="childNode" presStyleLbl="node1" presStyleIdx="4" presStyleCnt="6" custScaleY="38462" custLinFactNeighborX="3318" custLinFactNeighborY="27044">
        <dgm:presLayoutVars>
          <dgm:bulletEnabled val="1"/>
        </dgm:presLayoutVars>
      </dgm:prSet>
      <dgm:spPr/>
    </dgm:pt>
    <dgm:pt modelId="{314B7658-5B36-4E59-8CA0-5D4A12AF7965}" type="pres">
      <dgm:prSet presAssocID="{E7CD220B-1F47-442D-8D6F-E89D21C93F64}" presName="aSpace2" presStyleCnt="0"/>
      <dgm:spPr/>
    </dgm:pt>
    <dgm:pt modelId="{AD105734-9769-4AB8-89A6-9478556674E6}" type="pres">
      <dgm:prSet presAssocID="{06E002C0-0C3D-416F-94C4-0BB6888565D7}" presName="childNode" presStyleLbl="node1" presStyleIdx="5" presStyleCnt="6" custScaleY="40738">
        <dgm:presLayoutVars>
          <dgm:bulletEnabled val="1"/>
        </dgm:presLayoutVars>
      </dgm:prSet>
      <dgm:spPr/>
    </dgm:pt>
  </dgm:ptLst>
  <dgm:cxnLst>
    <dgm:cxn modelId="{5BAFC10A-1A08-41E0-9818-919680B02607}" type="presOf" srcId="{AD388428-DE2B-47FA-BC23-D193C7082DD2}" destId="{07A9FF90-9DEC-4A46-B30D-59764456D273}" srcOrd="1" destOrd="0" presId="urn:microsoft.com/office/officeart/2005/8/layout/lProcess2"/>
    <dgm:cxn modelId="{5E5C3614-BC9A-4F86-A538-50CC61EC232C}" type="presOf" srcId="{9A8043FC-75D5-49E1-851A-C038E1E42806}" destId="{16CF66FE-C86A-4FAA-88FC-809F6C72F20F}" srcOrd="0" destOrd="0" presId="urn:microsoft.com/office/officeart/2005/8/layout/lProcess2"/>
    <dgm:cxn modelId="{E8EA9023-8E0B-4FB2-85F5-05167CEBFC14}" type="presOf" srcId="{48A2954A-8573-4B1E-B184-24D186BB507E}" destId="{1B217B42-5C95-463A-896F-4086F5ED8051}" srcOrd="0" destOrd="0" presId="urn:microsoft.com/office/officeart/2005/8/layout/lProcess2"/>
    <dgm:cxn modelId="{72DD2226-3A67-4D77-B1B9-896625797480}" type="presOf" srcId="{AD388428-DE2B-47FA-BC23-D193C7082DD2}" destId="{E3104003-B863-4B5A-83AA-124A084F54E4}" srcOrd="0" destOrd="0" presId="urn:microsoft.com/office/officeart/2005/8/layout/lProcess2"/>
    <dgm:cxn modelId="{2B7B8227-254B-4352-9D87-B2FDF3CFFDAF}" type="presOf" srcId="{5EF8D5B6-3F48-4DA6-A969-0C47E35647A0}" destId="{7D404F4B-470A-45C8-B29D-E84047B2404E}" srcOrd="0" destOrd="0" presId="urn:microsoft.com/office/officeart/2005/8/layout/lProcess2"/>
    <dgm:cxn modelId="{EEA4232F-89E0-4391-AD22-BCCD95DD445A}" type="presOf" srcId="{5EF8D5B6-3F48-4DA6-A969-0C47E35647A0}" destId="{E1514173-6EC4-4E72-923B-531896B5F897}" srcOrd="1" destOrd="0" presId="urn:microsoft.com/office/officeart/2005/8/layout/lProcess2"/>
    <dgm:cxn modelId="{348D6130-7903-4C1C-95DC-8C0551B8EC43}" type="presOf" srcId="{77C066E2-CDAB-4402-9746-77D9B9CE6992}" destId="{879D11D8-162C-4E88-AADA-F47DC3284B8D}" srcOrd="0" destOrd="0" presId="urn:microsoft.com/office/officeart/2005/8/layout/lProcess2"/>
    <dgm:cxn modelId="{97F58A3E-6D5D-478E-80B0-D042451485FB}" type="presOf" srcId="{FCF3C608-8ECC-4C99-ADB3-0963C6F96801}" destId="{DD9A8137-EFBA-46B8-AD83-2646C4330EBE}" srcOrd="1" destOrd="0" presId="urn:microsoft.com/office/officeart/2005/8/layout/lProcess2"/>
    <dgm:cxn modelId="{DFE23465-F220-491B-81DB-C70AE1C0559A}" type="presOf" srcId="{06E002C0-0C3D-416F-94C4-0BB6888565D7}" destId="{AD105734-9769-4AB8-89A6-9478556674E6}" srcOrd="0" destOrd="0" presId="urn:microsoft.com/office/officeart/2005/8/layout/lProcess2"/>
    <dgm:cxn modelId="{57ED074C-3070-408F-A9FF-4BE6F113F087}" srcId="{5EF8D5B6-3F48-4DA6-A969-0C47E35647A0}" destId="{F8C20D92-3A47-4AA3-AAA6-3A8B59123B6B}" srcOrd="0" destOrd="0" parTransId="{B53ED2C1-1303-400C-94D3-B511B7841759}" sibTransId="{6217EB21-C369-4B7E-B9EA-79357F6F2D23}"/>
    <dgm:cxn modelId="{0E13346D-0AFC-4BB4-97EE-D177F9DD1965}" srcId="{5EF8D5B6-3F48-4DA6-A969-0C47E35647A0}" destId="{9A8043FC-75D5-49E1-851A-C038E1E42806}" srcOrd="1" destOrd="0" parTransId="{FC7189D6-F5B2-46E7-AF65-3042B562712E}" sibTransId="{8D729DD5-FF23-4127-BD6C-CEA224ADF8B5}"/>
    <dgm:cxn modelId="{33ACA356-67CE-4F34-9C59-086C6B088BC7}" type="presOf" srcId="{C6403B80-E65C-4976-8546-93F49D303DE4}" destId="{8195E406-EA6F-4E07-AF17-2734E19934BF}" srcOrd="0" destOrd="0" presId="urn:microsoft.com/office/officeart/2005/8/layout/lProcess2"/>
    <dgm:cxn modelId="{2846B158-8FF3-4B16-8916-6A2144CBCAC9}" srcId="{FCF3C608-8ECC-4C99-ADB3-0963C6F96801}" destId="{C6403B80-E65C-4976-8546-93F49D303DE4}" srcOrd="1" destOrd="0" parTransId="{2BDDE681-18CA-457D-80CF-2AAAC58DBB21}" sibTransId="{7E1E1DE2-634A-4AD2-A4F3-272C6E54D336}"/>
    <dgm:cxn modelId="{DB4E8F85-12BB-43C9-928A-1BB416EF970E}" srcId="{77C066E2-CDAB-4402-9746-77D9B9CE6992}" destId="{FCF3C608-8ECC-4C99-ADB3-0963C6F96801}" srcOrd="1" destOrd="0" parTransId="{52823176-1121-4B27-94E0-3D35DAD87CEF}" sibTransId="{9B036B97-AAF8-4B66-83A5-A57969BDDF39}"/>
    <dgm:cxn modelId="{921C2B8E-E70A-4496-A27F-F4441A17C000}" srcId="{77C066E2-CDAB-4402-9746-77D9B9CE6992}" destId="{5EF8D5B6-3F48-4DA6-A969-0C47E35647A0}" srcOrd="0" destOrd="0" parTransId="{30569808-0EF7-4331-9C31-A3B627C4F302}" sibTransId="{1CE28500-CD36-4809-9D67-058F3E1D87A0}"/>
    <dgm:cxn modelId="{7F743594-E6F4-45FE-A48C-F074BC27A3F1}" srcId="{AD388428-DE2B-47FA-BC23-D193C7082DD2}" destId="{E7CD220B-1F47-442D-8D6F-E89D21C93F64}" srcOrd="0" destOrd="0" parTransId="{C1D5715A-7931-4A37-B416-C4E5B185C242}" sibTransId="{AD996262-404F-459A-BB89-D0714DB50930}"/>
    <dgm:cxn modelId="{2077E2AC-9A4A-48C9-990D-A5D9106405FE}" type="presOf" srcId="{F8C20D92-3A47-4AA3-AAA6-3A8B59123B6B}" destId="{41813ECA-7FB8-40D0-A2B9-DD36F086134D}" srcOrd="0" destOrd="0" presId="urn:microsoft.com/office/officeart/2005/8/layout/lProcess2"/>
    <dgm:cxn modelId="{69ED93AF-A434-46F8-B237-7E83D1C5E775}" type="presOf" srcId="{E7CD220B-1F47-442D-8D6F-E89D21C93F64}" destId="{057D9BD7-4D2E-4FCE-BF81-CB2A579B8395}" srcOrd="0" destOrd="0" presId="urn:microsoft.com/office/officeart/2005/8/layout/lProcess2"/>
    <dgm:cxn modelId="{5B74FABA-FC86-4912-92B4-00D3B5FDD876}" srcId="{77C066E2-CDAB-4402-9746-77D9B9CE6992}" destId="{AD388428-DE2B-47FA-BC23-D193C7082DD2}" srcOrd="2" destOrd="0" parTransId="{F96DB149-0055-4DDD-A880-EF146507C2A7}" sibTransId="{14FF2AE7-DA4D-4F04-B734-D5755E15236F}"/>
    <dgm:cxn modelId="{89727CD4-A6E1-484D-AD72-8D69DD5D1A9A}" srcId="{FCF3C608-8ECC-4C99-ADB3-0963C6F96801}" destId="{48A2954A-8573-4B1E-B184-24D186BB507E}" srcOrd="0" destOrd="0" parTransId="{2A566770-EAA9-495C-89E0-D31D8D00F976}" sibTransId="{B9D5ADA5-9FF2-4B78-8D45-EA594F38E598}"/>
    <dgm:cxn modelId="{9E79EED5-582B-4F24-9BDF-F714BA17E999}" type="presOf" srcId="{FCF3C608-8ECC-4C99-ADB3-0963C6F96801}" destId="{8CF28BAA-4FFB-4289-BAB8-7FC4248C1E53}" srcOrd="0" destOrd="0" presId="urn:microsoft.com/office/officeart/2005/8/layout/lProcess2"/>
    <dgm:cxn modelId="{E007E9DD-E7C8-460B-9E4B-7315D01E9DE2}" srcId="{AD388428-DE2B-47FA-BC23-D193C7082DD2}" destId="{06E002C0-0C3D-416F-94C4-0BB6888565D7}" srcOrd="1" destOrd="0" parTransId="{0C8B6B76-A624-4287-8638-ED1C92074884}" sibTransId="{F8A0419B-7D5F-4EB5-A9D0-BD0C97671DB0}"/>
    <dgm:cxn modelId="{F51A509A-B426-4749-A3CE-60FD9C436C94}" type="presParOf" srcId="{879D11D8-162C-4E88-AADA-F47DC3284B8D}" destId="{2AFBACB1-A0DA-4EB2-B57F-F379D7F320F8}" srcOrd="0" destOrd="0" presId="urn:microsoft.com/office/officeart/2005/8/layout/lProcess2"/>
    <dgm:cxn modelId="{436DB5ED-8E41-4080-814D-BA5B7F4444A4}" type="presParOf" srcId="{2AFBACB1-A0DA-4EB2-B57F-F379D7F320F8}" destId="{7D404F4B-470A-45C8-B29D-E84047B2404E}" srcOrd="0" destOrd="0" presId="urn:microsoft.com/office/officeart/2005/8/layout/lProcess2"/>
    <dgm:cxn modelId="{1F1CC866-2300-4BD4-A928-1840786C0BB4}" type="presParOf" srcId="{2AFBACB1-A0DA-4EB2-B57F-F379D7F320F8}" destId="{E1514173-6EC4-4E72-923B-531896B5F897}" srcOrd="1" destOrd="0" presId="urn:microsoft.com/office/officeart/2005/8/layout/lProcess2"/>
    <dgm:cxn modelId="{D5B2B26D-D810-4A80-B8A0-725AF3C403BF}" type="presParOf" srcId="{2AFBACB1-A0DA-4EB2-B57F-F379D7F320F8}" destId="{AB5CC1B5-0778-4F7A-A75A-32617F244B8F}" srcOrd="2" destOrd="0" presId="urn:microsoft.com/office/officeart/2005/8/layout/lProcess2"/>
    <dgm:cxn modelId="{C08B40A4-22AD-4E52-88B5-DD7464EE7DC9}" type="presParOf" srcId="{AB5CC1B5-0778-4F7A-A75A-32617F244B8F}" destId="{38933284-9C0E-4A2C-BFE9-65F03223EA3F}" srcOrd="0" destOrd="0" presId="urn:microsoft.com/office/officeart/2005/8/layout/lProcess2"/>
    <dgm:cxn modelId="{F7054962-C8F7-4B7D-9A6D-03A959CFAA2B}" type="presParOf" srcId="{38933284-9C0E-4A2C-BFE9-65F03223EA3F}" destId="{41813ECA-7FB8-40D0-A2B9-DD36F086134D}" srcOrd="0" destOrd="0" presId="urn:microsoft.com/office/officeart/2005/8/layout/lProcess2"/>
    <dgm:cxn modelId="{5F6806E5-56F8-43BB-877B-A3365BF9B3D8}" type="presParOf" srcId="{38933284-9C0E-4A2C-BFE9-65F03223EA3F}" destId="{402FF045-439E-496B-9D2D-FB5B5769CB7E}" srcOrd="1" destOrd="0" presId="urn:microsoft.com/office/officeart/2005/8/layout/lProcess2"/>
    <dgm:cxn modelId="{4F4DC873-73AD-45C8-BBEB-E990865A8507}" type="presParOf" srcId="{38933284-9C0E-4A2C-BFE9-65F03223EA3F}" destId="{16CF66FE-C86A-4FAA-88FC-809F6C72F20F}" srcOrd="2" destOrd="0" presId="urn:microsoft.com/office/officeart/2005/8/layout/lProcess2"/>
    <dgm:cxn modelId="{83DF42C7-9211-44BA-A6A4-A09067249070}" type="presParOf" srcId="{879D11D8-162C-4E88-AADA-F47DC3284B8D}" destId="{EDA0F4CE-1012-4559-9EB3-AD74F340F348}" srcOrd="1" destOrd="0" presId="urn:microsoft.com/office/officeart/2005/8/layout/lProcess2"/>
    <dgm:cxn modelId="{14BE63A3-F1BD-4D37-9A46-5CA0F4B8AEF6}" type="presParOf" srcId="{879D11D8-162C-4E88-AADA-F47DC3284B8D}" destId="{132AF26F-B180-4DEA-9F77-833E5AD1BEA1}" srcOrd="2" destOrd="0" presId="urn:microsoft.com/office/officeart/2005/8/layout/lProcess2"/>
    <dgm:cxn modelId="{255FE4C3-8796-43CB-8209-B39FCE355F08}" type="presParOf" srcId="{132AF26F-B180-4DEA-9F77-833E5AD1BEA1}" destId="{8CF28BAA-4FFB-4289-BAB8-7FC4248C1E53}" srcOrd="0" destOrd="0" presId="urn:microsoft.com/office/officeart/2005/8/layout/lProcess2"/>
    <dgm:cxn modelId="{8EB1BFB2-82BD-4386-903D-0B85D5B5A22A}" type="presParOf" srcId="{132AF26F-B180-4DEA-9F77-833E5AD1BEA1}" destId="{DD9A8137-EFBA-46B8-AD83-2646C4330EBE}" srcOrd="1" destOrd="0" presId="urn:microsoft.com/office/officeart/2005/8/layout/lProcess2"/>
    <dgm:cxn modelId="{922EB4FA-E0A8-4453-9CAE-F895DEC93BD0}" type="presParOf" srcId="{132AF26F-B180-4DEA-9F77-833E5AD1BEA1}" destId="{6CD4901A-4D60-419F-813A-F7B1E3846FDA}" srcOrd="2" destOrd="0" presId="urn:microsoft.com/office/officeart/2005/8/layout/lProcess2"/>
    <dgm:cxn modelId="{00C5E3CF-2691-4EA4-A9A2-5D3EB81F4EE9}" type="presParOf" srcId="{6CD4901A-4D60-419F-813A-F7B1E3846FDA}" destId="{435ACEB9-145A-4301-A6DD-758717796C5B}" srcOrd="0" destOrd="0" presId="urn:microsoft.com/office/officeart/2005/8/layout/lProcess2"/>
    <dgm:cxn modelId="{F59B5A27-39FF-4507-9442-5E7A2C3CFC75}" type="presParOf" srcId="{435ACEB9-145A-4301-A6DD-758717796C5B}" destId="{1B217B42-5C95-463A-896F-4086F5ED8051}" srcOrd="0" destOrd="0" presId="urn:microsoft.com/office/officeart/2005/8/layout/lProcess2"/>
    <dgm:cxn modelId="{3FE71E1D-31F3-4250-BE73-CD0E87B7F4A6}" type="presParOf" srcId="{435ACEB9-145A-4301-A6DD-758717796C5B}" destId="{581CFC7A-4B58-4BD8-84F6-2148503EC498}" srcOrd="1" destOrd="0" presId="urn:microsoft.com/office/officeart/2005/8/layout/lProcess2"/>
    <dgm:cxn modelId="{25FB47CC-8249-45AE-814B-DEE4FE5EF16B}" type="presParOf" srcId="{435ACEB9-145A-4301-A6DD-758717796C5B}" destId="{8195E406-EA6F-4E07-AF17-2734E19934BF}" srcOrd="2" destOrd="0" presId="urn:microsoft.com/office/officeart/2005/8/layout/lProcess2"/>
    <dgm:cxn modelId="{1A15682A-27ED-4685-85E0-23A8BEF34239}" type="presParOf" srcId="{879D11D8-162C-4E88-AADA-F47DC3284B8D}" destId="{3FD4FF89-3026-4662-AE0A-5CF272993050}" srcOrd="3" destOrd="0" presId="urn:microsoft.com/office/officeart/2005/8/layout/lProcess2"/>
    <dgm:cxn modelId="{D1101D04-897E-48BC-A802-2A090CFE0754}" type="presParOf" srcId="{879D11D8-162C-4E88-AADA-F47DC3284B8D}" destId="{D0480B50-DB78-45EA-8A4D-6163D780609D}" srcOrd="4" destOrd="0" presId="urn:microsoft.com/office/officeart/2005/8/layout/lProcess2"/>
    <dgm:cxn modelId="{4F681BE0-ADEF-48DA-8543-B08E7013F3D7}" type="presParOf" srcId="{D0480B50-DB78-45EA-8A4D-6163D780609D}" destId="{E3104003-B863-4B5A-83AA-124A084F54E4}" srcOrd="0" destOrd="0" presId="urn:microsoft.com/office/officeart/2005/8/layout/lProcess2"/>
    <dgm:cxn modelId="{017D2559-424F-4139-B68A-79DDF4C43EE3}" type="presParOf" srcId="{D0480B50-DB78-45EA-8A4D-6163D780609D}" destId="{07A9FF90-9DEC-4A46-B30D-59764456D273}" srcOrd="1" destOrd="0" presId="urn:microsoft.com/office/officeart/2005/8/layout/lProcess2"/>
    <dgm:cxn modelId="{02490054-17EF-409F-A818-68BA0331113D}" type="presParOf" srcId="{D0480B50-DB78-45EA-8A4D-6163D780609D}" destId="{DCA3E08F-54CB-4274-846A-78BC9921B37B}" srcOrd="2" destOrd="0" presId="urn:microsoft.com/office/officeart/2005/8/layout/lProcess2"/>
    <dgm:cxn modelId="{E0E541B8-76B2-4280-9817-9272B621EF12}" type="presParOf" srcId="{DCA3E08F-54CB-4274-846A-78BC9921B37B}" destId="{022DC086-B54E-4CEF-B4B3-4B1D748C54EC}" srcOrd="0" destOrd="0" presId="urn:microsoft.com/office/officeart/2005/8/layout/lProcess2"/>
    <dgm:cxn modelId="{7A9DB3A4-903A-47C5-B50A-DF8486F51F8B}" type="presParOf" srcId="{022DC086-B54E-4CEF-B4B3-4B1D748C54EC}" destId="{057D9BD7-4D2E-4FCE-BF81-CB2A579B8395}" srcOrd="0" destOrd="0" presId="urn:microsoft.com/office/officeart/2005/8/layout/lProcess2"/>
    <dgm:cxn modelId="{7745B68C-86FF-4932-B699-B92B78B662E1}" type="presParOf" srcId="{022DC086-B54E-4CEF-B4B3-4B1D748C54EC}" destId="{314B7658-5B36-4E59-8CA0-5D4A12AF7965}" srcOrd="1" destOrd="0" presId="urn:microsoft.com/office/officeart/2005/8/layout/lProcess2"/>
    <dgm:cxn modelId="{1D02BC7F-520F-4A75-9CB6-B718CDD69C4D}" type="presParOf" srcId="{022DC086-B54E-4CEF-B4B3-4B1D748C54EC}" destId="{AD105734-9769-4AB8-89A6-9478556674E6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5ED0B0-D0B9-4FCE-8BA8-35758DC89CF0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5BB7515A-8822-48A3-BD6D-11AA5B8197D0}">
      <dgm:prSet phldrT="[Texte]"/>
      <dgm:spPr/>
      <dgm:t>
        <a:bodyPr/>
        <a:lstStyle/>
        <a:p>
          <a:r>
            <a:rPr lang="fr-FR" dirty="0"/>
            <a:t>alpha</a:t>
          </a:r>
        </a:p>
      </dgm:t>
    </dgm:pt>
    <dgm:pt modelId="{2D3C6792-8FC4-4507-80B8-9290A5A2B98A}" type="parTrans" cxnId="{D55C155D-B7F4-49B0-AC2F-BA42E28E71C2}">
      <dgm:prSet/>
      <dgm:spPr/>
      <dgm:t>
        <a:bodyPr/>
        <a:lstStyle/>
        <a:p>
          <a:endParaRPr lang="fr-FR"/>
        </a:p>
      </dgm:t>
    </dgm:pt>
    <dgm:pt modelId="{66079DB7-B759-47A7-96F8-FEF41888B158}" type="sibTrans" cxnId="{D55C155D-B7F4-49B0-AC2F-BA42E28E71C2}">
      <dgm:prSet/>
      <dgm:spPr/>
      <dgm:t>
        <a:bodyPr/>
        <a:lstStyle/>
        <a:p>
          <a:endParaRPr lang="fr-FR"/>
        </a:p>
      </dgm:t>
    </dgm:pt>
    <dgm:pt modelId="{9AD5DCB8-4C94-4F95-ADBB-A97F260FB6FD}">
      <dgm:prSet phldrT="[Texte]"/>
      <dgm:spPr/>
      <dgm:t>
        <a:bodyPr/>
        <a:lstStyle/>
        <a:p>
          <a:r>
            <a:rPr lang="el-GR" dirty="0"/>
            <a:t>α</a:t>
          </a:r>
          <a:r>
            <a:rPr lang="fr-FR" dirty="0"/>
            <a:t>1</a:t>
          </a:r>
        </a:p>
      </dgm:t>
    </dgm:pt>
    <dgm:pt modelId="{281BC9CF-6B2A-4718-9B27-4C81C5EDCF7F}" type="parTrans" cxnId="{055BCE39-9615-42B1-A093-39532CD6E37A}">
      <dgm:prSet/>
      <dgm:spPr/>
      <dgm:t>
        <a:bodyPr/>
        <a:lstStyle/>
        <a:p>
          <a:endParaRPr lang="fr-FR"/>
        </a:p>
      </dgm:t>
    </dgm:pt>
    <dgm:pt modelId="{D1DFDA16-08B4-4D9F-9C56-70D22C4D16E7}" type="sibTrans" cxnId="{055BCE39-9615-42B1-A093-39532CD6E37A}">
      <dgm:prSet/>
      <dgm:spPr/>
      <dgm:t>
        <a:bodyPr/>
        <a:lstStyle/>
        <a:p>
          <a:endParaRPr lang="fr-FR"/>
        </a:p>
      </dgm:t>
    </dgm:pt>
    <dgm:pt modelId="{C7914B54-1A7A-4ABB-A75F-5E8A438DD25F}">
      <dgm:prSet phldrT="[Texte]"/>
      <dgm:spPr/>
      <dgm:t>
        <a:bodyPr/>
        <a:lstStyle/>
        <a:p>
          <a:r>
            <a:rPr lang="el-GR" dirty="0"/>
            <a:t>α</a:t>
          </a:r>
          <a:r>
            <a:rPr lang="fr-FR" dirty="0"/>
            <a:t>2</a:t>
          </a:r>
        </a:p>
      </dgm:t>
    </dgm:pt>
    <dgm:pt modelId="{321DD775-3E0C-42A8-853A-346FDA492982}" type="parTrans" cxnId="{6294D8E4-E4BB-4CD2-BE02-8652FCD3F586}">
      <dgm:prSet/>
      <dgm:spPr/>
      <dgm:t>
        <a:bodyPr/>
        <a:lstStyle/>
        <a:p>
          <a:endParaRPr lang="fr-FR"/>
        </a:p>
      </dgm:t>
    </dgm:pt>
    <dgm:pt modelId="{7C4D9559-C933-46E8-81E5-311674442D9C}" type="sibTrans" cxnId="{6294D8E4-E4BB-4CD2-BE02-8652FCD3F586}">
      <dgm:prSet/>
      <dgm:spPr/>
      <dgm:t>
        <a:bodyPr/>
        <a:lstStyle/>
        <a:p>
          <a:endParaRPr lang="fr-FR"/>
        </a:p>
      </dgm:t>
    </dgm:pt>
    <dgm:pt modelId="{F1B1CAFA-A521-4587-ADB4-1564E3C11166}">
      <dgm:prSet phldrT="[Texte]"/>
      <dgm:spPr/>
      <dgm:t>
        <a:bodyPr/>
        <a:lstStyle/>
        <a:p>
          <a:r>
            <a:rPr lang="fr-FR" dirty="0"/>
            <a:t>Bêta</a:t>
          </a:r>
        </a:p>
      </dgm:t>
    </dgm:pt>
    <dgm:pt modelId="{30B7CF07-BF05-4448-97BE-646C5B0183A7}" type="parTrans" cxnId="{CDABACEE-F839-4479-90C6-628F5760F0F6}">
      <dgm:prSet/>
      <dgm:spPr/>
      <dgm:t>
        <a:bodyPr/>
        <a:lstStyle/>
        <a:p>
          <a:endParaRPr lang="fr-FR"/>
        </a:p>
      </dgm:t>
    </dgm:pt>
    <dgm:pt modelId="{2379074B-0CFB-408E-B099-3C73EA48A6CE}" type="sibTrans" cxnId="{CDABACEE-F839-4479-90C6-628F5760F0F6}">
      <dgm:prSet/>
      <dgm:spPr/>
      <dgm:t>
        <a:bodyPr/>
        <a:lstStyle/>
        <a:p>
          <a:endParaRPr lang="fr-FR"/>
        </a:p>
      </dgm:t>
    </dgm:pt>
    <dgm:pt modelId="{76FEA5FF-9E33-4A3D-A536-6EDBD065A5DB}">
      <dgm:prSet phldrT="[Texte]"/>
      <dgm:spPr/>
      <dgm:t>
        <a:bodyPr/>
        <a:lstStyle/>
        <a:p>
          <a:r>
            <a:rPr lang="el-GR" dirty="0"/>
            <a:t>β</a:t>
          </a:r>
          <a:r>
            <a:rPr lang="fr-FR" dirty="0"/>
            <a:t>1</a:t>
          </a:r>
        </a:p>
      </dgm:t>
    </dgm:pt>
    <dgm:pt modelId="{9A5612DA-A4A9-4C1C-BE9B-017CAB6C1516}" type="parTrans" cxnId="{33907999-F73C-4496-B003-0EF13B692D64}">
      <dgm:prSet/>
      <dgm:spPr/>
      <dgm:t>
        <a:bodyPr/>
        <a:lstStyle/>
        <a:p>
          <a:endParaRPr lang="fr-FR"/>
        </a:p>
      </dgm:t>
    </dgm:pt>
    <dgm:pt modelId="{9E5A112C-D449-4719-876F-6C1AB41BBC66}" type="sibTrans" cxnId="{33907999-F73C-4496-B003-0EF13B692D64}">
      <dgm:prSet/>
      <dgm:spPr/>
      <dgm:t>
        <a:bodyPr/>
        <a:lstStyle/>
        <a:p>
          <a:endParaRPr lang="fr-FR"/>
        </a:p>
      </dgm:t>
    </dgm:pt>
    <dgm:pt modelId="{5D3FD026-6CA8-4F12-92A8-136606516555}">
      <dgm:prSet phldrT="[Texte]"/>
      <dgm:spPr/>
      <dgm:t>
        <a:bodyPr/>
        <a:lstStyle/>
        <a:p>
          <a:r>
            <a:rPr lang="el-GR" dirty="0"/>
            <a:t>β</a:t>
          </a:r>
          <a:r>
            <a:rPr lang="fr-FR" dirty="0"/>
            <a:t>2</a:t>
          </a:r>
        </a:p>
      </dgm:t>
    </dgm:pt>
    <dgm:pt modelId="{516E0985-6BA1-463D-8A23-DB3FE04DF440}" type="parTrans" cxnId="{CA50C352-4009-4D7C-92FF-36E63990D47C}">
      <dgm:prSet/>
      <dgm:spPr/>
      <dgm:t>
        <a:bodyPr/>
        <a:lstStyle/>
        <a:p>
          <a:endParaRPr lang="fr-FR"/>
        </a:p>
      </dgm:t>
    </dgm:pt>
    <dgm:pt modelId="{D643367A-46CC-4BF4-A86A-02314F74C09F}" type="sibTrans" cxnId="{CA50C352-4009-4D7C-92FF-36E63990D47C}">
      <dgm:prSet/>
      <dgm:spPr/>
      <dgm:t>
        <a:bodyPr/>
        <a:lstStyle/>
        <a:p>
          <a:endParaRPr lang="fr-FR"/>
        </a:p>
      </dgm:t>
    </dgm:pt>
    <dgm:pt modelId="{54401BA3-9D0B-4B50-9CCE-DC3584D84A2F}" type="pres">
      <dgm:prSet presAssocID="{245ED0B0-D0B9-4FCE-8BA8-35758DC89CF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E038F9D-459C-452C-AAA6-AC74F8C17013}" type="pres">
      <dgm:prSet presAssocID="{5BB7515A-8822-48A3-BD6D-11AA5B8197D0}" presName="root" presStyleCnt="0"/>
      <dgm:spPr/>
    </dgm:pt>
    <dgm:pt modelId="{7F1FFCD9-29EB-4640-8934-2C9C41B32AD2}" type="pres">
      <dgm:prSet presAssocID="{5BB7515A-8822-48A3-BD6D-11AA5B8197D0}" presName="rootComposite" presStyleCnt="0"/>
      <dgm:spPr/>
    </dgm:pt>
    <dgm:pt modelId="{46F41212-A947-4ACC-BF83-480E18CFD552}" type="pres">
      <dgm:prSet presAssocID="{5BB7515A-8822-48A3-BD6D-11AA5B8197D0}" presName="rootText" presStyleLbl="node1" presStyleIdx="0" presStyleCnt="2"/>
      <dgm:spPr/>
    </dgm:pt>
    <dgm:pt modelId="{73467AD4-6182-475C-839D-CDACA6E488C0}" type="pres">
      <dgm:prSet presAssocID="{5BB7515A-8822-48A3-BD6D-11AA5B8197D0}" presName="rootConnector" presStyleLbl="node1" presStyleIdx="0" presStyleCnt="2"/>
      <dgm:spPr/>
    </dgm:pt>
    <dgm:pt modelId="{E2E8B179-B5F4-425F-A78B-930E31133EE0}" type="pres">
      <dgm:prSet presAssocID="{5BB7515A-8822-48A3-BD6D-11AA5B8197D0}" presName="childShape" presStyleCnt="0"/>
      <dgm:spPr/>
    </dgm:pt>
    <dgm:pt modelId="{E1ED4B1C-C17A-46A7-808A-588E75DAD788}" type="pres">
      <dgm:prSet presAssocID="{281BC9CF-6B2A-4718-9B27-4C81C5EDCF7F}" presName="Name13" presStyleLbl="parChTrans1D2" presStyleIdx="0" presStyleCnt="4"/>
      <dgm:spPr/>
    </dgm:pt>
    <dgm:pt modelId="{BE684289-390C-4465-9A97-B052B200B911}" type="pres">
      <dgm:prSet presAssocID="{9AD5DCB8-4C94-4F95-ADBB-A97F260FB6FD}" presName="childText" presStyleLbl="bgAcc1" presStyleIdx="0" presStyleCnt="4">
        <dgm:presLayoutVars>
          <dgm:bulletEnabled val="1"/>
        </dgm:presLayoutVars>
      </dgm:prSet>
      <dgm:spPr/>
    </dgm:pt>
    <dgm:pt modelId="{3B8D3198-E1EF-453F-AFFE-9FBC4DBB8C22}" type="pres">
      <dgm:prSet presAssocID="{321DD775-3E0C-42A8-853A-346FDA492982}" presName="Name13" presStyleLbl="parChTrans1D2" presStyleIdx="1" presStyleCnt="4"/>
      <dgm:spPr/>
    </dgm:pt>
    <dgm:pt modelId="{1ECA32A7-F69F-45D4-8E1C-4E4F6B0A0DDD}" type="pres">
      <dgm:prSet presAssocID="{C7914B54-1A7A-4ABB-A75F-5E8A438DD25F}" presName="childText" presStyleLbl="bgAcc1" presStyleIdx="1" presStyleCnt="4">
        <dgm:presLayoutVars>
          <dgm:bulletEnabled val="1"/>
        </dgm:presLayoutVars>
      </dgm:prSet>
      <dgm:spPr/>
    </dgm:pt>
    <dgm:pt modelId="{E666E9B2-E1C3-4C84-AD54-0C3F99656FEE}" type="pres">
      <dgm:prSet presAssocID="{F1B1CAFA-A521-4587-ADB4-1564E3C11166}" presName="root" presStyleCnt="0"/>
      <dgm:spPr/>
    </dgm:pt>
    <dgm:pt modelId="{9100FB01-E660-4064-91E5-C3E7A0FA9D49}" type="pres">
      <dgm:prSet presAssocID="{F1B1CAFA-A521-4587-ADB4-1564E3C11166}" presName="rootComposite" presStyleCnt="0"/>
      <dgm:spPr/>
    </dgm:pt>
    <dgm:pt modelId="{F9186B53-FD54-4229-AD3D-A77121E08546}" type="pres">
      <dgm:prSet presAssocID="{F1B1CAFA-A521-4587-ADB4-1564E3C11166}" presName="rootText" presStyleLbl="node1" presStyleIdx="1" presStyleCnt="2"/>
      <dgm:spPr/>
    </dgm:pt>
    <dgm:pt modelId="{61270E9D-EEBA-4396-86AA-ABE4955EEB0A}" type="pres">
      <dgm:prSet presAssocID="{F1B1CAFA-A521-4587-ADB4-1564E3C11166}" presName="rootConnector" presStyleLbl="node1" presStyleIdx="1" presStyleCnt="2"/>
      <dgm:spPr/>
    </dgm:pt>
    <dgm:pt modelId="{2C812159-8D3C-4080-AF0D-D2302324D238}" type="pres">
      <dgm:prSet presAssocID="{F1B1CAFA-A521-4587-ADB4-1564E3C11166}" presName="childShape" presStyleCnt="0"/>
      <dgm:spPr/>
    </dgm:pt>
    <dgm:pt modelId="{19495EF8-6E2F-4217-8AD8-041CA1C5866D}" type="pres">
      <dgm:prSet presAssocID="{9A5612DA-A4A9-4C1C-BE9B-017CAB6C1516}" presName="Name13" presStyleLbl="parChTrans1D2" presStyleIdx="2" presStyleCnt="4"/>
      <dgm:spPr/>
    </dgm:pt>
    <dgm:pt modelId="{A049D8DD-4F8A-4CDC-B9C4-1413AE58A914}" type="pres">
      <dgm:prSet presAssocID="{76FEA5FF-9E33-4A3D-A536-6EDBD065A5DB}" presName="childText" presStyleLbl="bgAcc1" presStyleIdx="2" presStyleCnt="4">
        <dgm:presLayoutVars>
          <dgm:bulletEnabled val="1"/>
        </dgm:presLayoutVars>
      </dgm:prSet>
      <dgm:spPr/>
    </dgm:pt>
    <dgm:pt modelId="{90FF8827-264B-49F8-9398-244D238C970C}" type="pres">
      <dgm:prSet presAssocID="{516E0985-6BA1-463D-8A23-DB3FE04DF440}" presName="Name13" presStyleLbl="parChTrans1D2" presStyleIdx="3" presStyleCnt="4"/>
      <dgm:spPr/>
    </dgm:pt>
    <dgm:pt modelId="{98A6B260-6A03-43A6-9254-2D05E29AD087}" type="pres">
      <dgm:prSet presAssocID="{5D3FD026-6CA8-4F12-92A8-136606516555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055BCE39-9615-42B1-A093-39532CD6E37A}" srcId="{5BB7515A-8822-48A3-BD6D-11AA5B8197D0}" destId="{9AD5DCB8-4C94-4F95-ADBB-A97F260FB6FD}" srcOrd="0" destOrd="0" parTransId="{281BC9CF-6B2A-4718-9B27-4C81C5EDCF7F}" sibTransId="{D1DFDA16-08B4-4D9F-9C56-70D22C4D16E7}"/>
    <dgm:cxn modelId="{2ACA6E3D-5CF8-4360-BA89-1FB4557E539C}" type="presOf" srcId="{281BC9CF-6B2A-4718-9B27-4C81C5EDCF7F}" destId="{E1ED4B1C-C17A-46A7-808A-588E75DAD788}" srcOrd="0" destOrd="0" presId="urn:microsoft.com/office/officeart/2005/8/layout/hierarchy3"/>
    <dgm:cxn modelId="{D55C155D-B7F4-49B0-AC2F-BA42E28E71C2}" srcId="{245ED0B0-D0B9-4FCE-8BA8-35758DC89CF0}" destId="{5BB7515A-8822-48A3-BD6D-11AA5B8197D0}" srcOrd="0" destOrd="0" parTransId="{2D3C6792-8FC4-4507-80B8-9290A5A2B98A}" sibTransId="{66079DB7-B759-47A7-96F8-FEF41888B158}"/>
    <dgm:cxn modelId="{3916C06D-25EA-498D-BACA-A3C1E5B533DB}" type="presOf" srcId="{F1B1CAFA-A521-4587-ADB4-1564E3C11166}" destId="{61270E9D-EEBA-4396-86AA-ABE4955EEB0A}" srcOrd="1" destOrd="0" presId="urn:microsoft.com/office/officeart/2005/8/layout/hierarchy3"/>
    <dgm:cxn modelId="{CA50C352-4009-4D7C-92FF-36E63990D47C}" srcId="{F1B1CAFA-A521-4587-ADB4-1564E3C11166}" destId="{5D3FD026-6CA8-4F12-92A8-136606516555}" srcOrd="1" destOrd="0" parTransId="{516E0985-6BA1-463D-8A23-DB3FE04DF440}" sibTransId="{D643367A-46CC-4BF4-A86A-02314F74C09F}"/>
    <dgm:cxn modelId="{11F65E54-3841-4DC7-86A7-F4FE5BB8F2D8}" type="presOf" srcId="{9A5612DA-A4A9-4C1C-BE9B-017CAB6C1516}" destId="{19495EF8-6E2F-4217-8AD8-041CA1C5866D}" srcOrd="0" destOrd="0" presId="urn:microsoft.com/office/officeart/2005/8/layout/hierarchy3"/>
    <dgm:cxn modelId="{B7C4B859-3E9F-4316-8528-8EBE82967750}" type="presOf" srcId="{5BB7515A-8822-48A3-BD6D-11AA5B8197D0}" destId="{46F41212-A947-4ACC-BF83-480E18CFD552}" srcOrd="0" destOrd="0" presId="urn:microsoft.com/office/officeart/2005/8/layout/hierarchy3"/>
    <dgm:cxn modelId="{E20CBD7C-9363-4C18-9F7D-880B1C5368EB}" type="presOf" srcId="{C7914B54-1A7A-4ABB-A75F-5E8A438DD25F}" destId="{1ECA32A7-F69F-45D4-8E1C-4E4F6B0A0DDD}" srcOrd="0" destOrd="0" presId="urn:microsoft.com/office/officeart/2005/8/layout/hierarchy3"/>
    <dgm:cxn modelId="{09852D95-1E3D-40D2-AFF8-04A7510E94FA}" type="presOf" srcId="{245ED0B0-D0B9-4FCE-8BA8-35758DC89CF0}" destId="{54401BA3-9D0B-4B50-9CCE-DC3584D84A2F}" srcOrd="0" destOrd="0" presId="urn:microsoft.com/office/officeart/2005/8/layout/hierarchy3"/>
    <dgm:cxn modelId="{33907999-F73C-4496-B003-0EF13B692D64}" srcId="{F1B1CAFA-A521-4587-ADB4-1564E3C11166}" destId="{76FEA5FF-9E33-4A3D-A536-6EDBD065A5DB}" srcOrd="0" destOrd="0" parTransId="{9A5612DA-A4A9-4C1C-BE9B-017CAB6C1516}" sibTransId="{9E5A112C-D449-4719-876F-6C1AB41BBC66}"/>
    <dgm:cxn modelId="{C94CF0AD-323C-4FBB-8B16-4D923E683D36}" type="presOf" srcId="{5D3FD026-6CA8-4F12-92A8-136606516555}" destId="{98A6B260-6A03-43A6-9254-2D05E29AD087}" srcOrd="0" destOrd="0" presId="urn:microsoft.com/office/officeart/2005/8/layout/hierarchy3"/>
    <dgm:cxn modelId="{53C0BBC3-84E4-4180-A03D-E0ACD464157F}" type="presOf" srcId="{F1B1CAFA-A521-4587-ADB4-1564E3C11166}" destId="{F9186B53-FD54-4229-AD3D-A77121E08546}" srcOrd="0" destOrd="0" presId="urn:microsoft.com/office/officeart/2005/8/layout/hierarchy3"/>
    <dgm:cxn modelId="{D37571CA-4818-4E50-8C18-138F4F6DA07A}" type="presOf" srcId="{321DD775-3E0C-42A8-853A-346FDA492982}" destId="{3B8D3198-E1EF-453F-AFFE-9FBC4DBB8C22}" srcOrd="0" destOrd="0" presId="urn:microsoft.com/office/officeart/2005/8/layout/hierarchy3"/>
    <dgm:cxn modelId="{B795A4CC-26A9-4A92-950B-4ECCC0A752AE}" type="presOf" srcId="{516E0985-6BA1-463D-8A23-DB3FE04DF440}" destId="{90FF8827-264B-49F8-9398-244D238C970C}" srcOrd="0" destOrd="0" presId="urn:microsoft.com/office/officeart/2005/8/layout/hierarchy3"/>
    <dgm:cxn modelId="{6294D8E4-E4BB-4CD2-BE02-8652FCD3F586}" srcId="{5BB7515A-8822-48A3-BD6D-11AA5B8197D0}" destId="{C7914B54-1A7A-4ABB-A75F-5E8A438DD25F}" srcOrd="1" destOrd="0" parTransId="{321DD775-3E0C-42A8-853A-346FDA492982}" sibTransId="{7C4D9559-C933-46E8-81E5-311674442D9C}"/>
    <dgm:cxn modelId="{D8E5F7E8-9F7F-48CE-A5BD-D5AFF22D0735}" type="presOf" srcId="{9AD5DCB8-4C94-4F95-ADBB-A97F260FB6FD}" destId="{BE684289-390C-4465-9A97-B052B200B911}" srcOrd="0" destOrd="0" presId="urn:microsoft.com/office/officeart/2005/8/layout/hierarchy3"/>
    <dgm:cxn modelId="{3BC0B1EC-7C99-4B90-8755-F09D75E42DD7}" type="presOf" srcId="{76FEA5FF-9E33-4A3D-A536-6EDBD065A5DB}" destId="{A049D8DD-4F8A-4CDC-B9C4-1413AE58A914}" srcOrd="0" destOrd="0" presId="urn:microsoft.com/office/officeart/2005/8/layout/hierarchy3"/>
    <dgm:cxn modelId="{CDABACEE-F839-4479-90C6-628F5760F0F6}" srcId="{245ED0B0-D0B9-4FCE-8BA8-35758DC89CF0}" destId="{F1B1CAFA-A521-4587-ADB4-1564E3C11166}" srcOrd="1" destOrd="0" parTransId="{30B7CF07-BF05-4448-97BE-646C5B0183A7}" sibTransId="{2379074B-0CFB-408E-B099-3C73EA48A6CE}"/>
    <dgm:cxn modelId="{739397FB-816B-4111-AB6F-6B2FAB418345}" type="presOf" srcId="{5BB7515A-8822-48A3-BD6D-11AA5B8197D0}" destId="{73467AD4-6182-475C-839D-CDACA6E488C0}" srcOrd="1" destOrd="0" presId="urn:microsoft.com/office/officeart/2005/8/layout/hierarchy3"/>
    <dgm:cxn modelId="{9843A164-F09D-4FC3-A28F-C11F6A0B13BF}" type="presParOf" srcId="{54401BA3-9D0B-4B50-9CCE-DC3584D84A2F}" destId="{9E038F9D-459C-452C-AAA6-AC74F8C17013}" srcOrd="0" destOrd="0" presId="urn:microsoft.com/office/officeart/2005/8/layout/hierarchy3"/>
    <dgm:cxn modelId="{C14DC66A-E003-4DA8-A8BA-FE3ADDDBF3FA}" type="presParOf" srcId="{9E038F9D-459C-452C-AAA6-AC74F8C17013}" destId="{7F1FFCD9-29EB-4640-8934-2C9C41B32AD2}" srcOrd="0" destOrd="0" presId="urn:microsoft.com/office/officeart/2005/8/layout/hierarchy3"/>
    <dgm:cxn modelId="{9ADC3F5B-D10B-45C2-872B-EE42771F6A1F}" type="presParOf" srcId="{7F1FFCD9-29EB-4640-8934-2C9C41B32AD2}" destId="{46F41212-A947-4ACC-BF83-480E18CFD552}" srcOrd="0" destOrd="0" presId="urn:microsoft.com/office/officeart/2005/8/layout/hierarchy3"/>
    <dgm:cxn modelId="{7181AA13-5F02-4291-9DEE-1F34462B6B12}" type="presParOf" srcId="{7F1FFCD9-29EB-4640-8934-2C9C41B32AD2}" destId="{73467AD4-6182-475C-839D-CDACA6E488C0}" srcOrd="1" destOrd="0" presId="urn:microsoft.com/office/officeart/2005/8/layout/hierarchy3"/>
    <dgm:cxn modelId="{A0FA3A42-1251-4A94-8943-E38640386BAC}" type="presParOf" srcId="{9E038F9D-459C-452C-AAA6-AC74F8C17013}" destId="{E2E8B179-B5F4-425F-A78B-930E31133EE0}" srcOrd="1" destOrd="0" presId="urn:microsoft.com/office/officeart/2005/8/layout/hierarchy3"/>
    <dgm:cxn modelId="{B3AB0C90-E18D-47FC-B966-F6E88DA944B1}" type="presParOf" srcId="{E2E8B179-B5F4-425F-A78B-930E31133EE0}" destId="{E1ED4B1C-C17A-46A7-808A-588E75DAD788}" srcOrd="0" destOrd="0" presId="urn:microsoft.com/office/officeart/2005/8/layout/hierarchy3"/>
    <dgm:cxn modelId="{A5C78888-F4B6-4D81-8759-0268B77ABEBF}" type="presParOf" srcId="{E2E8B179-B5F4-425F-A78B-930E31133EE0}" destId="{BE684289-390C-4465-9A97-B052B200B911}" srcOrd="1" destOrd="0" presId="urn:microsoft.com/office/officeart/2005/8/layout/hierarchy3"/>
    <dgm:cxn modelId="{61980278-E120-4141-A178-49CB51C0BF73}" type="presParOf" srcId="{E2E8B179-B5F4-425F-A78B-930E31133EE0}" destId="{3B8D3198-E1EF-453F-AFFE-9FBC4DBB8C22}" srcOrd="2" destOrd="0" presId="urn:microsoft.com/office/officeart/2005/8/layout/hierarchy3"/>
    <dgm:cxn modelId="{186D27B7-BC10-4594-A875-892678BF6715}" type="presParOf" srcId="{E2E8B179-B5F4-425F-A78B-930E31133EE0}" destId="{1ECA32A7-F69F-45D4-8E1C-4E4F6B0A0DDD}" srcOrd="3" destOrd="0" presId="urn:microsoft.com/office/officeart/2005/8/layout/hierarchy3"/>
    <dgm:cxn modelId="{B7CA6D47-F2E8-4FEC-ACED-567224F50A58}" type="presParOf" srcId="{54401BA3-9D0B-4B50-9CCE-DC3584D84A2F}" destId="{E666E9B2-E1C3-4C84-AD54-0C3F99656FEE}" srcOrd="1" destOrd="0" presId="urn:microsoft.com/office/officeart/2005/8/layout/hierarchy3"/>
    <dgm:cxn modelId="{20C9E367-09B3-4310-97C4-3425482AC0E7}" type="presParOf" srcId="{E666E9B2-E1C3-4C84-AD54-0C3F99656FEE}" destId="{9100FB01-E660-4064-91E5-C3E7A0FA9D49}" srcOrd="0" destOrd="0" presId="urn:microsoft.com/office/officeart/2005/8/layout/hierarchy3"/>
    <dgm:cxn modelId="{2F3B2EF2-7F70-471E-A834-D182B6318F2E}" type="presParOf" srcId="{9100FB01-E660-4064-91E5-C3E7A0FA9D49}" destId="{F9186B53-FD54-4229-AD3D-A77121E08546}" srcOrd="0" destOrd="0" presId="urn:microsoft.com/office/officeart/2005/8/layout/hierarchy3"/>
    <dgm:cxn modelId="{AC33D411-ECFA-4C59-82F0-4D00D6ADF3F5}" type="presParOf" srcId="{9100FB01-E660-4064-91E5-C3E7A0FA9D49}" destId="{61270E9D-EEBA-4396-86AA-ABE4955EEB0A}" srcOrd="1" destOrd="0" presId="urn:microsoft.com/office/officeart/2005/8/layout/hierarchy3"/>
    <dgm:cxn modelId="{828E574A-AA01-4E14-83DD-4F886F34F23C}" type="presParOf" srcId="{E666E9B2-E1C3-4C84-AD54-0C3F99656FEE}" destId="{2C812159-8D3C-4080-AF0D-D2302324D238}" srcOrd="1" destOrd="0" presId="urn:microsoft.com/office/officeart/2005/8/layout/hierarchy3"/>
    <dgm:cxn modelId="{0090A7A8-64E7-4766-AD24-F2E8E5E19E2E}" type="presParOf" srcId="{2C812159-8D3C-4080-AF0D-D2302324D238}" destId="{19495EF8-6E2F-4217-8AD8-041CA1C5866D}" srcOrd="0" destOrd="0" presId="urn:microsoft.com/office/officeart/2005/8/layout/hierarchy3"/>
    <dgm:cxn modelId="{1F4D070A-C270-4227-BEA4-8A4E32914FB1}" type="presParOf" srcId="{2C812159-8D3C-4080-AF0D-D2302324D238}" destId="{A049D8DD-4F8A-4CDC-B9C4-1413AE58A914}" srcOrd="1" destOrd="0" presId="urn:microsoft.com/office/officeart/2005/8/layout/hierarchy3"/>
    <dgm:cxn modelId="{02498E95-C22B-474A-AA88-89649A4A0E25}" type="presParOf" srcId="{2C812159-8D3C-4080-AF0D-D2302324D238}" destId="{90FF8827-264B-49F8-9398-244D238C970C}" srcOrd="2" destOrd="0" presId="urn:microsoft.com/office/officeart/2005/8/layout/hierarchy3"/>
    <dgm:cxn modelId="{1F6E9E6E-740E-4D9D-99E6-4150C6D7413D}" type="presParOf" srcId="{2C812159-8D3C-4080-AF0D-D2302324D238}" destId="{98A6B260-6A03-43A6-9254-2D05E29AD087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82FB77-62E9-4C78-9F46-266253D2BF7D}" type="doc">
      <dgm:prSet loTypeId="urn:microsoft.com/office/officeart/2005/8/layout/vList6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CA224B5-D600-4742-9EA6-7A35EAD0B725}">
      <dgm:prSet phldrT="[Texte]"/>
      <dgm:spPr/>
      <dgm:t>
        <a:bodyPr/>
        <a:lstStyle/>
        <a:p>
          <a:r>
            <a:rPr lang="fr-FR" dirty="0" err="1"/>
            <a:t>muscariniques</a:t>
          </a:r>
          <a:endParaRPr lang="fr-FR" dirty="0"/>
        </a:p>
      </dgm:t>
    </dgm:pt>
    <dgm:pt modelId="{55ACA99F-629E-4D8E-8387-213485BFF922}" type="parTrans" cxnId="{E05335CA-2E2D-44E0-A03D-E99CEBB8F702}">
      <dgm:prSet/>
      <dgm:spPr/>
      <dgm:t>
        <a:bodyPr/>
        <a:lstStyle/>
        <a:p>
          <a:endParaRPr lang="fr-FR"/>
        </a:p>
      </dgm:t>
    </dgm:pt>
    <dgm:pt modelId="{50E93FD8-3E53-4A88-BCB0-26E032F58293}" type="sibTrans" cxnId="{E05335CA-2E2D-44E0-A03D-E99CEBB8F702}">
      <dgm:prSet/>
      <dgm:spPr/>
      <dgm:t>
        <a:bodyPr/>
        <a:lstStyle/>
        <a:p>
          <a:endParaRPr lang="fr-FR"/>
        </a:p>
      </dgm:t>
    </dgm:pt>
    <dgm:pt modelId="{888B49A3-357F-4C23-A940-5D5DDBEB810B}">
      <dgm:prSet phldrT="[Texte]"/>
      <dgm:spPr/>
      <dgm:t>
        <a:bodyPr/>
        <a:lstStyle/>
        <a:p>
          <a:r>
            <a:rPr lang="fr-FR" dirty="0"/>
            <a:t>SNC</a:t>
          </a:r>
        </a:p>
      </dgm:t>
    </dgm:pt>
    <dgm:pt modelId="{8FB12B49-A487-43B8-8F26-1F1AFFFD46EB}" type="parTrans" cxnId="{F00A2662-B3ED-42CE-BE5A-B19D8D29D5F5}">
      <dgm:prSet/>
      <dgm:spPr/>
      <dgm:t>
        <a:bodyPr/>
        <a:lstStyle/>
        <a:p>
          <a:endParaRPr lang="fr-FR"/>
        </a:p>
      </dgm:t>
    </dgm:pt>
    <dgm:pt modelId="{B8259FBF-B94E-4FA9-863E-43DD88A7C7FB}" type="sibTrans" cxnId="{F00A2662-B3ED-42CE-BE5A-B19D8D29D5F5}">
      <dgm:prSet/>
      <dgm:spPr/>
      <dgm:t>
        <a:bodyPr/>
        <a:lstStyle/>
        <a:p>
          <a:endParaRPr lang="fr-FR"/>
        </a:p>
      </dgm:t>
    </dgm:pt>
    <dgm:pt modelId="{B66827CA-C7B5-4B36-BF37-AC75F8FD1211}">
      <dgm:prSet phldrT="[Texte]"/>
      <dgm:spPr/>
      <dgm:t>
        <a:bodyPr/>
        <a:lstStyle/>
        <a:p>
          <a:r>
            <a:rPr lang="fr-FR" dirty="0"/>
            <a:t>Myocarde et muscles lisses</a:t>
          </a:r>
        </a:p>
      </dgm:t>
    </dgm:pt>
    <dgm:pt modelId="{EC46FA74-3EA6-4313-AAD3-511AC1480C68}" type="parTrans" cxnId="{146D351A-F3F8-4B3A-91F8-3B7BB44E988A}">
      <dgm:prSet/>
      <dgm:spPr/>
      <dgm:t>
        <a:bodyPr/>
        <a:lstStyle/>
        <a:p>
          <a:endParaRPr lang="fr-FR"/>
        </a:p>
      </dgm:t>
    </dgm:pt>
    <dgm:pt modelId="{0EA3B31A-26DC-4693-A720-CCDDDF50B46A}" type="sibTrans" cxnId="{146D351A-F3F8-4B3A-91F8-3B7BB44E988A}">
      <dgm:prSet/>
      <dgm:spPr/>
      <dgm:t>
        <a:bodyPr/>
        <a:lstStyle/>
        <a:p>
          <a:endParaRPr lang="fr-FR"/>
        </a:p>
      </dgm:t>
    </dgm:pt>
    <dgm:pt modelId="{95EEACFC-F913-4FBE-B345-5E702D06D97B}">
      <dgm:prSet phldrT="[Texte]"/>
      <dgm:spPr/>
      <dgm:t>
        <a:bodyPr/>
        <a:lstStyle/>
        <a:p>
          <a:r>
            <a:rPr lang="fr-FR" dirty="0"/>
            <a:t>nicotiniques</a:t>
          </a:r>
        </a:p>
      </dgm:t>
    </dgm:pt>
    <dgm:pt modelId="{8E84B8B7-DFCE-4231-99C4-91EC658FD410}" type="parTrans" cxnId="{BF989B5C-F69E-497E-A2D8-9E079E34BAD1}">
      <dgm:prSet/>
      <dgm:spPr/>
      <dgm:t>
        <a:bodyPr/>
        <a:lstStyle/>
        <a:p>
          <a:endParaRPr lang="fr-FR"/>
        </a:p>
      </dgm:t>
    </dgm:pt>
    <dgm:pt modelId="{DFF8B924-F241-4C81-94AA-872E015D7A85}" type="sibTrans" cxnId="{BF989B5C-F69E-497E-A2D8-9E079E34BAD1}">
      <dgm:prSet/>
      <dgm:spPr/>
      <dgm:t>
        <a:bodyPr/>
        <a:lstStyle/>
        <a:p>
          <a:endParaRPr lang="fr-FR"/>
        </a:p>
      </dgm:t>
    </dgm:pt>
    <dgm:pt modelId="{F4A11F2A-5960-448A-8EA3-228CA0281DEF}">
      <dgm:prSet phldrT="[Texte]"/>
      <dgm:spPr/>
      <dgm:t>
        <a:bodyPr/>
        <a:lstStyle/>
        <a:p>
          <a:r>
            <a:rPr lang="fr-FR" dirty="0"/>
            <a:t>Ganglions autonomes</a:t>
          </a:r>
        </a:p>
      </dgm:t>
    </dgm:pt>
    <dgm:pt modelId="{2767499D-6B1C-466A-BC59-24B5E30DAEF1}" type="parTrans" cxnId="{84A27178-B8D8-4D89-AB96-E257F641F96C}">
      <dgm:prSet/>
      <dgm:spPr/>
      <dgm:t>
        <a:bodyPr/>
        <a:lstStyle/>
        <a:p>
          <a:endParaRPr lang="fr-FR"/>
        </a:p>
      </dgm:t>
    </dgm:pt>
    <dgm:pt modelId="{E2152F0D-850C-4563-873D-2D39CFAFD91E}" type="sibTrans" cxnId="{84A27178-B8D8-4D89-AB96-E257F641F96C}">
      <dgm:prSet/>
      <dgm:spPr/>
      <dgm:t>
        <a:bodyPr/>
        <a:lstStyle/>
        <a:p>
          <a:endParaRPr lang="fr-FR"/>
        </a:p>
      </dgm:t>
    </dgm:pt>
    <dgm:pt modelId="{62F53A42-F3BA-4F38-B522-26BC714E00A6}">
      <dgm:prSet phldrT="[Texte]"/>
      <dgm:spPr/>
      <dgm:t>
        <a:bodyPr/>
        <a:lstStyle/>
        <a:p>
          <a:r>
            <a:rPr lang="fr-FR" dirty="0"/>
            <a:t>M.E</a:t>
          </a:r>
        </a:p>
      </dgm:t>
    </dgm:pt>
    <dgm:pt modelId="{594C093B-F119-4266-BA42-40B02B859A00}" type="parTrans" cxnId="{0BB88387-6A41-4EC4-ABDC-CEEFA530A724}">
      <dgm:prSet/>
      <dgm:spPr/>
      <dgm:t>
        <a:bodyPr/>
        <a:lstStyle/>
        <a:p>
          <a:endParaRPr lang="fr-FR"/>
        </a:p>
      </dgm:t>
    </dgm:pt>
    <dgm:pt modelId="{50932F24-9DF9-479D-9032-0C9F6FDA30FB}" type="sibTrans" cxnId="{0BB88387-6A41-4EC4-ABDC-CEEFA530A724}">
      <dgm:prSet/>
      <dgm:spPr/>
      <dgm:t>
        <a:bodyPr/>
        <a:lstStyle/>
        <a:p>
          <a:endParaRPr lang="fr-FR"/>
        </a:p>
      </dgm:t>
    </dgm:pt>
    <dgm:pt modelId="{6F98B87A-D908-4E9E-8DA8-EEC979D5C959}">
      <dgm:prSet phldrT="[Texte]"/>
      <dgm:spPr/>
      <dgm:t>
        <a:bodyPr/>
        <a:lstStyle/>
        <a:p>
          <a:r>
            <a:rPr lang="fr-FR" dirty="0"/>
            <a:t>Plaque motrice</a:t>
          </a:r>
        </a:p>
      </dgm:t>
    </dgm:pt>
    <dgm:pt modelId="{94653EFA-3685-4582-9301-E272C15C3A6B}" type="parTrans" cxnId="{6D53ED65-02A3-413B-8223-3A0A7C0900FC}">
      <dgm:prSet/>
      <dgm:spPr/>
    </dgm:pt>
    <dgm:pt modelId="{8D7E06AC-EAA0-4CCA-B9DC-6B9BFFC4184F}" type="sibTrans" cxnId="{6D53ED65-02A3-413B-8223-3A0A7C0900FC}">
      <dgm:prSet/>
      <dgm:spPr/>
    </dgm:pt>
    <dgm:pt modelId="{029D6879-5DC0-4861-8CB3-800905D6AA68}" type="pres">
      <dgm:prSet presAssocID="{DA82FB77-62E9-4C78-9F46-266253D2BF7D}" presName="Name0" presStyleCnt="0">
        <dgm:presLayoutVars>
          <dgm:dir/>
          <dgm:animLvl val="lvl"/>
          <dgm:resizeHandles/>
        </dgm:presLayoutVars>
      </dgm:prSet>
      <dgm:spPr/>
    </dgm:pt>
    <dgm:pt modelId="{643D7A25-8CDA-4052-82EA-7F1D8DF745BE}" type="pres">
      <dgm:prSet presAssocID="{ACA224B5-D600-4742-9EA6-7A35EAD0B725}" presName="linNode" presStyleCnt="0"/>
      <dgm:spPr/>
    </dgm:pt>
    <dgm:pt modelId="{03A279E9-A4C6-4BE5-BEC7-98FB9FB0C5AB}" type="pres">
      <dgm:prSet presAssocID="{ACA224B5-D600-4742-9EA6-7A35EAD0B725}" presName="parentShp" presStyleLbl="node1" presStyleIdx="0" presStyleCnt="2">
        <dgm:presLayoutVars>
          <dgm:bulletEnabled val="1"/>
        </dgm:presLayoutVars>
      </dgm:prSet>
      <dgm:spPr/>
    </dgm:pt>
    <dgm:pt modelId="{F6948BD1-0DE8-4756-BE94-AF00A8DF1CE3}" type="pres">
      <dgm:prSet presAssocID="{ACA224B5-D600-4742-9EA6-7A35EAD0B725}" presName="childShp" presStyleLbl="bgAccFollowNode1" presStyleIdx="0" presStyleCnt="2">
        <dgm:presLayoutVars>
          <dgm:bulletEnabled val="1"/>
        </dgm:presLayoutVars>
      </dgm:prSet>
      <dgm:spPr/>
    </dgm:pt>
    <dgm:pt modelId="{F22EBB4A-ED93-4C7C-BF02-DDA90F13266A}" type="pres">
      <dgm:prSet presAssocID="{50E93FD8-3E53-4A88-BCB0-26E032F58293}" presName="spacing" presStyleCnt="0"/>
      <dgm:spPr/>
    </dgm:pt>
    <dgm:pt modelId="{CE92D1E7-1D7F-4BF7-A7F0-499E7DC9739F}" type="pres">
      <dgm:prSet presAssocID="{95EEACFC-F913-4FBE-B345-5E702D06D97B}" presName="linNode" presStyleCnt="0"/>
      <dgm:spPr/>
    </dgm:pt>
    <dgm:pt modelId="{9AEE6C50-CC26-4638-945B-C3FC8D88E348}" type="pres">
      <dgm:prSet presAssocID="{95EEACFC-F913-4FBE-B345-5E702D06D97B}" presName="parentShp" presStyleLbl="node1" presStyleIdx="1" presStyleCnt="2">
        <dgm:presLayoutVars>
          <dgm:bulletEnabled val="1"/>
        </dgm:presLayoutVars>
      </dgm:prSet>
      <dgm:spPr/>
    </dgm:pt>
    <dgm:pt modelId="{8B5304F7-25E7-4536-92E5-0AD2D7B2311F}" type="pres">
      <dgm:prSet presAssocID="{95EEACFC-F913-4FBE-B345-5E702D06D97B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4C2B0117-10F3-4FD6-97E4-1A640D7D8EB2}" type="presOf" srcId="{B66827CA-C7B5-4B36-BF37-AC75F8FD1211}" destId="{F6948BD1-0DE8-4756-BE94-AF00A8DF1CE3}" srcOrd="0" destOrd="1" presId="urn:microsoft.com/office/officeart/2005/8/layout/vList6"/>
    <dgm:cxn modelId="{87BBBD17-8319-46BE-91B2-C7C07EB34DA6}" type="presOf" srcId="{62F53A42-F3BA-4F38-B522-26BC714E00A6}" destId="{8B5304F7-25E7-4536-92E5-0AD2D7B2311F}" srcOrd="0" destOrd="1" presId="urn:microsoft.com/office/officeart/2005/8/layout/vList6"/>
    <dgm:cxn modelId="{146D351A-F3F8-4B3A-91F8-3B7BB44E988A}" srcId="{ACA224B5-D600-4742-9EA6-7A35EAD0B725}" destId="{B66827CA-C7B5-4B36-BF37-AC75F8FD1211}" srcOrd="1" destOrd="0" parTransId="{EC46FA74-3EA6-4313-AAD3-511AC1480C68}" sibTransId="{0EA3B31A-26DC-4693-A720-CCDDDF50B46A}"/>
    <dgm:cxn modelId="{18EF5A1C-2306-4047-A27A-C420455D15E6}" type="presOf" srcId="{888B49A3-357F-4C23-A940-5D5DDBEB810B}" destId="{F6948BD1-0DE8-4756-BE94-AF00A8DF1CE3}" srcOrd="0" destOrd="0" presId="urn:microsoft.com/office/officeart/2005/8/layout/vList6"/>
    <dgm:cxn modelId="{BF989B5C-F69E-497E-A2D8-9E079E34BAD1}" srcId="{DA82FB77-62E9-4C78-9F46-266253D2BF7D}" destId="{95EEACFC-F913-4FBE-B345-5E702D06D97B}" srcOrd="1" destOrd="0" parTransId="{8E84B8B7-DFCE-4231-99C4-91EC658FD410}" sibTransId="{DFF8B924-F241-4C81-94AA-872E015D7A85}"/>
    <dgm:cxn modelId="{F00A2662-B3ED-42CE-BE5A-B19D8D29D5F5}" srcId="{ACA224B5-D600-4742-9EA6-7A35EAD0B725}" destId="{888B49A3-357F-4C23-A940-5D5DDBEB810B}" srcOrd="0" destOrd="0" parTransId="{8FB12B49-A487-43B8-8F26-1F1AFFFD46EB}" sibTransId="{B8259FBF-B94E-4FA9-863E-43DD88A7C7FB}"/>
    <dgm:cxn modelId="{6D53ED65-02A3-413B-8223-3A0A7C0900FC}" srcId="{95EEACFC-F913-4FBE-B345-5E702D06D97B}" destId="{6F98B87A-D908-4E9E-8DA8-EEC979D5C959}" srcOrd="2" destOrd="0" parTransId="{94653EFA-3685-4582-9301-E272C15C3A6B}" sibTransId="{8D7E06AC-EAA0-4CCA-B9DC-6B9BFFC4184F}"/>
    <dgm:cxn modelId="{0E4C3557-3017-4234-9BA5-E3BDB00B713A}" type="presOf" srcId="{6F98B87A-D908-4E9E-8DA8-EEC979D5C959}" destId="{8B5304F7-25E7-4536-92E5-0AD2D7B2311F}" srcOrd="0" destOrd="2" presId="urn:microsoft.com/office/officeart/2005/8/layout/vList6"/>
    <dgm:cxn modelId="{84A27178-B8D8-4D89-AB96-E257F641F96C}" srcId="{95EEACFC-F913-4FBE-B345-5E702D06D97B}" destId="{F4A11F2A-5960-448A-8EA3-228CA0281DEF}" srcOrd="0" destOrd="0" parTransId="{2767499D-6B1C-466A-BC59-24B5E30DAEF1}" sibTransId="{E2152F0D-850C-4563-873D-2D39CFAFD91E}"/>
    <dgm:cxn modelId="{0BB88387-6A41-4EC4-ABDC-CEEFA530A724}" srcId="{95EEACFC-F913-4FBE-B345-5E702D06D97B}" destId="{62F53A42-F3BA-4F38-B522-26BC714E00A6}" srcOrd="1" destOrd="0" parTransId="{594C093B-F119-4266-BA42-40B02B859A00}" sibTransId="{50932F24-9DF9-479D-9032-0C9F6FDA30FB}"/>
    <dgm:cxn modelId="{E55E3AA2-9FE5-4CD2-A4B2-A73493356AED}" type="presOf" srcId="{DA82FB77-62E9-4C78-9F46-266253D2BF7D}" destId="{029D6879-5DC0-4861-8CB3-800905D6AA68}" srcOrd="0" destOrd="0" presId="urn:microsoft.com/office/officeart/2005/8/layout/vList6"/>
    <dgm:cxn modelId="{E05335CA-2E2D-44E0-A03D-E99CEBB8F702}" srcId="{DA82FB77-62E9-4C78-9F46-266253D2BF7D}" destId="{ACA224B5-D600-4742-9EA6-7A35EAD0B725}" srcOrd="0" destOrd="0" parTransId="{55ACA99F-629E-4D8E-8387-213485BFF922}" sibTransId="{50E93FD8-3E53-4A88-BCB0-26E032F58293}"/>
    <dgm:cxn modelId="{CE7F4ED5-DC97-49F9-83D2-7CF706CF45CE}" type="presOf" srcId="{ACA224B5-D600-4742-9EA6-7A35EAD0B725}" destId="{03A279E9-A4C6-4BE5-BEC7-98FB9FB0C5AB}" srcOrd="0" destOrd="0" presId="urn:microsoft.com/office/officeart/2005/8/layout/vList6"/>
    <dgm:cxn modelId="{31724AD6-7245-4046-A887-80867E3B330A}" type="presOf" srcId="{95EEACFC-F913-4FBE-B345-5E702D06D97B}" destId="{9AEE6C50-CC26-4638-945B-C3FC8D88E348}" srcOrd="0" destOrd="0" presId="urn:microsoft.com/office/officeart/2005/8/layout/vList6"/>
    <dgm:cxn modelId="{810BECFE-0F78-464F-BB0B-913B675739A6}" type="presOf" srcId="{F4A11F2A-5960-448A-8EA3-228CA0281DEF}" destId="{8B5304F7-25E7-4536-92E5-0AD2D7B2311F}" srcOrd="0" destOrd="0" presId="urn:microsoft.com/office/officeart/2005/8/layout/vList6"/>
    <dgm:cxn modelId="{FD75D688-44C2-4DA9-8FD7-2FF76CCF5089}" type="presParOf" srcId="{029D6879-5DC0-4861-8CB3-800905D6AA68}" destId="{643D7A25-8CDA-4052-82EA-7F1D8DF745BE}" srcOrd="0" destOrd="0" presId="urn:microsoft.com/office/officeart/2005/8/layout/vList6"/>
    <dgm:cxn modelId="{A497CE1A-6313-4273-9D63-99F36DD435F3}" type="presParOf" srcId="{643D7A25-8CDA-4052-82EA-7F1D8DF745BE}" destId="{03A279E9-A4C6-4BE5-BEC7-98FB9FB0C5AB}" srcOrd="0" destOrd="0" presId="urn:microsoft.com/office/officeart/2005/8/layout/vList6"/>
    <dgm:cxn modelId="{8E200F90-5391-4F2B-AF48-27A2FF1FD0BF}" type="presParOf" srcId="{643D7A25-8CDA-4052-82EA-7F1D8DF745BE}" destId="{F6948BD1-0DE8-4756-BE94-AF00A8DF1CE3}" srcOrd="1" destOrd="0" presId="urn:microsoft.com/office/officeart/2005/8/layout/vList6"/>
    <dgm:cxn modelId="{F91AE3D6-B3B0-4BBD-A3E4-08C73B9C84A3}" type="presParOf" srcId="{029D6879-5DC0-4861-8CB3-800905D6AA68}" destId="{F22EBB4A-ED93-4C7C-BF02-DDA90F13266A}" srcOrd="1" destOrd="0" presId="urn:microsoft.com/office/officeart/2005/8/layout/vList6"/>
    <dgm:cxn modelId="{79500C38-9265-4B31-B887-1F111D0F8974}" type="presParOf" srcId="{029D6879-5DC0-4861-8CB3-800905D6AA68}" destId="{CE92D1E7-1D7F-4BF7-A7F0-499E7DC9739F}" srcOrd="2" destOrd="0" presId="urn:microsoft.com/office/officeart/2005/8/layout/vList6"/>
    <dgm:cxn modelId="{01D70C52-8AA8-45F6-82F8-9436D012D42B}" type="presParOf" srcId="{CE92D1E7-1D7F-4BF7-A7F0-499E7DC9739F}" destId="{9AEE6C50-CC26-4638-945B-C3FC8D88E348}" srcOrd="0" destOrd="0" presId="urn:microsoft.com/office/officeart/2005/8/layout/vList6"/>
    <dgm:cxn modelId="{40EA6DF2-18A8-4FC8-80F0-909427B50C97}" type="presParOf" srcId="{CE92D1E7-1D7F-4BF7-A7F0-499E7DC9739F}" destId="{8B5304F7-25E7-4536-92E5-0AD2D7B2311F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781163F-3DC0-494A-A86B-85C81F9ED6DA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7CD80CB1-C6FB-4F87-B8B5-763F4B118DA2}">
      <dgm:prSet phldrT="[Texte]"/>
      <dgm:spPr/>
      <dgm:t>
        <a:bodyPr/>
        <a:lstStyle/>
        <a:p>
          <a:r>
            <a:rPr lang="fr-FR" dirty="0"/>
            <a:t>directs</a:t>
          </a:r>
        </a:p>
      </dgm:t>
    </dgm:pt>
    <dgm:pt modelId="{9B39F3CE-630D-4FD7-A4EB-73EFCBB3B7DC}" type="parTrans" cxnId="{3E6EEDCA-23B1-41A1-8DB4-A6E273E010C9}">
      <dgm:prSet/>
      <dgm:spPr/>
      <dgm:t>
        <a:bodyPr/>
        <a:lstStyle/>
        <a:p>
          <a:endParaRPr lang="fr-FR"/>
        </a:p>
      </dgm:t>
    </dgm:pt>
    <dgm:pt modelId="{E560B2D6-5DF5-4BEB-AF06-E85AAA0D291D}" type="sibTrans" cxnId="{3E6EEDCA-23B1-41A1-8DB4-A6E273E010C9}">
      <dgm:prSet/>
      <dgm:spPr/>
      <dgm:t>
        <a:bodyPr/>
        <a:lstStyle/>
        <a:p>
          <a:endParaRPr lang="fr-FR"/>
        </a:p>
      </dgm:t>
    </dgm:pt>
    <dgm:pt modelId="{E06E6501-28AD-4E3E-9BB7-524069B159D4}">
      <dgm:prSet phldrT="[Texte]"/>
      <dgm:spPr/>
      <dgm:t>
        <a:bodyPr/>
        <a:lstStyle/>
        <a:p>
          <a:r>
            <a:rPr lang="fr-FR" dirty="0"/>
            <a:t>Ils se fixent sur les récepteurs </a:t>
          </a:r>
          <a:r>
            <a:rPr lang="el-GR" dirty="0"/>
            <a:t>α</a:t>
          </a:r>
          <a:r>
            <a:rPr lang="fr-FR" dirty="0"/>
            <a:t> et </a:t>
          </a:r>
          <a:r>
            <a:rPr lang="el-GR" dirty="0"/>
            <a:t>β</a:t>
          </a:r>
          <a:endParaRPr lang="fr-FR" dirty="0"/>
        </a:p>
      </dgm:t>
    </dgm:pt>
    <dgm:pt modelId="{EAB2707D-1A49-4700-B8BA-5F222E352784}" type="parTrans" cxnId="{30C16541-3A90-4928-A963-E001685E5E20}">
      <dgm:prSet/>
      <dgm:spPr/>
      <dgm:t>
        <a:bodyPr/>
        <a:lstStyle/>
        <a:p>
          <a:endParaRPr lang="fr-FR"/>
        </a:p>
      </dgm:t>
    </dgm:pt>
    <dgm:pt modelId="{E8FCF420-20CC-4E91-B20D-F54BB2C0EE8E}" type="sibTrans" cxnId="{30C16541-3A90-4928-A963-E001685E5E20}">
      <dgm:prSet/>
      <dgm:spPr/>
      <dgm:t>
        <a:bodyPr/>
        <a:lstStyle/>
        <a:p>
          <a:endParaRPr lang="fr-FR"/>
        </a:p>
      </dgm:t>
    </dgm:pt>
    <dgm:pt modelId="{8DA47B5E-9833-429B-861E-6D2A50FEB169}">
      <dgm:prSet phldrT="[Texte]"/>
      <dgm:spPr/>
      <dgm:t>
        <a:bodyPr/>
        <a:lstStyle/>
        <a:p>
          <a:r>
            <a:rPr lang="fr-FR" dirty="0"/>
            <a:t>indirects</a:t>
          </a:r>
        </a:p>
      </dgm:t>
    </dgm:pt>
    <dgm:pt modelId="{71141627-61D8-4AF5-983A-95A000C541C5}" type="parTrans" cxnId="{FB94254F-5783-4210-8DE5-CC907815938D}">
      <dgm:prSet/>
      <dgm:spPr/>
      <dgm:t>
        <a:bodyPr/>
        <a:lstStyle/>
        <a:p>
          <a:endParaRPr lang="fr-FR"/>
        </a:p>
      </dgm:t>
    </dgm:pt>
    <dgm:pt modelId="{1524B3DD-E28B-491A-9FBC-2388E29B7CD2}" type="sibTrans" cxnId="{FB94254F-5783-4210-8DE5-CC907815938D}">
      <dgm:prSet/>
      <dgm:spPr/>
      <dgm:t>
        <a:bodyPr/>
        <a:lstStyle/>
        <a:p>
          <a:endParaRPr lang="fr-FR"/>
        </a:p>
      </dgm:t>
    </dgm:pt>
    <dgm:pt modelId="{E4209249-55A4-49B5-AACB-921F0F9247B2}">
      <dgm:prSet phldrT="[Texte]"/>
      <dgm:spPr/>
      <dgm:t>
        <a:bodyPr/>
        <a:lstStyle/>
        <a:p>
          <a:r>
            <a:rPr lang="fr-FR" dirty="0"/>
            <a:t>Augmentent la libération de la noradrénaline </a:t>
          </a:r>
        </a:p>
      </dgm:t>
    </dgm:pt>
    <dgm:pt modelId="{5251EC7A-E482-4002-909F-260D1070EC3D}" type="parTrans" cxnId="{CE7C5EC4-B0D4-4160-B923-D7EABB6AF679}">
      <dgm:prSet/>
      <dgm:spPr/>
      <dgm:t>
        <a:bodyPr/>
        <a:lstStyle/>
        <a:p>
          <a:endParaRPr lang="fr-FR"/>
        </a:p>
      </dgm:t>
    </dgm:pt>
    <dgm:pt modelId="{B89567A2-5668-4B80-8C48-8FE3AEE1F171}" type="sibTrans" cxnId="{CE7C5EC4-B0D4-4160-B923-D7EABB6AF679}">
      <dgm:prSet/>
      <dgm:spPr/>
      <dgm:t>
        <a:bodyPr/>
        <a:lstStyle/>
        <a:p>
          <a:endParaRPr lang="fr-FR"/>
        </a:p>
      </dgm:t>
    </dgm:pt>
    <dgm:pt modelId="{9E00543A-9EEE-43FA-980A-1511E9F14C17}">
      <dgm:prSet phldrT="[Texte]"/>
      <dgm:spPr/>
      <dgm:t>
        <a:bodyPr/>
        <a:lstStyle/>
        <a:p>
          <a:r>
            <a:rPr lang="fr-FR" dirty="0"/>
            <a:t>Inhibent sa recapture </a:t>
          </a:r>
        </a:p>
      </dgm:t>
    </dgm:pt>
    <dgm:pt modelId="{31C3F489-35BC-4E57-BD57-25C3887C94A9}" type="parTrans" cxnId="{EDBE48F4-5C35-4DA2-B47D-A9B12B987AEB}">
      <dgm:prSet/>
      <dgm:spPr/>
      <dgm:t>
        <a:bodyPr/>
        <a:lstStyle/>
        <a:p>
          <a:endParaRPr lang="fr-FR"/>
        </a:p>
      </dgm:t>
    </dgm:pt>
    <dgm:pt modelId="{77703B78-F561-4118-B258-D6FF7855FE20}" type="sibTrans" cxnId="{EDBE48F4-5C35-4DA2-B47D-A9B12B987AEB}">
      <dgm:prSet/>
      <dgm:spPr/>
      <dgm:t>
        <a:bodyPr/>
        <a:lstStyle/>
        <a:p>
          <a:endParaRPr lang="fr-FR"/>
        </a:p>
      </dgm:t>
    </dgm:pt>
    <dgm:pt modelId="{9FC069B2-9C31-4A75-A4B4-F11783FCBE93}">
      <dgm:prSet phldrT="[Texte]"/>
      <dgm:spPr/>
      <dgm:t>
        <a:bodyPr/>
        <a:lstStyle/>
        <a:p>
          <a:r>
            <a:rPr lang="fr-FR" dirty="0"/>
            <a:t>Inhibent la dégradation</a:t>
          </a:r>
        </a:p>
      </dgm:t>
    </dgm:pt>
    <dgm:pt modelId="{C29950CD-8F7C-4C59-B485-5D35DB41A193}" type="parTrans" cxnId="{A1B0FF52-EE49-42BD-BFBD-C08144933F36}">
      <dgm:prSet/>
      <dgm:spPr/>
      <dgm:t>
        <a:bodyPr/>
        <a:lstStyle/>
        <a:p>
          <a:endParaRPr lang="fr-FR"/>
        </a:p>
      </dgm:t>
    </dgm:pt>
    <dgm:pt modelId="{CEE3C753-AFFF-4F97-BB02-9FC827B25F7B}" type="sibTrans" cxnId="{A1B0FF52-EE49-42BD-BFBD-C08144933F36}">
      <dgm:prSet/>
      <dgm:spPr/>
      <dgm:t>
        <a:bodyPr/>
        <a:lstStyle/>
        <a:p>
          <a:endParaRPr lang="fr-FR"/>
        </a:p>
      </dgm:t>
    </dgm:pt>
    <dgm:pt modelId="{C70697C6-EF7A-4603-9424-E800A1A7ABC9}" type="pres">
      <dgm:prSet presAssocID="{6781163F-3DC0-494A-A86B-85C81F9ED6DA}" presName="Name0" presStyleCnt="0">
        <dgm:presLayoutVars>
          <dgm:dir/>
          <dgm:animLvl val="lvl"/>
          <dgm:resizeHandles val="exact"/>
        </dgm:presLayoutVars>
      </dgm:prSet>
      <dgm:spPr/>
    </dgm:pt>
    <dgm:pt modelId="{F6E83BA4-B459-4EC7-8AD6-98116960AFC6}" type="pres">
      <dgm:prSet presAssocID="{7CD80CB1-C6FB-4F87-B8B5-763F4B118DA2}" presName="linNode" presStyleCnt="0"/>
      <dgm:spPr/>
    </dgm:pt>
    <dgm:pt modelId="{028E176E-13F1-4770-987C-622830254A2B}" type="pres">
      <dgm:prSet presAssocID="{7CD80CB1-C6FB-4F87-B8B5-763F4B118DA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EB783D4-6972-45F7-AC1D-728D71CE98C7}" type="pres">
      <dgm:prSet presAssocID="{7CD80CB1-C6FB-4F87-B8B5-763F4B118DA2}" presName="descendantText" presStyleLbl="alignAccFollowNode1" presStyleIdx="0" presStyleCnt="2">
        <dgm:presLayoutVars>
          <dgm:bulletEnabled val="1"/>
        </dgm:presLayoutVars>
      </dgm:prSet>
      <dgm:spPr/>
    </dgm:pt>
    <dgm:pt modelId="{9F245D2F-F717-4D04-9550-00E618FE773F}" type="pres">
      <dgm:prSet presAssocID="{E560B2D6-5DF5-4BEB-AF06-E85AAA0D291D}" presName="sp" presStyleCnt="0"/>
      <dgm:spPr/>
    </dgm:pt>
    <dgm:pt modelId="{63237336-83C3-45E6-AE75-979486CD4C06}" type="pres">
      <dgm:prSet presAssocID="{8DA47B5E-9833-429B-861E-6D2A50FEB169}" presName="linNode" presStyleCnt="0"/>
      <dgm:spPr/>
    </dgm:pt>
    <dgm:pt modelId="{1C003586-AFAE-45A1-8E4E-DBCF82AEFB17}" type="pres">
      <dgm:prSet presAssocID="{8DA47B5E-9833-429B-861E-6D2A50FEB16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9B637A95-746A-474D-8F20-846AFC473CD6}" type="pres">
      <dgm:prSet presAssocID="{8DA47B5E-9833-429B-861E-6D2A50FEB16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47670820-3899-4266-B18C-18A9F529D266}" type="presOf" srcId="{7CD80CB1-C6FB-4F87-B8B5-763F4B118DA2}" destId="{028E176E-13F1-4770-987C-622830254A2B}" srcOrd="0" destOrd="0" presId="urn:microsoft.com/office/officeart/2005/8/layout/vList5"/>
    <dgm:cxn modelId="{9AD7F12E-834D-4C04-9919-E0A6BBC0790E}" type="presOf" srcId="{9FC069B2-9C31-4A75-A4B4-F11783FCBE93}" destId="{9B637A95-746A-474D-8F20-846AFC473CD6}" srcOrd="0" destOrd="2" presId="urn:microsoft.com/office/officeart/2005/8/layout/vList5"/>
    <dgm:cxn modelId="{CD90995D-16A8-4D4C-BADD-18D62DF7E8DA}" type="presOf" srcId="{8DA47B5E-9833-429B-861E-6D2A50FEB169}" destId="{1C003586-AFAE-45A1-8E4E-DBCF82AEFB17}" srcOrd="0" destOrd="0" presId="urn:microsoft.com/office/officeart/2005/8/layout/vList5"/>
    <dgm:cxn modelId="{30C16541-3A90-4928-A963-E001685E5E20}" srcId="{7CD80CB1-C6FB-4F87-B8B5-763F4B118DA2}" destId="{E06E6501-28AD-4E3E-9BB7-524069B159D4}" srcOrd="0" destOrd="0" parTransId="{EAB2707D-1A49-4700-B8BA-5F222E352784}" sibTransId="{E8FCF420-20CC-4E91-B20D-F54BB2C0EE8E}"/>
    <dgm:cxn modelId="{FB94254F-5783-4210-8DE5-CC907815938D}" srcId="{6781163F-3DC0-494A-A86B-85C81F9ED6DA}" destId="{8DA47B5E-9833-429B-861E-6D2A50FEB169}" srcOrd="1" destOrd="0" parTransId="{71141627-61D8-4AF5-983A-95A000C541C5}" sibTransId="{1524B3DD-E28B-491A-9FBC-2388E29B7CD2}"/>
    <dgm:cxn modelId="{98F4B770-1808-4B41-8B7F-88AC970C864C}" type="presOf" srcId="{9E00543A-9EEE-43FA-980A-1511E9F14C17}" destId="{9B637A95-746A-474D-8F20-846AFC473CD6}" srcOrd="0" destOrd="1" presId="urn:microsoft.com/office/officeart/2005/8/layout/vList5"/>
    <dgm:cxn modelId="{A1C02852-9BFE-483A-8888-12CAAABDD8A5}" type="presOf" srcId="{E4209249-55A4-49B5-AACB-921F0F9247B2}" destId="{9B637A95-746A-474D-8F20-846AFC473CD6}" srcOrd="0" destOrd="0" presId="urn:microsoft.com/office/officeart/2005/8/layout/vList5"/>
    <dgm:cxn modelId="{A1B0FF52-EE49-42BD-BFBD-C08144933F36}" srcId="{8DA47B5E-9833-429B-861E-6D2A50FEB169}" destId="{9FC069B2-9C31-4A75-A4B4-F11783FCBE93}" srcOrd="2" destOrd="0" parTransId="{C29950CD-8F7C-4C59-B485-5D35DB41A193}" sibTransId="{CEE3C753-AFFF-4F97-BB02-9FC827B25F7B}"/>
    <dgm:cxn modelId="{2C631183-FF35-46A1-90E4-F671573C8545}" type="presOf" srcId="{E06E6501-28AD-4E3E-9BB7-524069B159D4}" destId="{BEB783D4-6972-45F7-AC1D-728D71CE98C7}" srcOrd="0" destOrd="0" presId="urn:microsoft.com/office/officeart/2005/8/layout/vList5"/>
    <dgm:cxn modelId="{E4DD3AAD-15D2-4747-8D30-5BE33F1FE9AA}" type="presOf" srcId="{6781163F-3DC0-494A-A86B-85C81F9ED6DA}" destId="{C70697C6-EF7A-4603-9424-E800A1A7ABC9}" srcOrd="0" destOrd="0" presId="urn:microsoft.com/office/officeart/2005/8/layout/vList5"/>
    <dgm:cxn modelId="{CE7C5EC4-B0D4-4160-B923-D7EABB6AF679}" srcId="{8DA47B5E-9833-429B-861E-6D2A50FEB169}" destId="{E4209249-55A4-49B5-AACB-921F0F9247B2}" srcOrd="0" destOrd="0" parTransId="{5251EC7A-E482-4002-909F-260D1070EC3D}" sibTransId="{B89567A2-5668-4B80-8C48-8FE3AEE1F171}"/>
    <dgm:cxn modelId="{3E6EEDCA-23B1-41A1-8DB4-A6E273E010C9}" srcId="{6781163F-3DC0-494A-A86B-85C81F9ED6DA}" destId="{7CD80CB1-C6FB-4F87-B8B5-763F4B118DA2}" srcOrd="0" destOrd="0" parTransId="{9B39F3CE-630D-4FD7-A4EB-73EFCBB3B7DC}" sibTransId="{E560B2D6-5DF5-4BEB-AF06-E85AAA0D291D}"/>
    <dgm:cxn modelId="{EDBE48F4-5C35-4DA2-B47D-A9B12B987AEB}" srcId="{8DA47B5E-9833-429B-861E-6D2A50FEB169}" destId="{9E00543A-9EEE-43FA-980A-1511E9F14C17}" srcOrd="1" destOrd="0" parTransId="{31C3F489-35BC-4E57-BD57-25C3887C94A9}" sibTransId="{77703B78-F561-4118-B258-D6FF7855FE20}"/>
    <dgm:cxn modelId="{061E4768-A0A4-47BE-AE41-F5A2374191AE}" type="presParOf" srcId="{C70697C6-EF7A-4603-9424-E800A1A7ABC9}" destId="{F6E83BA4-B459-4EC7-8AD6-98116960AFC6}" srcOrd="0" destOrd="0" presId="urn:microsoft.com/office/officeart/2005/8/layout/vList5"/>
    <dgm:cxn modelId="{69A8E32C-4CD4-4E56-B6EA-A4E08219A3B7}" type="presParOf" srcId="{F6E83BA4-B459-4EC7-8AD6-98116960AFC6}" destId="{028E176E-13F1-4770-987C-622830254A2B}" srcOrd="0" destOrd="0" presId="urn:microsoft.com/office/officeart/2005/8/layout/vList5"/>
    <dgm:cxn modelId="{3210DC93-5851-48F9-80C9-8152F285B1C1}" type="presParOf" srcId="{F6E83BA4-B459-4EC7-8AD6-98116960AFC6}" destId="{BEB783D4-6972-45F7-AC1D-728D71CE98C7}" srcOrd="1" destOrd="0" presId="urn:microsoft.com/office/officeart/2005/8/layout/vList5"/>
    <dgm:cxn modelId="{ACC915E8-37A1-4A1D-9D35-385044893675}" type="presParOf" srcId="{C70697C6-EF7A-4603-9424-E800A1A7ABC9}" destId="{9F245D2F-F717-4D04-9550-00E618FE773F}" srcOrd="1" destOrd="0" presId="urn:microsoft.com/office/officeart/2005/8/layout/vList5"/>
    <dgm:cxn modelId="{6D4CC1DC-06B9-4E4E-911E-7BD033FE1A6E}" type="presParOf" srcId="{C70697C6-EF7A-4603-9424-E800A1A7ABC9}" destId="{63237336-83C3-45E6-AE75-979486CD4C06}" srcOrd="2" destOrd="0" presId="urn:microsoft.com/office/officeart/2005/8/layout/vList5"/>
    <dgm:cxn modelId="{0E4D64A2-3D98-412C-AD8A-5F816764C15B}" type="presParOf" srcId="{63237336-83C3-45E6-AE75-979486CD4C06}" destId="{1C003586-AFAE-45A1-8E4E-DBCF82AEFB17}" srcOrd="0" destOrd="0" presId="urn:microsoft.com/office/officeart/2005/8/layout/vList5"/>
    <dgm:cxn modelId="{6492E8A2-FE26-43DF-B39E-87370BD45E31}" type="presParOf" srcId="{63237336-83C3-45E6-AE75-979486CD4C06}" destId="{9B637A95-746A-474D-8F20-846AFC473CD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48CE50-07D9-418D-96F6-4FDF500E3895}" type="doc">
      <dgm:prSet loTypeId="urn:microsoft.com/office/officeart/2005/8/layout/vList2" loCatId="list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fr-FR"/>
        </a:p>
      </dgm:t>
    </dgm:pt>
    <dgm:pt modelId="{ABA20E90-856D-4C57-A89E-52152D24C314}">
      <dgm:prSet phldrT="[Texte]"/>
      <dgm:spPr/>
      <dgm:t>
        <a:bodyPr/>
        <a:lstStyle/>
        <a:p>
          <a:r>
            <a:rPr lang="el-GR" dirty="0"/>
            <a:t>α</a:t>
          </a:r>
          <a:r>
            <a:rPr lang="fr-FR" dirty="0"/>
            <a:t>1 stimulants</a:t>
          </a:r>
        </a:p>
      </dgm:t>
    </dgm:pt>
    <dgm:pt modelId="{6870D83A-1E91-4C87-9C22-C21034B203A9}" type="parTrans" cxnId="{EF7A463E-DC2C-4485-B1DC-5A6AE5E21286}">
      <dgm:prSet/>
      <dgm:spPr/>
      <dgm:t>
        <a:bodyPr/>
        <a:lstStyle/>
        <a:p>
          <a:endParaRPr lang="fr-FR"/>
        </a:p>
      </dgm:t>
    </dgm:pt>
    <dgm:pt modelId="{764526FC-C16D-4928-96FB-B1CC320C5AE8}" type="sibTrans" cxnId="{EF7A463E-DC2C-4485-B1DC-5A6AE5E21286}">
      <dgm:prSet/>
      <dgm:spPr/>
      <dgm:t>
        <a:bodyPr/>
        <a:lstStyle/>
        <a:p>
          <a:endParaRPr lang="fr-FR"/>
        </a:p>
      </dgm:t>
    </dgm:pt>
    <dgm:pt modelId="{E426DFF0-1460-4DEA-A651-A9CA3B761565}">
      <dgm:prSet phldrT="[Texte]"/>
      <dgm:spPr/>
      <dgm:t>
        <a:bodyPr/>
        <a:lstStyle/>
        <a:p>
          <a:r>
            <a:rPr lang="fr-FR" dirty="0"/>
            <a:t>adrénaline</a:t>
          </a:r>
        </a:p>
      </dgm:t>
    </dgm:pt>
    <dgm:pt modelId="{D1762EB1-18CC-4100-BADE-66AC52452BEA}" type="parTrans" cxnId="{A92593E2-B792-4105-B6B0-9EAA25672ACA}">
      <dgm:prSet/>
      <dgm:spPr/>
      <dgm:t>
        <a:bodyPr/>
        <a:lstStyle/>
        <a:p>
          <a:endParaRPr lang="fr-FR"/>
        </a:p>
      </dgm:t>
    </dgm:pt>
    <dgm:pt modelId="{95F85E95-8CA1-40FA-B674-2F7A13B382A1}" type="sibTrans" cxnId="{A92593E2-B792-4105-B6B0-9EAA25672ACA}">
      <dgm:prSet/>
      <dgm:spPr/>
      <dgm:t>
        <a:bodyPr/>
        <a:lstStyle/>
        <a:p>
          <a:endParaRPr lang="fr-FR"/>
        </a:p>
      </dgm:t>
    </dgm:pt>
    <dgm:pt modelId="{B7A5DB4C-5E0B-4A4A-B7A5-5BA8111955EC}">
      <dgm:prSet phldrT="[Texte]"/>
      <dgm:spPr/>
      <dgm:t>
        <a:bodyPr/>
        <a:lstStyle/>
        <a:p>
          <a:r>
            <a:rPr lang="el-GR" dirty="0">
              <a:latin typeface="Constantia"/>
            </a:rPr>
            <a:t>β</a:t>
          </a:r>
          <a:r>
            <a:rPr lang="fr-FR" dirty="0"/>
            <a:t> stimulants</a:t>
          </a:r>
        </a:p>
      </dgm:t>
    </dgm:pt>
    <dgm:pt modelId="{3CE279C1-6970-482C-84B3-ADF99100EA5A}" type="parTrans" cxnId="{5FB3FAD5-A989-4F1F-928A-AE630491D6BC}">
      <dgm:prSet/>
      <dgm:spPr/>
      <dgm:t>
        <a:bodyPr/>
        <a:lstStyle/>
        <a:p>
          <a:endParaRPr lang="fr-FR"/>
        </a:p>
      </dgm:t>
    </dgm:pt>
    <dgm:pt modelId="{A83D9C19-F88D-4DC5-A577-207EFF46368C}" type="sibTrans" cxnId="{5FB3FAD5-A989-4F1F-928A-AE630491D6BC}">
      <dgm:prSet/>
      <dgm:spPr/>
      <dgm:t>
        <a:bodyPr/>
        <a:lstStyle/>
        <a:p>
          <a:endParaRPr lang="fr-FR"/>
        </a:p>
      </dgm:t>
    </dgm:pt>
    <dgm:pt modelId="{706D3467-C53B-41BE-AB5E-8B8DD8747ACC}">
      <dgm:prSet phldrT="[Texte]"/>
      <dgm:spPr/>
      <dgm:t>
        <a:bodyPr/>
        <a:lstStyle/>
        <a:p>
          <a:r>
            <a:rPr lang="el-GR" dirty="0">
              <a:latin typeface="Constantia"/>
            </a:rPr>
            <a:t>Β</a:t>
          </a:r>
          <a:r>
            <a:rPr lang="fr-FR" dirty="0">
              <a:latin typeface="Constantia"/>
            </a:rPr>
            <a:t>1/</a:t>
          </a:r>
          <a:r>
            <a:rPr lang="el-GR" dirty="0">
              <a:latin typeface="Constantia"/>
            </a:rPr>
            <a:t>β</a:t>
          </a:r>
          <a:r>
            <a:rPr lang="fr-FR" dirty="0">
              <a:latin typeface="Constantia"/>
            </a:rPr>
            <a:t>2 stimulants</a:t>
          </a:r>
          <a:endParaRPr lang="fr-FR" dirty="0"/>
        </a:p>
      </dgm:t>
    </dgm:pt>
    <dgm:pt modelId="{A30FD728-A1A3-49D7-AD2F-7404B3C2D285}" type="parTrans" cxnId="{3652E6C9-21B4-4E8A-A590-FE218A01DC04}">
      <dgm:prSet/>
      <dgm:spPr/>
      <dgm:t>
        <a:bodyPr/>
        <a:lstStyle/>
        <a:p>
          <a:endParaRPr lang="fr-FR"/>
        </a:p>
      </dgm:t>
    </dgm:pt>
    <dgm:pt modelId="{AB0A7F22-B9FC-440A-B849-ED2DFBC568C8}" type="sibTrans" cxnId="{3652E6C9-21B4-4E8A-A590-FE218A01DC04}">
      <dgm:prSet/>
      <dgm:spPr/>
      <dgm:t>
        <a:bodyPr/>
        <a:lstStyle/>
        <a:p>
          <a:endParaRPr lang="fr-FR"/>
        </a:p>
      </dgm:t>
    </dgm:pt>
    <dgm:pt modelId="{24387ACD-1C06-4A70-B526-5B4923D833A7}">
      <dgm:prSet phldrT="[Texte]"/>
      <dgm:spPr/>
      <dgm:t>
        <a:bodyPr/>
        <a:lstStyle/>
        <a:p>
          <a:r>
            <a:rPr lang="el-GR" dirty="0">
              <a:latin typeface="Constantia"/>
            </a:rPr>
            <a:t>β</a:t>
          </a:r>
          <a:r>
            <a:rPr lang="fr-FR" dirty="0">
              <a:latin typeface="Constantia"/>
            </a:rPr>
            <a:t>2 stimulants</a:t>
          </a:r>
          <a:endParaRPr lang="fr-FR" dirty="0"/>
        </a:p>
      </dgm:t>
    </dgm:pt>
    <dgm:pt modelId="{461AE8AD-D4FD-479D-940F-8CA9994DD985}" type="parTrans" cxnId="{ED319F0E-8894-4742-8B6F-CFCBF7328AF1}">
      <dgm:prSet/>
      <dgm:spPr/>
      <dgm:t>
        <a:bodyPr/>
        <a:lstStyle/>
        <a:p>
          <a:endParaRPr lang="fr-FR"/>
        </a:p>
      </dgm:t>
    </dgm:pt>
    <dgm:pt modelId="{D89DD39C-01C4-426A-9CBB-0FCB03DB1D39}" type="sibTrans" cxnId="{ED319F0E-8894-4742-8B6F-CFCBF7328AF1}">
      <dgm:prSet/>
      <dgm:spPr/>
      <dgm:t>
        <a:bodyPr/>
        <a:lstStyle/>
        <a:p>
          <a:endParaRPr lang="fr-FR"/>
        </a:p>
      </dgm:t>
    </dgm:pt>
    <dgm:pt modelId="{371B0D07-FFB7-4E56-B705-F63CC95A87ED}" type="pres">
      <dgm:prSet presAssocID="{A448CE50-07D9-418D-96F6-4FDF500E3895}" presName="linear" presStyleCnt="0">
        <dgm:presLayoutVars>
          <dgm:animLvl val="lvl"/>
          <dgm:resizeHandles val="exact"/>
        </dgm:presLayoutVars>
      </dgm:prSet>
      <dgm:spPr/>
    </dgm:pt>
    <dgm:pt modelId="{8B8AF2AE-2879-4CA8-A4B1-0F8AF083E409}" type="pres">
      <dgm:prSet presAssocID="{ABA20E90-856D-4C57-A89E-52152D24C31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AA23CBB-32C2-420D-9B5D-AF312AAA6ED9}" type="pres">
      <dgm:prSet presAssocID="{ABA20E90-856D-4C57-A89E-52152D24C314}" presName="childText" presStyleLbl="revTx" presStyleIdx="0" presStyleCnt="2">
        <dgm:presLayoutVars>
          <dgm:bulletEnabled val="1"/>
        </dgm:presLayoutVars>
      </dgm:prSet>
      <dgm:spPr/>
    </dgm:pt>
    <dgm:pt modelId="{FE933707-0D37-4D15-B51F-64AA42BFDB11}" type="pres">
      <dgm:prSet presAssocID="{B7A5DB4C-5E0B-4A4A-B7A5-5BA8111955E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F4D00C9-4663-49D0-9D5A-766C974AC870}" type="pres">
      <dgm:prSet presAssocID="{B7A5DB4C-5E0B-4A4A-B7A5-5BA8111955E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D319F0E-8894-4742-8B6F-CFCBF7328AF1}" srcId="{B7A5DB4C-5E0B-4A4A-B7A5-5BA8111955EC}" destId="{24387ACD-1C06-4A70-B526-5B4923D833A7}" srcOrd="1" destOrd="0" parTransId="{461AE8AD-D4FD-479D-940F-8CA9994DD985}" sibTransId="{D89DD39C-01C4-426A-9CBB-0FCB03DB1D39}"/>
    <dgm:cxn modelId="{0A4D5B3A-5D38-464C-97EF-A02C5D4B8275}" type="presOf" srcId="{706D3467-C53B-41BE-AB5E-8B8DD8747ACC}" destId="{5F4D00C9-4663-49D0-9D5A-766C974AC870}" srcOrd="0" destOrd="0" presId="urn:microsoft.com/office/officeart/2005/8/layout/vList2"/>
    <dgm:cxn modelId="{EF7A463E-DC2C-4485-B1DC-5A6AE5E21286}" srcId="{A448CE50-07D9-418D-96F6-4FDF500E3895}" destId="{ABA20E90-856D-4C57-A89E-52152D24C314}" srcOrd="0" destOrd="0" parTransId="{6870D83A-1E91-4C87-9C22-C21034B203A9}" sibTransId="{764526FC-C16D-4928-96FB-B1CC320C5AE8}"/>
    <dgm:cxn modelId="{99BDB83F-59F5-4EBC-B41B-9A9495B0140C}" type="presOf" srcId="{B7A5DB4C-5E0B-4A4A-B7A5-5BA8111955EC}" destId="{FE933707-0D37-4D15-B51F-64AA42BFDB11}" srcOrd="0" destOrd="0" presId="urn:microsoft.com/office/officeart/2005/8/layout/vList2"/>
    <dgm:cxn modelId="{DFDD745A-9F1D-465E-BEBE-047BBC636B4E}" type="presOf" srcId="{A448CE50-07D9-418D-96F6-4FDF500E3895}" destId="{371B0D07-FFB7-4E56-B705-F63CC95A87ED}" srcOrd="0" destOrd="0" presId="urn:microsoft.com/office/officeart/2005/8/layout/vList2"/>
    <dgm:cxn modelId="{86AA4483-F918-4EDD-8044-96E3E432745D}" type="presOf" srcId="{E426DFF0-1460-4DEA-A651-A9CA3B761565}" destId="{5AA23CBB-32C2-420D-9B5D-AF312AAA6ED9}" srcOrd="0" destOrd="0" presId="urn:microsoft.com/office/officeart/2005/8/layout/vList2"/>
    <dgm:cxn modelId="{F5E3D195-062C-44D6-9392-BDA6D32C9EFC}" type="presOf" srcId="{ABA20E90-856D-4C57-A89E-52152D24C314}" destId="{8B8AF2AE-2879-4CA8-A4B1-0F8AF083E409}" srcOrd="0" destOrd="0" presId="urn:microsoft.com/office/officeart/2005/8/layout/vList2"/>
    <dgm:cxn modelId="{3652E6C9-21B4-4E8A-A590-FE218A01DC04}" srcId="{B7A5DB4C-5E0B-4A4A-B7A5-5BA8111955EC}" destId="{706D3467-C53B-41BE-AB5E-8B8DD8747ACC}" srcOrd="0" destOrd="0" parTransId="{A30FD728-A1A3-49D7-AD2F-7404B3C2D285}" sibTransId="{AB0A7F22-B9FC-440A-B849-ED2DFBC568C8}"/>
    <dgm:cxn modelId="{5FB3FAD5-A989-4F1F-928A-AE630491D6BC}" srcId="{A448CE50-07D9-418D-96F6-4FDF500E3895}" destId="{B7A5DB4C-5E0B-4A4A-B7A5-5BA8111955EC}" srcOrd="1" destOrd="0" parTransId="{3CE279C1-6970-482C-84B3-ADF99100EA5A}" sibTransId="{A83D9C19-F88D-4DC5-A577-207EFF46368C}"/>
    <dgm:cxn modelId="{FA3F5DE1-C9AA-4883-AFD2-03452B533953}" type="presOf" srcId="{24387ACD-1C06-4A70-B526-5B4923D833A7}" destId="{5F4D00C9-4663-49D0-9D5A-766C974AC870}" srcOrd="0" destOrd="1" presId="urn:microsoft.com/office/officeart/2005/8/layout/vList2"/>
    <dgm:cxn modelId="{A92593E2-B792-4105-B6B0-9EAA25672ACA}" srcId="{ABA20E90-856D-4C57-A89E-52152D24C314}" destId="{E426DFF0-1460-4DEA-A651-A9CA3B761565}" srcOrd="0" destOrd="0" parTransId="{D1762EB1-18CC-4100-BADE-66AC52452BEA}" sibTransId="{95F85E95-8CA1-40FA-B674-2F7A13B382A1}"/>
    <dgm:cxn modelId="{87664761-AE39-414D-9FF7-DBCAA4B64CDF}" type="presParOf" srcId="{371B0D07-FFB7-4E56-B705-F63CC95A87ED}" destId="{8B8AF2AE-2879-4CA8-A4B1-0F8AF083E409}" srcOrd="0" destOrd="0" presId="urn:microsoft.com/office/officeart/2005/8/layout/vList2"/>
    <dgm:cxn modelId="{91466A1A-A6EC-4081-8771-B40DE5344407}" type="presParOf" srcId="{371B0D07-FFB7-4E56-B705-F63CC95A87ED}" destId="{5AA23CBB-32C2-420D-9B5D-AF312AAA6ED9}" srcOrd="1" destOrd="0" presId="urn:microsoft.com/office/officeart/2005/8/layout/vList2"/>
    <dgm:cxn modelId="{77ABBF3C-4DA5-47FB-B2D7-CAFDA9D22766}" type="presParOf" srcId="{371B0D07-FFB7-4E56-B705-F63CC95A87ED}" destId="{FE933707-0D37-4D15-B51F-64AA42BFDB11}" srcOrd="2" destOrd="0" presId="urn:microsoft.com/office/officeart/2005/8/layout/vList2"/>
    <dgm:cxn modelId="{F14DAD8C-A67A-4743-9427-17B5080442D1}" type="presParOf" srcId="{371B0D07-FFB7-4E56-B705-F63CC95A87ED}" destId="{5F4D00C9-4663-49D0-9D5A-766C974AC87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39C234-A491-4C1B-8275-B373743C816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</dgm:pt>
    <dgm:pt modelId="{D00AB7D7-D61E-471A-AE5A-5D62642A32B4}">
      <dgm:prSet phldrT="[Texte]"/>
      <dgm:spPr/>
      <dgm:t>
        <a:bodyPr/>
        <a:lstStyle/>
        <a:p>
          <a:r>
            <a:rPr lang="fr-FR" dirty="0" err="1"/>
            <a:t>Inotrope</a:t>
          </a:r>
          <a:r>
            <a:rPr lang="fr-FR" dirty="0"/>
            <a:t>, </a:t>
          </a:r>
          <a:r>
            <a:rPr lang="fr-FR" dirty="0" err="1"/>
            <a:t>chronotrope</a:t>
          </a:r>
          <a:r>
            <a:rPr lang="fr-FR" dirty="0"/>
            <a:t>, </a:t>
          </a:r>
          <a:r>
            <a:rPr lang="fr-FR" dirty="0" err="1"/>
            <a:t>dromotrope</a:t>
          </a:r>
          <a:r>
            <a:rPr lang="fr-FR" dirty="0"/>
            <a:t> et </a:t>
          </a:r>
          <a:r>
            <a:rPr lang="fr-FR" dirty="0" err="1"/>
            <a:t>bathmotrope</a:t>
          </a:r>
          <a:r>
            <a:rPr lang="fr-FR" dirty="0"/>
            <a:t> +</a:t>
          </a:r>
        </a:p>
      </dgm:t>
    </dgm:pt>
    <dgm:pt modelId="{76231CA7-C5DC-423C-AC0B-F6213A13BD98}" type="parTrans" cxnId="{6B63F263-9623-47D6-8C5B-6C2740ADC0C7}">
      <dgm:prSet/>
      <dgm:spPr/>
      <dgm:t>
        <a:bodyPr/>
        <a:lstStyle/>
        <a:p>
          <a:endParaRPr lang="fr-FR"/>
        </a:p>
      </dgm:t>
    </dgm:pt>
    <dgm:pt modelId="{624B2321-BB18-4803-A485-7A7C2A30106F}" type="sibTrans" cxnId="{6B63F263-9623-47D6-8C5B-6C2740ADC0C7}">
      <dgm:prSet/>
      <dgm:spPr/>
      <dgm:t>
        <a:bodyPr/>
        <a:lstStyle/>
        <a:p>
          <a:endParaRPr lang="fr-FR"/>
        </a:p>
      </dgm:t>
    </dgm:pt>
    <dgm:pt modelId="{33A8331C-89FA-4116-BC35-2C8B20994417}">
      <dgm:prSet phldrT="[Texte]"/>
      <dgm:spPr/>
      <dgm:t>
        <a:bodyPr/>
        <a:lstStyle/>
        <a:p>
          <a:r>
            <a:rPr lang="fr-FR" dirty="0"/>
            <a:t>Vasodilatation ( muscles, foie, rein)</a:t>
          </a:r>
        </a:p>
        <a:p>
          <a:r>
            <a:rPr lang="fr-FR" dirty="0" err="1"/>
            <a:t>Bronchodilataion</a:t>
          </a:r>
          <a:r>
            <a:rPr lang="fr-FR" dirty="0"/>
            <a:t> </a:t>
          </a:r>
        </a:p>
        <a:p>
          <a:r>
            <a:rPr lang="fr-FR" dirty="0"/>
            <a:t>Relaxation de l’utérus gravide</a:t>
          </a:r>
        </a:p>
      </dgm:t>
    </dgm:pt>
    <dgm:pt modelId="{07197010-BE6E-40E2-A352-0C053F7109EB}" type="parTrans" cxnId="{F3FB124E-1A18-48FB-8C51-F5464C13F927}">
      <dgm:prSet/>
      <dgm:spPr/>
      <dgm:t>
        <a:bodyPr/>
        <a:lstStyle/>
        <a:p>
          <a:endParaRPr lang="fr-FR"/>
        </a:p>
      </dgm:t>
    </dgm:pt>
    <dgm:pt modelId="{FAE71D4D-A000-47DA-BDC6-65932416FB3C}" type="sibTrans" cxnId="{F3FB124E-1A18-48FB-8C51-F5464C13F927}">
      <dgm:prSet/>
      <dgm:spPr/>
      <dgm:t>
        <a:bodyPr/>
        <a:lstStyle/>
        <a:p>
          <a:endParaRPr lang="fr-FR"/>
        </a:p>
      </dgm:t>
    </dgm:pt>
    <dgm:pt modelId="{7AE351A0-BB32-4E14-A787-76F3CC9882CB}">
      <dgm:prSet phldrT="[Texte]"/>
      <dgm:spPr/>
      <dgm:t>
        <a:bodyPr/>
        <a:lstStyle/>
        <a:p>
          <a:r>
            <a:rPr lang="fr-FR" dirty="0"/>
            <a:t>Insomnie, angoisse</a:t>
          </a:r>
        </a:p>
      </dgm:t>
    </dgm:pt>
    <dgm:pt modelId="{D35CA404-258E-4CB2-B15B-F12B201D1EF5}" type="parTrans" cxnId="{135739B8-C6AA-4736-B2FC-F496972DCDA4}">
      <dgm:prSet/>
      <dgm:spPr/>
      <dgm:t>
        <a:bodyPr/>
        <a:lstStyle/>
        <a:p>
          <a:endParaRPr lang="fr-FR"/>
        </a:p>
      </dgm:t>
    </dgm:pt>
    <dgm:pt modelId="{62E1F25D-F99A-490C-A580-8CC890BF03B6}" type="sibTrans" cxnId="{135739B8-C6AA-4736-B2FC-F496972DCDA4}">
      <dgm:prSet/>
      <dgm:spPr/>
      <dgm:t>
        <a:bodyPr/>
        <a:lstStyle/>
        <a:p>
          <a:endParaRPr lang="fr-FR"/>
        </a:p>
      </dgm:t>
    </dgm:pt>
    <dgm:pt modelId="{2E5C3086-959C-4F3B-98A6-4048F7C148D7}">
      <dgm:prSet phldrT="[Texte]"/>
      <dgm:spPr/>
      <dgm:t>
        <a:bodyPr/>
        <a:lstStyle/>
        <a:p>
          <a:r>
            <a:rPr lang="fr-FR" dirty="0"/>
            <a:t>Stimule la glycogénolyse</a:t>
          </a:r>
        </a:p>
      </dgm:t>
    </dgm:pt>
    <dgm:pt modelId="{9356270F-BD01-4D44-81B4-FACB1F244418}" type="parTrans" cxnId="{89376E5A-479B-417F-9697-43B8A8F15FCC}">
      <dgm:prSet/>
      <dgm:spPr/>
      <dgm:t>
        <a:bodyPr/>
        <a:lstStyle/>
        <a:p>
          <a:endParaRPr lang="fr-FR"/>
        </a:p>
      </dgm:t>
    </dgm:pt>
    <dgm:pt modelId="{2111AEDD-92C4-4B85-9BB3-0ED458BB34F8}" type="sibTrans" cxnId="{89376E5A-479B-417F-9697-43B8A8F15FCC}">
      <dgm:prSet/>
      <dgm:spPr/>
      <dgm:t>
        <a:bodyPr/>
        <a:lstStyle/>
        <a:p>
          <a:endParaRPr lang="fr-FR"/>
        </a:p>
      </dgm:t>
    </dgm:pt>
    <dgm:pt modelId="{E26CCF27-6FDA-4311-9349-9ABAED25CD5A}">
      <dgm:prSet phldrT="[Texte]"/>
      <dgm:spPr/>
      <dgm:t>
        <a:bodyPr/>
        <a:lstStyle/>
        <a:p>
          <a:r>
            <a:rPr lang="fr-FR" dirty="0"/>
            <a:t>Sécrétion de rénine</a:t>
          </a:r>
        </a:p>
      </dgm:t>
    </dgm:pt>
    <dgm:pt modelId="{8A718559-0A46-4C91-97C2-0F61C67EC80D}" type="parTrans" cxnId="{3CFCADDC-3411-4949-86AE-324E3DCA185B}">
      <dgm:prSet/>
      <dgm:spPr/>
      <dgm:t>
        <a:bodyPr/>
        <a:lstStyle/>
        <a:p>
          <a:endParaRPr lang="fr-FR"/>
        </a:p>
      </dgm:t>
    </dgm:pt>
    <dgm:pt modelId="{62376C6E-074A-4B81-834C-C4DEAA44B4A8}" type="sibTrans" cxnId="{3CFCADDC-3411-4949-86AE-324E3DCA185B}">
      <dgm:prSet/>
      <dgm:spPr/>
      <dgm:t>
        <a:bodyPr/>
        <a:lstStyle/>
        <a:p>
          <a:endParaRPr lang="fr-FR"/>
        </a:p>
      </dgm:t>
    </dgm:pt>
    <dgm:pt modelId="{DC50980F-F32D-4AFD-8901-EF50F9DF521C}" type="pres">
      <dgm:prSet presAssocID="{EA39C234-A491-4C1B-8275-B373743C816A}" presName="linearFlow" presStyleCnt="0">
        <dgm:presLayoutVars>
          <dgm:dir/>
          <dgm:resizeHandles val="exact"/>
        </dgm:presLayoutVars>
      </dgm:prSet>
      <dgm:spPr/>
    </dgm:pt>
    <dgm:pt modelId="{8E50DFA4-1628-42E0-A410-F5DA85436A45}" type="pres">
      <dgm:prSet presAssocID="{D00AB7D7-D61E-471A-AE5A-5D62642A32B4}" presName="composite" presStyleCnt="0"/>
      <dgm:spPr/>
    </dgm:pt>
    <dgm:pt modelId="{65199D7B-E9BB-4F19-B54F-FDD58AFB8E1F}" type="pres">
      <dgm:prSet presAssocID="{D00AB7D7-D61E-471A-AE5A-5D62642A32B4}" presName="imgShp" presStyleLbl="fgImgPlace1" presStyleIdx="0" presStyleCnt="5"/>
      <dgm:spPr/>
    </dgm:pt>
    <dgm:pt modelId="{918F84E6-0F76-4172-90E5-C8D52CDC366C}" type="pres">
      <dgm:prSet presAssocID="{D00AB7D7-D61E-471A-AE5A-5D62642A32B4}" presName="txShp" presStyleLbl="node1" presStyleIdx="0" presStyleCnt="5">
        <dgm:presLayoutVars>
          <dgm:bulletEnabled val="1"/>
        </dgm:presLayoutVars>
      </dgm:prSet>
      <dgm:spPr/>
    </dgm:pt>
    <dgm:pt modelId="{91CAD40F-FA7F-47FB-8FCE-513545B69E1A}" type="pres">
      <dgm:prSet presAssocID="{624B2321-BB18-4803-A485-7A7C2A30106F}" presName="spacing" presStyleCnt="0"/>
      <dgm:spPr/>
    </dgm:pt>
    <dgm:pt modelId="{3FD831AB-5520-4D61-90AE-0B3E272FBD7A}" type="pres">
      <dgm:prSet presAssocID="{33A8331C-89FA-4116-BC35-2C8B20994417}" presName="composite" presStyleCnt="0"/>
      <dgm:spPr/>
    </dgm:pt>
    <dgm:pt modelId="{3D208F5E-D302-4CF9-8D8E-56B0112E0DDA}" type="pres">
      <dgm:prSet presAssocID="{33A8331C-89FA-4116-BC35-2C8B20994417}" presName="imgShp" presStyleLbl="fgImgPlace1" presStyleIdx="1" presStyleCnt="5"/>
      <dgm:spPr/>
    </dgm:pt>
    <dgm:pt modelId="{0DCF5836-2206-442C-9BBA-FB0F3F18948B}" type="pres">
      <dgm:prSet presAssocID="{33A8331C-89FA-4116-BC35-2C8B20994417}" presName="txShp" presStyleLbl="node1" presStyleIdx="1" presStyleCnt="5">
        <dgm:presLayoutVars>
          <dgm:bulletEnabled val="1"/>
        </dgm:presLayoutVars>
      </dgm:prSet>
      <dgm:spPr/>
    </dgm:pt>
    <dgm:pt modelId="{AFD53603-C273-4E51-923F-EC6141501B0E}" type="pres">
      <dgm:prSet presAssocID="{FAE71D4D-A000-47DA-BDC6-65932416FB3C}" presName="spacing" presStyleCnt="0"/>
      <dgm:spPr/>
    </dgm:pt>
    <dgm:pt modelId="{D24D8941-A2C3-4309-9593-0A92EE1E0058}" type="pres">
      <dgm:prSet presAssocID="{7AE351A0-BB32-4E14-A787-76F3CC9882CB}" presName="composite" presStyleCnt="0"/>
      <dgm:spPr/>
    </dgm:pt>
    <dgm:pt modelId="{F5D1A327-B547-466C-A033-5D4BF3666A31}" type="pres">
      <dgm:prSet presAssocID="{7AE351A0-BB32-4E14-A787-76F3CC9882CB}" presName="imgShp" presStyleLbl="fgImgPlace1" presStyleIdx="2" presStyleCnt="5"/>
      <dgm:spPr/>
    </dgm:pt>
    <dgm:pt modelId="{E992CD93-16E3-4E99-B0FE-EEA231CB1AC2}" type="pres">
      <dgm:prSet presAssocID="{7AE351A0-BB32-4E14-A787-76F3CC9882CB}" presName="txShp" presStyleLbl="node1" presStyleIdx="2" presStyleCnt="5">
        <dgm:presLayoutVars>
          <dgm:bulletEnabled val="1"/>
        </dgm:presLayoutVars>
      </dgm:prSet>
      <dgm:spPr/>
    </dgm:pt>
    <dgm:pt modelId="{6F98E377-EAFD-4AF3-A597-EDF46A683400}" type="pres">
      <dgm:prSet presAssocID="{62E1F25D-F99A-490C-A580-8CC890BF03B6}" presName="spacing" presStyleCnt="0"/>
      <dgm:spPr/>
    </dgm:pt>
    <dgm:pt modelId="{C06AC087-65EB-4EAA-8971-016ECCE7D0BA}" type="pres">
      <dgm:prSet presAssocID="{2E5C3086-959C-4F3B-98A6-4048F7C148D7}" presName="composite" presStyleCnt="0"/>
      <dgm:spPr/>
    </dgm:pt>
    <dgm:pt modelId="{14AB37B1-6FC4-44DD-84C7-02882D28CDEB}" type="pres">
      <dgm:prSet presAssocID="{2E5C3086-959C-4F3B-98A6-4048F7C148D7}" presName="imgShp" presStyleLbl="fgImgPlace1" presStyleIdx="3" presStyleCnt="5"/>
      <dgm:spPr/>
    </dgm:pt>
    <dgm:pt modelId="{FFA2CE51-6F9A-4BCA-BF99-8CAA6B577333}" type="pres">
      <dgm:prSet presAssocID="{2E5C3086-959C-4F3B-98A6-4048F7C148D7}" presName="txShp" presStyleLbl="node1" presStyleIdx="3" presStyleCnt="5">
        <dgm:presLayoutVars>
          <dgm:bulletEnabled val="1"/>
        </dgm:presLayoutVars>
      </dgm:prSet>
      <dgm:spPr/>
    </dgm:pt>
    <dgm:pt modelId="{CB7FA03F-FD79-46EE-8CE7-AD923F65C225}" type="pres">
      <dgm:prSet presAssocID="{2111AEDD-92C4-4B85-9BB3-0ED458BB34F8}" presName="spacing" presStyleCnt="0"/>
      <dgm:spPr/>
    </dgm:pt>
    <dgm:pt modelId="{2EB0439C-EBF4-42C7-B5E9-C029954CDDD5}" type="pres">
      <dgm:prSet presAssocID="{E26CCF27-6FDA-4311-9349-9ABAED25CD5A}" presName="composite" presStyleCnt="0"/>
      <dgm:spPr/>
    </dgm:pt>
    <dgm:pt modelId="{2EAB3706-53E3-489B-A94F-37F1ADED25CC}" type="pres">
      <dgm:prSet presAssocID="{E26CCF27-6FDA-4311-9349-9ABAED25CD5A}" presName="imgShp" presStyleLbl="fgImgPlace1" presStyleIdx="4" presStyleCnt="5"/>
      <dgm:spPr/>
    </dgm:pt>
    <dgm:pt modelId="{C3594BF0-A50E-485E-9BD2-9EBDE5F5567E}" type="pres">
      <dgm:prSet presAssocID="{E26CCF27-6FDA-4311-9349-9ABAED25CD5A}" presName="txShp" presStyleLbl="node1" presStyleIdx="4" presStyleCnt="5">
        <dgm:presLayoutVars>
          <dgm:bulletEnabled val="1"/>
        </dgm:presLayoutVars>
      </dgm:prSet>
      <dgm:spPr/>
    </dgm:pt>
  </dgm:ptLst>
  <dgm:cxnLst>
    <dgm:cxn modelId="{68B1EA21-CAD6-4C47-B2FC-FC032826A863}" type="presOf" srcId="{E26CCF27-6FDA-4311-9349-9ABAED25CD5A}" destId="{C3594BF0-A50E-485E-9BD2-9EBDE5F5567E}" srcOrd="0" destOrd="0" presId="urn:microsoft.com/office/officeart/2005/8/layout/vList3"/>
    <dgm:cxn modelId="{AA91B75D-D6A2-46BF-84C8-7238B56AC864}" type="presOf" srcId="{D00AB7D7-D61E-471A-AE5A-5D62642A32B4}" destId="{918F84E6-0F76-4172-90E5-C8D52CDC366C}" srcOrd="0" destOrd="0" presId="urn:microsoft.com/office/officeart/2005/8/layout/vList3"/>
    <dgm:cxn modelId="{6B63F263-9623-47D6-8C5B-6C2740ADC0C7}" srcId="{EA39C234-A491-4C1B-8275-B373743C816A}" destId="{D00AB7D7-D61E-471A-AE5A-5D62642A32B4}" srcOrd="0" destOrd="0" parTransId="{76231CA7-C5DC-423C-AC0B-F6213A13BD98}" sibTransId="{624B2321-BB18-4803-A485-7A7C2A30106F}"/>
    <dgm:cxn modelId="{F3FB124E-1A18-48FB-8C51-F5464C13F927}" srcId="{EA39C234-A491-4C1B-8275-B373743C816A}" destId="{33A8331C-89FA-4116-BC35-2C8B20994417}" srcOrd="1" destOrd="0" parTransId="{07197010-BE6E-40E2-A352-0C053F7109EB}" sibTransId="{FAE71D4D-A000-47DA-BDC6-65932416FB3C}"/>
    <dgm:cxn modelId="{89376E5A-479B-417F-9697-43B8A8F15FCC}" srcId="{EA39C234-A491-4C1B-8275-B373743C816A}" destId="{2E5C3086-959C-4F3B-98A6-4048F7C148D7}" srcOrd="3" destOrd="0" parTransId="{9356270F-BD01-4D44-81B4-FACB1F244418}" sibTransId="{2111AEDD-92C4-4B85-9BB3-0ED458BB34F8}"/>
    <dgm:cxn modelId="{CBE3C49D-AFE8-4D2A-B942-B56DE13E6B84}" type="presOf" srcId="{EA39C234-A491-4C1B-8275-B373743C816A}" destId="{DC50980F-F32D-4AFD-8901-EF50F9DF521C}" srcOrd="0" destOrd="0" presId="urn:microsoft.com/office/officeart/2005/8/layout/vList3"/>
    <dgm:cxn modelId="{4E784AB7-EE84-42C5-8DD6-AE7E79A518A5}" type="presOf" srcId="{2E5C3086-959C-4F3B-98A6-4048F7C148D7}" destId="{FFA2CE51-6F9A-4BCA-BF99-8CAA6B577333}" srcOrd="0" destOrd="0" presId="urn:microsoft.com/office/officeart/2005/8/layout/vList3"/>
    <dgm:cxn modelId="{135739B8-C6AA-4736-B2FC-F496972DCDA4}" srcId="{EA39C234-A491-4C1B-8275-B373743C816A}" destId="{7AE351A0-BB32-4E14-A787-76F3CC9882CB}" srcOrd="2" destOrd="0" parTransId="{D35CA404-258E-4CB2-B15B-F12B201D1EF5}" sibTransId="{62E1F25D-F99A-490C-A580-8CC890BF03B6}"/>
    <dgm:cxn modelId="{1D73BCCE-0240-4427-B95B-3519D5DA451A}" type="presOf" srcId="{33A8331C-89FA-4116-BC35-2C8B20994417}" destId="{0DCF5836-2206-442C-9BBA-FB0F3F18948B}" srcOrd="0" destOrd="0" presId="urn:microsoft.com/office/officeart/2005/8/layout/vList3"/>
    <dgm:cxn modelId="{3CFCADDC-3411-4949-86AE-324E3DCA185B}" srcId="{EA39C234-A491-4C1B-8275-B373743C816A}" destId="{E26CCF27-6FDA-4311-9349-9ABAED25CD5A}" srcOrd="4" destOrd="0" parTransId="{8A718559-0A46-4C91-97C2-0F61C67EC80D}" sibTransId="{62376C6E-074A-4B81-834C-C4DEAA44B4A8}"/>
    <dgm:cxn modelId="{C6C5D5FE-661D-4BFA-B293-130429A5A3E9}" type="presOf" srcId="{7AE351A0-BB32-4E14-A787-76F3CC9882CB}" destId="{E992CD93-16E3-4E99-B0FE-EEA231CB1AC2}" srcOrd="0" destOrd="0" presId="urn:microsoft.com/office/officeart/2005/8/layout/vList3"/>
    <dgm:cxn modelId="{658DBF7F-EE18-4C1E-8794-B0E6B4965ACF}" type="presParOf" srcId="{DC50980F-F32D-4AFD-8901-EF50F9DF521C}" destId="{8E50DFA4-1628-42E0-A410-F5DA85436A45}" srcOrd="0" destOrd="0" presId="urn:microsoft.com/office/officeart/2005/8/layout/vList3"/>
    <dgm:cxn modelId="{97E554D1-516D-4E59-BF03-4FF38C3142FF}" type="presParOf" srcId="{8E50DFA4-1628-42E0-A410-F5DA85436A45}" destId="{65199D7B-E9BB-4F19-B54F-FDD58AFB8E1F}" srcOrd="0" destOrd="0" presId="urn:microsoft.com/office/officeart/2005/8/layout/vList3"/>
    <dgm:cxn modelId="{F4589B14-8976-4244-A5DE-0E2BB5256C2D}" type="presParOf" srcId="{8E50DFA4-1628-42E0-A410-F5DA85436A45}" destId="{918F84E6-0F76-4172-90E5-C8D52CDC366C}" srcOrd="1" destOrd="0" presId="urn:microsoft.com/office/officeart/2005/8/layout/vList3"/>
    <dgm:cxn modelId="{B2AEFCE5-ACBA-4B7F-A41D-0581A8892341}" type="presParOf" srcId="{DC50980F-F32D-4AFD-8901-EF50F9DF521C}" destId="{91CAD40F-FA7F-47FB-8FCE-513545B69E1A}" srcOrd="1" destOrd="0" presId="urn:microsoft.com/office/officeart/2005/8/layout/vList3"/>
    <dgm:cxn modelId="{DABFC197-EA76-420F-93B4-51A1336C1E8C}" type="presParOf" srcId="{DC50980F-F32D-4AFD-8901-EF50F9DF521C}" destId="{3FD831AB-5520-4D61-90AE-0B3E272FBD7A}" srcOrd="2" destOrd="0" presId="urn:microsoft.com/office/officeart/2005/8/layout/vList3"/>
    <dgm:cxn modelId="{B28B8FB1-12E9-4E48-A172-EA7047CA3795}" type="presParOf" srcId="{3FD831AB-5520-4D61-90AE-0B3E272FBD7A}" destId="{3D208F5E-D302-4CF9-8D8E-56B0112E0DDA}" srcOrd="0" destOrd="0" presId="urn:microsoft.com/office/officeart/2005/8/layout/vList3"/>
    <dgm:cxn modelId="{09287B5C-9D44-458F-A5E4-7002F3826FCC}" type="presParOf" srcId="{3FD831AB-5520-4D61-90AE-0B3E272FBD7A}" destId="{0DCF5836-2206-442C-9BBA-FB0F3F18948B}" srcOrd="1" destOrd="0" presId="urn:microsoft.com/office/officeart/2005/8/layout/vList3"/>
    <dgm:cxn modelId="{E69CBBAE-D6BF-42FD-84E8-A0ED69BEA502}" type="presParOf" srcId="{DC50980F-F32D-4AFD-8901-EF50F9DF521C}" destId="{AFD53603-C273-4E51-923F-EC6141501B0E}" srcOrd="3" destOrd="0" presId="urn:microsoft.com/office/officeart/2005/8/layout/vList3"/>
    <dgm:cxn modelId="{078C7D17-6CC4-4E4B-A1EE-98AEE27563FD}" type="presParOf" srcId="{DC50980F-F32D-4AFD-8901-EF50F9DF521C}" destId="{D24D8941-A2C3-4309-9593-0A92EE1E0058}" srcOrd="4" destOrd="0" presId="urn:microsoft.com/office/officeart/2005/8/layout/vList3"/>
    <dgm:cxn modelId="{F3DF2A01-994D-4E2F-BBFE-3900C8F7A8BB}" type="presParOf" srcId="{D24D8941-A2C3-4309-9593-0A92EE1E0058}" destId="{F5D1A327-B547-466C-A033-5D4BF3666A31}" srcOrd="0" destOrd="0" presId="urn:microsoft.com/office/officeart/2005/8/layout/vList3"/>
    <dgm:cxn modelId="{14082F4F-B2D3-4B6A-80D2-E9B78A1CB0E4}" type="presParOf" srcId="{D24D8941-A2C3-4309-9593-0A92EE1E0058}" destId="{E992CD93-16E3-4E99-B0FE-EEA231CB1AC2}" srcOrd="1" destOrd="0" presId="urn:microsoft.com/office/officeart/2005/8/layout/vList3"/>
    <dgm:cxn modelId="{0699918F-BD0F-472B-AEEE-5DB9FD74D6C9}" type="presParOf" srcId="{DC50980F-F32D-4AFD-8901-EF50F9DF521C}" destId="{6F98E377-EAFD-4AF3-A597-EDF46A683400}" srcOrd="5" destOrd="0" presId="urn:microsoft.com/office/officeart/2005/8/layout/vList3"/>
    <dgm:cxn modelId="{3DD4CD04-B52C-4158-8474-61079835FCF1}" type="presParOf" srcId="{DC50980F-F32D-4AFD-8901-EF50F9DF521C}" destId="{C06AC087-65EB-4EAA-8971-016ECCE7D0BA}" srcOrd="6" destOrd="0" presId="urn:microsoft.com/office/officeart/2005/8/layout/vList3"/>
    <dgm:cxn modelId="{204A8D6D-7386-41C0-87CE-D3C99D6DDDF4}" type="presParOf" srcId="{C06AC087-65EB-4EAA-8971-016ECCE7D0BA}" destId="{14AB37B1-6FC4-44DD-84C7-02882D28CDEB}" srcOrd="0" destOrd="0" presId="urn:microsoft.com/office/officeart/2005/8/layout/vList3"/>
    <dgm:cxn modelId="{0BB3ED33-E8FF-4BBB-B508-F8F07624C565}" type="presParOf" srcId="{C06AC087-65EB-4EAA-8971-016ECCE7D0BA}" destId="{FFA2CE51-6F9A-4BCA-BF99-8CAA6B577333}" srcOrd="1" destOrd="0" presId="urn:microsoft.com/office/officeart/2005/8/layout/vList3"/>
    <dgm:cxn modelId="{FDAE67B1-813E-477D-85DE-E8B8BC304417}" type="presParOf" srcId="{DC50980F-F32D-4AFD-8901-EF50F9DF521C}" destId="{CB7FA03F-FD79-46EE-8CE7-AD923F65C225}" srcOrd="7" destOrd="0" presId="urn:microsoft.com/office/officeart/2005/8/layout/vList3"/>
    <dgm:cxn modelId="{ED7313C9-F658-4A45-8C12-8565A828FE02}" type="presParOf" srcId="{DC50980F-F32D-4AFD-8901-EF50F9DF521C}" destId="{2EB0439C-EBF4-42C7-B5E9-C029954CDDD5}" srcOrd="8" destOrd="0" presId="urn:microsoft.com/office/officeart/2005/8/layout/vList3"/>
    <dgm:cxn modelId="{A354FFBC-143F-4ED9-9C91-EAAA68B4612D}" type="presParOf" srcId="{2EB0439C-EBF4-42C7-B5E9-C029954CDDD5}" destId="{2EAB3706-53E3-489B-A94F-37F1ADED25CC}" srcOrd="0" destOrd="0" presId="urn:microsoft.com/office/officeart/2005/8/layout/vList3"/>
    <dgm:cxn modelId="{50110F5B-9016-4D12-93EF-4BD6C7C48E3C}" type="presParOf" srcId="{2EB0439C-EBF4-42C7-B5E9-C029954CDDD5}" destId="{C3594BF0-A50E-485E-9BD2-9EBDE5F5567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7C3742E-2294-4A93-9E83-3CCDDC6E2115}" type="doc">
      <dgm:prSet loTypeId="urn:microsoft.com/office/officeart/2005/8/layout/arrow3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B57CF1D0-F9F7-4F00-8ED3-E250F85773B2}">
      <dgm:prSet phldrT="[Texte]"/>
      <dgm:spPr/>
      <dgm:t>
        <a:bodyPr/>
        <a:lstStyle/>
        <a:p>
          <a:r>
            <a:rPr lang="fr-FR" dirty="0"/>
            <a:t>Action cardiaque</a:t>
          </a:r>
        </a:p>
      </dgm:t>
    </dgm:pt>
    <dgm:pt modelId="{0B4BF705-8A2C-4679-B99F-6C773B814DC4}" type="parTrans" cxnId="{BD7B3958-6586-4EC7-9BD9-2AB964149B7D}">
      <dgm:prSet/>
      <dgm:spPr/>
      <dgm:t>
        <a:bodyPr/>
        <a:lstStyle/>
        <a:p>
          <a:endParaRPr lang="fr-FR"/>
        </a:p>
      </dgm:t>
    </dgm:pt>
    <dgm:pt modelId="{C7F1BAB2-7D3B-448E-91CF-6D62B78973B0}" type="sibTrans" cxnId="{BD7B3958-6586-4EC7-9BD9-2AB964149B7D}">
      <dgm:prSet/>
      <dgm:spPr/>
      <dgm:t>
        <a:bodyPr/>
        <a:lstStyle/>
        <a:p>
          <a:endParaRPr lang="fr-FR"/>
        </a:p>
      </dgm:t>
    </dgm:pt>
    <dgm:pt modelId="{B2106B97-AC16-4D68-BF79-0C7EC12D4F4B}">
      <dgm:prSet phldrT="[Texte]"/>
      <dgm:spPr/>
      <dgm:t>
        <a:bodyPr/>
        <a:lstStyle/>
        <a:p>
          <a:r>
            <a:rPr lang="fr-FR" dirty="0"/>
            <a:t>bronchodilatatrice</a:t>
          </a:r>
        </a:p>
      </dgm:t>
    </dgm:pt>
    <dgm:pt modelId="{6E21772B-CDE7-421C-9786-D6434B22CB7A}" type="parTrans" cxnId="{C4AE0C6E-E774-47C6-AF53-F264AD4F5A69}">
      <dgm:prSet/>
      <dgm:spPr/>
      <dgm:t>
        <a:bodyPr/>
        <a:lstStyle/>
        <a:p>
          <a:endParaRPr lang="fr-FR"/>
        </a:p>
      </dgm:t>
    </dgm:pt>
    <dgm:pt modelId="{4086BF5A-64A1-41A1-BF31-800E75009D70}" type="sibTrans" cxnId="{C4AE0C6E-E774-47C6-AF53-F264AD4F5A69}">
      <dgm:prSet/>
      <dgm:spPr/>
      <dgm:t>
        <a:bodyPr/>
        <a:lstStyle/>
        <a:p>
          <a:endParaRPr lang="fr-FR"/>
        </a:p>
      </dgm:t>
    </dgm:pt>
    <dgm:pt modelId="{834607BC-34B1-4F43-B137-17F314295655}" type="pres">
      <dgm:prSet presAssocID="{97C3742E-2294-4A93-9E83-3CCDDC6E2115}" presName="compositeShape" presStyleCnt="0">
        <dgm:presLayoutVars>
          <dgm:chMax val="2"/>
          <dgm:dir/>
          <dgm:resizeHandles val="exact"/>
        </dgm:presLayoutVars>
      </dgm:prSet>
      <dgm:spPr/>
    </dgm:pt>
    <dgm:pt modelId="{4A5AAF6F-F242-45D3-97F8-8B7152C89442}" type="pres">
      <dgm:prSet presAssocID="{97C3742E-2294-4A93-9E83-3CCDDC6E2115}" presName="divider" presStyleLbl="fgShp" presStyleIdx="0" presStyleCnt="1"/>
      <dgm:spPr/>
    </dgm:pt>
    <dgm:pt modelId="{206A165E-59BB-4DD7-8BA5-48AAA3A19508}" type="pres">
      <dgm:prSet presAssocID="{B57CF1D0-F9F7-4F00-8ED3-E250F85773B2}" presName="downArrow" presStyleLbl="node1" presStyleIdx="0" presStyleCnt="2" custLinFactNeighborY="4190"/>
      <dgm:spPr/>
    </dgm:pt>
    <dgm:pt modelId="{5EB15A28-B593-4112-A9F4-A2FF4C330089}" type="pres">
      <dgm:prSet presAssocID="{B57CF1D0-F9F7-4F00-8ED3-E250F85773B2}" presName="downArrowText" presStyleLbl="revTx" presStyleIdx="0" presStyleCnt="2">
        <dgm:presLayoutVars>
          <dgm:bulletEnabled val="1"/>
        </dgm:presLayoutVars>
      </dgm:prSet>
      <dgm:spPr/>
    </dgm:pt>
    <dgm:pt modelId="{D0E9F8DF-ADBE-4C1E-93A3-C34D20DD4221}" type="pres">
      <dgm:prSet presAssocID="{B2106B97-AC16-4D68-BF79-0C7EC12D4F4B}" presName="upArrow" presStyleLbl="node1" presStyleIdx="1" presStyleCnt="2"/>
      <dgm:spPr/>
    </dgm:pt>
    <dgm:pt modelId="{7C0F9855-BD7D-47B2-8883-A8A1AE31D91B}" type="pres">
      <dgm:prSet presAssocID="{B2106B97-AC16-4D68-BF79-0C7EC12D4F4B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BF51920B-444C-4124-9E40-92D2E9452592}" type="presOf" srcId="{B2106B97-AC16-4D68-BF79-0C7EC12D4F4B}" destId="{7C0F9855-BD7D-47B2-8883-A8A1AE31D91B}" srcOrd="0" destOrd="0" presId="urn:microsoft.com/office/officeart/2005/8/layout/arrow3"/>
    <dgm:cxn modelId="{C4AE0C6E-E774-47C6-AF53-F264AD4F5A69}" srcId="{97C3742E-2294-4A93-9E83-3CCDDC6E2115}" destId="{B2106B97-AC16-4D68-BF79-0C7EC12D4F4B}" srcOrd="1" destOrd="0" parTransId="{6E21772B-CDE7-421C-9786-D6434B22CB7A}" sibTransId="{4086BF5A-64A1-41A1-BF31-800E75009D70}"/>
    <dgm:cxn modelId="{BD7B3958-6586-4EC7-9BD9-2AB964149B7D}" srcId="{97C3742E-2294-4A93-9E83-3CCDDC6E2115}" destId="{B57CF1D0-F9F7-4F00-8ED3-E250F85773B2}" srcOrd="0" destOrd="0" parTransId="{0B4BF705-8A2C-4679-B99F-6C773B814DC4}" sibTransId="{C7F1BAB2-7D3B-448E-91CF-6D62B78973B0}"/>
    <dgm:cxn modelId="{5BC24C58-A56C-4CBB-850F-E7862F6B256D}" type="presOf" srcId="{B57CF1D0-F9F7-4F00-8ED3-E250F85773B2}" destId="{5EB15A28-B593-4112-A9F4-A2FF4C330089}" srcOrd="0" destOrd="0" presId="urn:microsoft.com/office/officeart/2005/8/layout/arrow3"/>
    <dgm:cxn modelId="{A46202FE-474A-4A07-8830-4B4FA0FB36E7}" type="presOf" srcId="{97C3742E-2294-4A93-9E83-3CCDDC6E2115}" destId="{834607BC-34B1-4F43-B137-17F314295655}" srcOrd="0" destOrd="0" presId="urn:microsoft.com/office/officeart/2005/8/layout/arrow3"/>
    <dgm:cxn modelId="{77598D51-7C1B-4D72-9FA8-5EEF5CDEE1A9}" type="presParOf" srcId="{834607BC-34B1-4F43-B137-17F314295655}" destId="{4A5AAF6F-F242-45D3-97F8-8B7152C89442}" srcOrd="0" destOrd="0" presId="urn:microsoft.com/office/officeart/2005/8/layout/arrow3"/>
    <dgm:cxn modelId="{B7BC3720-8FC8-42C7-A640-2D6034C60364}" type="presParOf" srcId="{834607BC-34B1-4F43-B137-17F314295655}" destId="{206A165E-59BB-4DD7-8BA5-48AAA3A19508}" srcOrd="1" destOrd="0" presId="urn:microsoft.com/office/officeart/2005/8/layout/arrow3"/>
    <dgm:cxn modelId="{EC875704-E98B-4210-B445-40D1F81EBE62}" type="presParOf" srcId="{834607BC-34B1-4F43-B137-17F314295655}" destId="{5EB15A28-B593-4112-A9F4-A2FF4C330089}" srcOrd="2" destOrd="0" presId="urn:microsoft.com/office/officeart/2005/8/layout/arrow3"/>
    <dgm:cxn modelId="{0A43A6EA-4E34-4B34-8935-F130FF9FF2E4}" type="presParOf" srcId="{834607BC-34B1-4F43-B137-17F314295655}" destId="{D0E9F8DF-ADBE-4C1E-93A3-C34D20DD4221}" srcOrd="3" destOrd="0" presId="urn:microsoft.com/office/officeart/2005/8/layout/arrow3"/>
    <dgm:cxn modelId="{881D4F43-66D0-4D13-81DC-1F7B419EE03B}" type="presParOf" srcId="{834607BC-34B1-4F43-B137-17F314295655}" destId="{7C0F9855-BD7D-47B2-8883-A8A1AE31D91B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7C3742E-2294-4A93-9E83-3CCDDC6E2115}" type="doc">
      <dgm:prSet loTypeId="urn:microsoft.com/office/officeart/2005/8/layout/arrow3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B57CF1D0-F9F7-4F00-8ED3-E250F85773B2}">
      <dgm:prSet phldrT="[Texte]"/>
      <dgm:spPr/>
      <dgm:t>
        <a:bodyPr/>
        <a:lstStyle/>
        <a:p>
          <a:r>
            <a:rPr lang="fr-FR" dirty="0"/>
            <a:t>Action cardiaque</a:t>
          </a:r>
        </a:p>
      </dgm:t>
    </dgm:pt>
    <dgm:pt modelId="{0B4BF705-8A2C-4679-B99F-6C773B814DC4}" type="parTrans" cxnId="{BD7B3958-6586-4EC7-9BD9-2AB964149B7D}">
      <dgm:prSet/>
      <dgm:spPr/>
      <dgm:t>
        <a:bodyPr/>
        <a:lstStyle/>
        <a:p>
          <a:endParaRPr lang="fr-FR"/>
        </a:p>
      </dgm:t>
    </dgm:pt>
    <dgm:pt modelId="{C7F1BAB2-7D3B-448E-91CF-6D62B78973B0}" type="sibTrans" cxnId="{BD7B3958-6586-4EC7-9BD9-2AB964149B7D}">
      <dgm:prSet/>
      <dgm:spPr/>
      <dgm:t>
        <a:bodyPr/>
        <a:lstStyle/>
        <a:p>
          <a:endParaRPr lang="fr-FR"/>
        </a:p>
      </dgm:t>
    </dgm:pt>
    <dgm:pt modelId="{B2106B97-AC16-4D68-BF79-0C7EC12D4F4B}">
      <dgm:prSet phldrT="[Texte]"/>
      <dgm:spPr/>
      <dgm:t>
        <a:bodyPr/>
        <a:lstStyle/>
        <a:p>
          <a:r>
            <a:rPr lang="fr-FR" dirty="0"/>
            <a:t>bronchodilatatrice</a:t>
          </a:r>
        </a:p>
      </dgm:t>
    </dgm:pt>
    <dgm:pt modelId="{6E21772B-CDE7-421C-9786-D6434B22CB7A}" type="parTrans" cxnId="{C4AE0C6E-E774-47C6-AF53-F264AD4F5A69}">
      <dgm:prSet/>
      <dgm:spPr/>
      <dgm:t>
        <a:bodyPr/>
        <a:lstStyle/>
        <a:p>
          <a:endParaRPr lang="fr-FR"/>
        </a:p>
      </dgm:t>
    </dgm:pt>
    <dgm:pt modelId="{4086BF5A-64A1-41A1-BF31-800E75009D70}" type="sibTrans" cxnId="{C4AE0C6E-E774-47C6-AF53-F264AD4F5A69}">
      <dgm:prSet/>
      <dgm:spPr/>
      <dgm:t>
        <a:bodyPr/>
        <a:lstStyle/>
        <a:p>
          <a:endParaRPr lang="fr-FR"/>
        </a:p>
      </dgm:t>
    </dgm:pt>
    <dgm:pt modelId="{834607BC-34B1-4F43-B137-17F314295655}" type="pres">
      <dgm:prSet presAssocID="{97C3742E-2294-4A93-9E83-3CCDDC6E2115}" presName="compositeShape" presStyleCnt="0">
        <dgm:presLayoutVars>
          <dgm:chMax val="2"/>
          <dgm:dir/>
          <dgm:resizeHandles val="exact"/>
        </dgm:presLayoutVars>
      </dgm:prSet>
      <dgm:spPr/>
    </dgm:pt>
    <dgm:pt modelId="{4A5AAF6F-F242-45D3-97F8-8B7152C89442}" type="pres">
      <dgm:prSet presAssocID="{97C3742E-2294-4A93-9E83-3CCDDC6E2115}" presName="divider" presStyleLbl="fgShp" presStyleIdx="0" presStyleCnt="1" custAng="300000"/>
      <dgm:spPr/>
    </dgm:pt>
    <dgm:pt modelId="{206A165E-59BB-4DD7-8BA5-48AAA3A19508}" type="pres">
      <dgm:prSet presAssocID="{B57CF1D0-F9F7-4F00-8ED3-E250F85773B2}" presName="downArrow" presStyleLbl="node1" presStyleIdx="0" presStyleCnt="2" custLinFactNeighborY="4190"/>
      <dgm:spPr/>
    </dgm:pt>
    <dgm:pt modelId="{5EB15A28-B593-4112-A9F4-A2FF4C330089}" type="pres">
      <dgm:prSet presAssocID="{B57CF1D0-F9F7-4F00-8ED3-E250F85773B2}" presName="downArrowText" presStyleLbl="revTx" presStyleIdx="0" presStyleCnt="2">
        <dgm:presLayoutVars>
          <dgm:bulletEnabled val="1"/>
        </dgm:presLayoutVars>
      </dgm:prSet>
      <dgm:spPr/>
    </dgm:pt>
    <dgm:pt modelId="{D0E9F8DF-ADBE-4C1E-93A3-C34D20DD4221}" type="pres">
      <dgm:prSet presAssocID="{B2106B97-AC16-4D68-BF79-0C7EC12D4F4B}" presName="upArrow" presStyleLbl="node1" presStyleIdx="1" presStyleCnt="2"/>
      <dgm:spPr/>
    </dgm:pt>
    <dgm:pt modelId="{7C0F9855-BD7D-47B2-8883-A8A1AE31D91B}" type="pres">
      <dgm:prSet presAssocID="{B2106B97-AC16-4D68-BF79-0C7EC12D4F4B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4AB57B00-C49F-42CE-9FA1-19CA70A5BEFD}" type="presOf" srcId="{B57CF1D0-F9F7-4F00-8ED3-E250F85773B2}" destId="{5EB15A28-B593-4112-A9F4-A2FF4C330089}" srcOrd="0" destOrd="0" presId="urn:microsoft.com/office/officeart/2005/8/layout/arrow3"/>
    <dgm:cxn modelId="{C4AE0C6E-E774-47C6-AF53-F264AD4F5A69}" srcId="{97C3742E-2294-4A93-9E83-3CCDDC6E2115}" destId="{B2106B97-AC16-4D68-BF79-0C7EC12D4F4B}" srcOrd="1" destOrd="0" parTransId="{6E21772B-CDE7-421C-9786-D6434B22CB7A}" sibTransId="{4086BF5A-64A1-41A1-BF31-800E75009D70}"/>
    <dgm:cxn modelId="{EE0AC956-3478-4A46-A6B7-0F67538CA040}" type="presOf" srcId="{B2106B97-AC16-4D68-BF79-0C7EC12D4F4B}" destId="{7C0F9855-BD7D-47B2-8883-A8A1AE31D91B}" srcOrd="0" destOrd="0" presId="urn:microsoft.com/office/officeart/2005/8/layout/arrow3"/>
    <dgm:cxn modelId="{BD7B3958-6586-4EC7-9BD9-2AB964149B7D}" srcId="{97C3742E-2294-4A93-9E83-3CCDDC6E2115}" destId="{B57CF1D0-F9F7-4F00-8ED3-E250F85773B2}" srcOrd="0" destOrd="0" parTransId="{0B4BF705-8A2C-4679-B99F-6C773B814DC4}" sibTransId="{C7F1BAB2-7D3B-448E-91CF-6D62B78973B0}"/>
    <dgm:cxn modelId="{BE3F03EF-6F3E-434C-8621-A95E879DC1BE}" type="presOf" srcId="{97C3742E-2294-4A93-9E83-3CCDDC6E2115}" destId="{834607BC-34B1-4F43-B137-17F314295655}" srcOrd="0" destOrd="0" presId="urn:microsoft.com/office/officeart/2005/8/layout/arrow3"/>
    <dgm:cxn modelId="{A369594C-59A7-40BD-8E70-A2ED2BB85C72}" type="presParOf" srcId="{834607BC-34B1-4F43-B137-17F314295655}" destId="{4A5AAF6F-F242-45D3-97F8-8B7152C89442}" srcOrd="0" destOrd="0" presId="urn:microsoft.com/office/officeart/2005/8/layout/arrow3"/>
    <dgm:cxn modelId="{8E954A3C-59AF-42EE-8E8A-D9CD57E754F7}" type="presParOf" srcId="{834607BC-34B1-4F43-B137-17F314295655}" destId="{206A165E-59BB-4DD7-8BA5-48AAA3A19508}" srcOrd="1" destOrd="0" presId="urn:microsoft.com/office/officeart/2005/8/layout/arrow3"/>
    <dgm:cxn modelId="{38F330C7-D568-48FC-B03D-47103F00C505}" type="presParOf" srcId="{834607BC-34B1-4F43-B137-17F314295655}" destId="{5EB15A28-B593-4112-A9F4-A2FF4C330089}" srcOrd="2" destOrd="0" presId="urn:microsoft.com/office/officeart/2005/8/layout/arrow3"/>
    <dgm:cxn modelId="{EB6B6AF2-1A2F-419C-B9AD-8539B0690BF0}" type="presParOf" srcId="{834607BC-34B1-4F43-B137-17F314295655}" destId="{D0E9F8DF-ADBE-4C1E-93A3-C34D20DD4221}" srcOrd="3" destOrd="0" presId="urn:microsoft.com/office/officeart/2005/8/layout/arrow3"/>
    <dgm:cxn modelId="{EF9270D6-7236-4F5F-AA2A-947F0E547E9E}" type="presParOf" srcId="{834607BC-34B1-4F43-B137-17F314295655}" destId="{7C0F9855-BD7D-47B2-8883-A8A1AE31D91B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5871940-1AE7-48B0-9871-919260EFBEA5}" type="doc">
      <dgm:prSet loTypeId="urn:microsoft.com/office/officeart/2005/8/layout/hList9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8B7C9496-5FAD-4D8A-B7F9-B5EB5F7A640C}">
      <dgm:prSet phldrT="[Texte]"/>
      <dgm:spPr/>
      <dgm:t>
        <a:bodyPr/>
        <a:lstStyle/>
        <a:p>
          <a:r>
            <a:rPr lang="fr-FR" dirty="0"/>
            <a:t>Sympatholytiques </a:t>
          </a:r>
        </a:p>
        <a:p>
          <a:r>
            <a:rPr lang="fr-FR"/>
            <a:t>directs </a:t>
          </a:r>
          <a:endParaRPr lang="fr-FR" dirty="0"/>
        </a:p>
      </dgm:t>
    </dgm:pt>
    <dgm:pt modelId="{3673C9DD-9F7B-42A1-8090-19DB6FD56057}" type="parTrans" cxnId="{1F6C9E50-29A8-4D52-92C3-650A41AC202F}">
      <dgm:prSet/>
      <dgm:spPr/>
      <dgm:t>
        <a:bodyPr/>
        <a:lstStyle/>
        <a:p>
          <a:endParaRPr lang="fr-FR"/>
        </a:p>
      </dgm:t>
    </dgm:pt>
    <dgm:pt modelId="{4B0069F9-A4EB-4B92-B149-8D5CEE018D1A}" type="sibTrans" cxnId="{1F6C9E50-29A8-4D52-92C3-650A41AC202F}">
      <dgm:prSet/>
      <dgm:spPr/>
      <dgm:t>
        <a:bodyPr/>
        <a:lstStyle/>
        <a:p>
          <a:endParaRPr lang="fr-FR"/>
        </a:p>
      </dgm:t>
    </dgm:pt>
    <dgm:pt modelId="{22BB75EA-4F36-49F0-A18A-F0B81DD97E60}">
      <dgm:prSet phldrT="[Texte]"/>
      <dgm:spPr/>
      <dgm:t>
        <a:bodyPr/>
        <a:lstStyle/>
        <a:p>
          <a:r>
            <a:rPr lang="el-GR" dirty="0">
              <a:latin typeface="Constantia"/>
            </a:rPr>
            <a:t>α</a:t>
          </a:r>
          <a:r>
            <a:rPr lang="fr-FR" dirty="0">
              <a:latin typeface="Constantia"/>
            </a:rPr>
            <a:t> bloquants</a:t>
          </a:r>
          <a:endParaRPr lang="fr-FR" dirty="0"/>
        </a:p>
      </dgm:t>
    </dgm:pt>
    <dgm:pt modelId="{7E7FA01A-178E-4ABE-AB7F-447E222CE7CE}" type="parTrans" cxnId="{D1E89B81-2A89-44A5-BFD3-F25CA218AC57}">
      <dgm:prSet/>
      <dgm:spPr/>
      <dgm:t>
        <a:bodyPr/>
        <a:lstStyle/>
        <a:p>
          <a:endParaRPr lang="fr-FR"/>
        </a:p>
      </dgm:t>
    </dgm:pt>
    <dgm:pt modelId="{32DA3C22-0731-4A5A-91F8-752B34220D76}" type="sibTrans" cxnId="{D1E89B81-2A89-44A5-BFD3-F25CA218AC57}">
      <dgm:prSet/>
      <dgm:spPr/>
      <dgm:t>
        <a:bodyPr/>
        <a:lstStyle/>
        <a:p>
          <a:endParaRPr lang="fr-FR"/>
        </a:p>
      </dgm:t>
    </dgm:pt>
    <dgm:pt modelId="{83B12B3D-095D-4FD8-85B3-1085732618E1}">
      <dgm:prSet phldrT="[Texte]"/>
      <dgm:spPr/>
      <dgm:t>
        <a:bodyPr/>
        <a:lstStyle/>
        <a:p>
          <a:r>
            <a:rPr lang="el-GR" dirty="0">
              <a:latin typeface="Constantia"/>
            </a:rPr>
            <a:t>β</a:t>
          </a:r>
          <a:r>
            <a:rPr lang="fr-FR" dirty="0">
              <a:latin typeface="Constantia"/>
            </a:rPr>
            <a:t> bloquants</a:t>
          </a:r>
          <a:endParaRPr lang="fr-FR" dirty="0"/>
        </a:p>
      </dgm:t>
    </dgm:pt>
    <dgm:pt modelId="{782C18D7-8F4A-4BF1-B3D2-7B91DC97C6C6}" type="parTrans" cxnId="{9B36B0E3-E3B1-40FD-A4DB-8826B3140CC4}">
      <dgm:prSet/>
      <dgm:spPr/>
      <dgm:t>
        <a:bodyPr/>
        <a:lstStyle/>
        <a:p>
          <a:endParaRPr lang="fr-FR"/>
        </a:p>
      </dgm:t>
    </dgm:pt>
    <dgm:pt modelId="{8B01CCD1-79F0-40D9-9643-41A05A6A8683}" type="sibTrans" cxnId="{9B36B0E3-E3B1-40FD-A4DB-8826B3140CC4}">
      <dgm:prSet/>
      <dgm:spPr/>
      <dgm:t>
        <a:bodyPr/>
        <a:lstStyle/>
        <a:p>
          <a:endParaRPr lang="fr-FR"/>
        </a:p>
      </dgm:t>
    </dgm:pt>
    <dgm:pt modelId="{BEC28F67-45C5-4A54-BE71-3551A06B034F}" type="pres">
      <dgm:prSet presAssocID="{45871940-1AE7-48B0-9871-919260EFBEA5}" presName="list" presStyleCnt="0">
        <dgm:presLayoutVars>
          <dgm:dir/>
          <dgm:animLvl val="lvl"/>
        </dgm:presLayoutVars>
      </dgm:prSet>
      <dgm:spPr/>
    </dgm:pt>
    <dgm:pt modelId="{53E31C23-BB63-4D0B-991D-57E3FF9F9B17}" type="pres">
      <dgm:prSet presAssocID="{8B7C9496-5FAD-4D8A-B7F9-B5EB5F7A640C}" presName="posSpace" presStyleCnt="0"/>
      <dgm:spPr/>
    </dgm:pt>
    <dgm:pt modelId="{9D3916E0-6F6F-4E73-BF05-A023D0B1649A}" type="pres">
      <dgm:prSet presAssocID="{8B7C9496-5FAD-4D8A-B7F9-B5EB5F7A640C}" presName="vertFlow" presStyleCnt="0"/>
      <dgm:spPr/>
    </dgm:pt>
    <dgm:pt modelId="{27A8BD89-05A0-4A00-BE2F-1B6DBE9EF72A}" type="pres">
      <dgm:prSet presAssocID="{8B7C9496-5FAD-4D8A-B7F9-B5EB5F7A640C}" presName="topSpace" presStyleCnt="0"/>
      <dgm:spPr/>
    </dgm:pt>
    <dgm:pt modelId="{4C2B8915-3C5F-4A17-A4F3-A4B3603EE4E7}" type="pres">
      <dgm:prSet presAssocID="{8B7C9496-5FAD-4D8A-B7F9-B5EB5F7A640C}" presName="firstComp" presStyleCnt="0"/>
      <dgm:spPr/>
    </dgm:pt>
    <dgm:pt modelId="{877AFE68-B4CC-48C7-A452-96A84E1D29F9}" type="pres">
      <dgm:prSet presAssocID="{8B7C9496-5FAD-4D8A-B7F9-B5EB5F7A640C}" presName="firstChild" presStyleLbl="bgAccFollowNode1" presStyleIdx="0" presStyleCnt="2" custLinFactNeighborX="31594" custLinFactNeighborY="-16669"/>
      <dgm:spPr/>
    </dgm:pt>
    <dgm:pt modelId="{A5CB45F6-DA52-4AAA-9403-02E5C68566AD}" type="pres">
      <dgm:prSet presAssocID="{8B7C9496-5FAD-4D8A-B7F9-B5EB5F7A640C}" presName="firstChildTx" presStyleLbl="bgAccFollowNode1" presStyleIdx="0" presStyleCnt="2">
        <dgm:presLayoutVars>
          <dgm:bulletEnabled val="1"/>
        </dgm:presLayoutVars>
      </dgm:prSet>
      <dgm:spPr/>
    </dgm:pt>
    <dgm:pt modelId="{1173AE29-951F-429D-BEA4-2F101024BE9E}" type="pres">
      <dgm:prSet presAssocID="{83B12B3D-095D-4FD8-85B3-1085732618E1}" presName="comp" presStyleCnt="0"/>
      <dgm:spPr/>
    </dgm:pt>
    <dgm:pt modelId="{695E61E2-EBE7-4624-B08C-7FFB824E3D27}" type="pres">
      <dgm:prSet presAssocID="{83B12B3D-095D-4FD8-85B3-1085732618E1}" presName="child" presStyleLbl="bgAccFollowNode1" presStyleIdx="1" presStyleCnt="2" custLinFactNeighborX="31594"/>
      <dgm:spPr/>
    </dgm:pt>
    <dgm:pt modelId="{D3B2DF44-C7C5-4163-908A-8E810103BC3C}" type="pres">
      <dgm:prSet presAssocID="{83B12B3D-095D-4FD8-85B3-1085732618E1}" presName="childTx" presStyleLbl="bgAccFollowNode1" presStyleIdx="1" presStyleCnt="2">
        <dgm:presLayoutVars>
          <dgm:bulletEnabled val="1"/>
        </dgm:presLayoutVars>
      </dgm:prSet>
      <dgm:spPr/>
    </dgm:pt>
    <dgm:pt modelId="{FB0067C3-3C41-46BB-B62D-912F0D2A8A1E}" type="pres">
      <dgm:prSet presAssocID="{8B7C9496-5FAD-4D8A-B7F9-B5EB5F7A640C}" presName="negSpace" presStyleCnt="0"/>
      <dgm:spPr/>
    </dgm:pt>
    <dgm:pt modelId="{4004BC3C-B6E8-4A7D-88A9-AFD3A9E60D8C}" type="pres">
      <dgm:prSet presAssocID="{8B7C9496-5FAD-4D8A-B7F9-B5EB5F7A640C}" presName="circle" presStyleLbl="node1" presStyleIdx="0" presStyleCnt="1" custScaleX="196490" custLinFactNeighborX="-38468" custLinFactNeighborY="91522"/>
      <dgm:spPr/>
    </dgm:pt>
  </dgm:ptLst>
  <dgm:cxnLst>
    <dgm:cxn modelId="{7D1E043F-612D-49A8-B15F-BD735324254E}" type="presOf" srcId="{22BB75EA-4F36-49F0-A18A-F0B81DD97E60}" destId="{877AFE68-B4CC-48C7-A452-96A84E1D29F9}" srcOrd="0" destOrd="0" presId="urn:microsoft.com/office/officeart/2005/8/layout/hList9"/>
    <dgm:cxn modelId="{FD35545D-DADA-4A8B-A153-0D84BA4B7F1E}" type="presOf" srcId="{8B7C9496-5FAD-4D8A-B7F9-B5EB5F7A640C}" destId="{4004BC3C-B6E8-4A7D-88A9-AFD3A9E60D8C}" srcOrd="0" destOrd="0" presId="urn:microsoft.com/office/officeart/2005/8/layout/hList9"/>
    <dgm:cxn modelId="{AD2CCF43-0D95-4473-B141-0287123945C3}" type="presOf" srcId="{45871940-1AE7-48B0-9871-919260EFBEA5}" destId="{BEC28F67-45C5-4A54-BE71-3551A06B034F}" srcOrd="0" destOrd="0" presId="urn:microsoft.com/office/officeart/2005/8/layout/hList9"/>
    <dgm:cxn modelId="{1F6C9E50-29A8-4D52-92C3-650A41AC202F}" srcId="{45871940-1AE7-48B0-9871-919260EFBEA5}" destId="{8B7C9496-5FAD-4D8A-B7F9-B5EB5F7A640C}" srcOrd="0" destOrd="0" parTransId="{3673C9DD-9F7B-42A1-8090-19DB6FD56057}" sibTransId="{4B0069F9-A4EB-4B92-B149-8D5CEE018D1A}"/>
    <dgm:cxn modelId="{D1E89B81-2A89-44A5-BFD3-F25CA218AC57}" srcId="{8B7C9496-5FAD-4D8A-B7F9-B5EB5F7A640C}" destId="{22BB75EA-4F36-49F0-A18A-F0B81DD97E60}" srcOrd="0" destOrd="0" parTransId="{7E7FA01A-178E-4ABE-AB7F-447E222CE7CE}" sibTransId="{32DA3C22-0731-4A5A-91F8-752B34220D76}"/>
    <dgm:cxn modelId="{F86664D6-07DA-4C07-BD19-A09ED7FB025D}" type="presOf" srcId="{83B12B3D-095D-4FD8-85B3-1085732618E1}" destId="{D3B2DF44-C7C5-4163-908A-8E810103BC3C}" srcOrd="1" destOrd="0" presId="urn:microsoft.com/office/officeart/2005/8/layout/hList9"/>
    <dgm:cxn modelId="{B4CDD6E2-25F2-4F60-AC40-E3BD391BF8EE}" type="presOf" srcId="{83B12B3D-095D-4FD8-85B3-1085732618E1}" destId="{695E61E2-EBE7-4624-B08C-7FFB824E3D27}" srcOrd="0" destOrd="0" presId="urn:microsoft.com/office/officeart/2005/8/layout/hList9"/>
    <dgm:cxn modelId="{5F5E65E3-AB6D-452E-A8A3-2D782D8C111F}" type="presOf" srcId="{22BB75EA-4F36-49F0-A18A-F0B81DD97E60}" destId="{A5CB45F6-DA52-4AAA-9403-02E5C68566AD}" srcOrd="1" destOrd="0" presId="urn:microsoft.com/office/officeart/2005/8/layout/hList9"/>
    <dgm:cxn modelId="{9B36B0E3-E3B1-40FD-A4DB-8826B3140CC4}" srcId="{8B7C9496-5FAD-4D8A-B7F9-B5EB5F7A640C}" destId="{83B12B3D-095D-4FD8-85B3-1085732618E1}" srcOrd="1" destOrd="0" parTransId="{782C18D7-8F4A-4BF1-B3D2-7B91DC97C6C6}" sibTransId="{8B01CCD1-79F0-40D9-9643-41A05A6A8683}"/>
    <dgm:cxn modelId="{06915652-D948-451C-A482-A2BA62DE5DDC}" type="presParOf" srcId="{BEC28F67-45C5-4A54-BE71-3551A06B034F}" destId="{53E31C23-BB63-4D0B-991D-57E3FF9F9B17}" srcOrd="0" destOrd="0" presId="urn:microsoft.com/office/officeart/2005/8/layout/hList9"/>
    <dgm:cxn modelId="{AF093B45-A5EF-4982-84EC-F3AB0CF27697}" type="presParOf" srcId="{BEC28F67-45C5-4A54-BE71-3551A06B034F}" destId="{9D3916E0-6F6F-4E73-BF05-A023D0B1649A}" srcOrd="1" destOrd="0" presId="urn:microsoft.com/office/officeart/2005/8/layout/hList9"/>
    <dgm:cxn modelId="{C17C6731-B828-4BC0-BD05-96A91C66EE24}" type="presParOf" srcId="{9D3916E0-6F6F-4E73-BF05-A023D0B1649A}" destId="{27A8BD89-05A0-4A00-BE2F-1B6DBE9EF72A}" srcOrd="0" destOrd="0" presId="urn:microsoft.com/office/officeart/2005/8/layout/hList9"/>
    <dgm:cxn modelId="{F76700D6-2EE2-45EB-A634-103C020A5AC0}" type="presParOf" srcId="{9D3916E0-6F6F-4E73-BF05-A023D0B1649A}" destId="{4C2B8915-3C5F-4A17-A4F3-A4B3603EE4E7}" srcOrd="1" destOrd="0" presId="urn:microsoft.com/office/officeart/2005/8/layout/hList9"/>
    <dgm:cxn modelId="{9ADA208A-F10B-4B6D-A157-179EF41F0F10}" type="presParOf" srcId="{4C2B8915-3C5F-4A17-A4F3-A4B3603EE4E7}" destId="{877AFE68-B4CC-48C7-A452-96A84E1D29F9}" srcOrd="0" destOrd="0" presId="urn:microsoft.com/office/officeart/2005/8/layout/hList9"/>
    <dgm:cxn modelId="{18BE97F3-794F-4CB9-AAE5-0B80C2ED3DCB}" type="presParOf" srcId="{4C2B8915-3C5F-4A17-A4F3-A4B3603EE4E7}" destId="{A5CB45F6-DA52-4AAA-9403-02E5C68566AD}" srcOrd="1" destOrd="0" presId="urn:microsoft.com/office/officeart/2005/8/layout/hList9"/>
    <dgm:cxn modelId="{93A91DA5-E7B5-4826-AC03-D44824985E46}" type="presParOf" srcId="{9D3916E0-6F6F-4E73-BF05-A023D0B1649A}" destId="{1173AE29-951F-429D-BEA4-2F101024BE9E}" srcOrd="2" destOrd="0" presId="urn:microsoft.com/office/officeart/2005/8/layout/hList9"/>
    <dgm:cxn modelId="{7E8CA7B5-6569-49E4-8AE7-F2FAD4BCE896}" type="presParOf" srcId="{1173AE29-951F-429D-BEA4-2F101024BE9E}" destId="{695E61E2-EBE7-4624-B08C-7FFB824E3D27}" srcOrd="0" destOrd="0" presId="urn:microsoft.com/office/officeart/2005/8/layout/hList9"/>
    <dgm:cxn modelId="{1E3A5EE0-3124-4C79-AB70-0A3D6E1DFCC6}" type="presParOf" srcId="{1173AE29-951F-429D-BEA4-2F101024BE9E}" destId="{D3B2DF44-C7C5-4163-908A-8E810103BC3C}" srcOrd="1" destOrd="0" presId="urn:microsoft.com/office/officeart/2005/8/layout/hList9"/>
    <dgm:cxn modelId="{5CE3BACC-ACF8-49F0-A3BE-E8CD3EEB4802}" type="presParOf" srcId="{BEC28F67-45C5-4A54-BE71-3551A06B034F}" destId="{FB0067C3-3C41-46BB-B62D-912F0D2A8A1E}" srcOrd="2" destOrd="0" presId="urn:microsoft.com/office/officeart/2005/8/layout/hList9"/>
    <dgm:cxn modelId="{69D2E790-DD60-4C19-AF59-B5CD4A60BBB6}" type="presParOf" srcId="{BEC28F67-45C5-4A54-BE71-3551A06B034F}" destId="{4004BC3C-B6E8-4A7D-88A9-AFD3A9E60D8C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FF815F4-852E-47F9-AE2D-B01504D58859}" type="doc">
      <dgm:prSet loTypeId="urn:microsoft.com/office/officeart/2005/8/layout/list1" loCatId="list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fr-FR"/>
        </a:p>
      </dgm:t>
    </dgm:pt>
    <dgm:pt modelId="{FC25066C-8A32-43B2-9D79-BC9C94276FEB}">
      <dgm:prSet phldrT="[Texte]"/>
      <dgm:spPr/>
      <dgm:t>
        <a:bodyPr/>
        <a:lstStyle/>
        <a:p>
          <a:r>
            <a:rPr lang="fr-FR" dirty="0"/>
            <a:t>Vasodilatateur :</a:t>
          </a:r>
        </a:p>
      </dgm:t>
    </dgm:pt>
    <dgm:pt modelId="{A49CDA31-798B-4FEC-AB05-D785A161ACDC}" type="parTrans" cxnId="{B0A88A63-1686-4052-884B-7BAAEC4212B5}">
      <dgm:prSet/>
      <dgm:spPr/>
      <dgm:t>
        <a:bodyPr/>
        <a:lstStyle/>
        <a:p>
          <a:endParaRPr lang="fr-FR"/>
        </a:p>
      </dgm:t>
    </dgm:pt>
    <dgm:pt modelId="{F3B7EC6B-281F-43A1-9D01-74443DF4B992}" type="sibTrans" cxnId="{B0A88A63-1686-4052-884B-7BAAEC4212B5}">
      <dgm:prSet/>
      <dgm:spPr/>
      <dgm:t>
        <a:bodyPr/>
        <a:lstStyle/>
        <a:p>
          <a:endParaRPr lang="fr-FR"/>
        </a:p>
      </dgm:t>
    </dgm:pt>
    <dgm:pt modelId="{A0744C43-3555-4EBB-9E6F-3AD8FAB7E56A}">
      <dgm:prSet phldrT="[Texte]"/>
      <dgm:spPr/>
      <dgm:t>
        <a:bodyPr/>
        <a:lstStyle/>
        <a:p>
          <a:r>
            <a:rPr lang="fr-FR" dirty="0"/>
            <a:t>Blocage des récepteurs </a:t>
          </a:r>
          <a:r>
            <a:rPr lang="el-GR" b="1" dirty="0">
              <a:latin typeface="Constantia"/>
            </a:rPr>
            <a:t>α</a:t>
          </a:r>
          <a:r>
            <a:rPr lang="fr-FR" b="1" dirty="0">
              <a:latin typeface="Constantia"/>
            </a:rPr>
            <a:t>1 au niveau vésicale, urètre et prostate</a:t>
          </a:r>
          <a:r>
            <a:rPr lang="fr-FR" dirty="0"/>
            <a:t>   </a:t>
          </a:r>
        </a:p>
      </dgm:t>
    </dgm:pt>
    <dgm:pt modelId="{89BB98E5-804C-42AC-A08C-88FA2B6C9549}" type="parTrans" cxnId="{23C67CCF-C0C0-49BD-BED1-77CC2FE10C3B}">
      <dgm:prSet/>
      <dgm:spPr/>
      <dgm:t>
        <a:bodyPr/>
        <a:lstStyle/>
        <a:p>
          <a:endParaRPr lang="fr-FR"/>
        </a:p>
      </dgm:t>
    </dgm:pt>
    <dgm:pt modelId="{080112F2-DC6C-40A6-B605-26C8F90CAD24}" type="sibTrans" cxnId="{23C67CCF-C0C0-49BD-BED1-77CC2FE10C3B}">
      <dgm:prSet/>
      <dgm:spPr/>
      <dgm:t>
        <a:bodyPr/>
        <a:lstStyle/>
        <a:p>
          <a:endParaRPr lang="fr-FR"/>
        </a:p>
      </dgm:t>
    </dgm:pt>
    <dgm:pt modelId="{31F1365A-A6F3-4B78-9571-8B751F443A5D}">
      <dgm:prSet/>
      <dgm:spPr/>
      <dgm:t>
        <a:bodyPr/>
        <a:lstStyle/>
        <a:p>
          <a:r>
            <a:rPr lang="fr-FR" dirty="0"/>
            <a:t> Hypotension ( orthostatique)</a:t>
          </a:r>
        </a:p>
      </dgm:t>
    </dgm:pt>
    <dgm:pt modelId="{36F1D517-CDC2-483D-A00C-32795C841822}" type="parTrans" cxnId="{7BCEA7E0-C5C5-49B9-9EF2-D73A6E888D74}">
      <dgm:prSet/>
      <dgm:spPr/>
      <dgm:t>
        <a:bodyPr/>
        <a:lstStyle/>
        <a:p>
          <a:endParaRPr lang="fr-FR"/>
        </a:p>
      </dgm:t>
    </dgm:pt>
    <dgm:pt modelId="{9CF75096-05C3-44EF-9F26-ACE3424D4280}" type="sibTrans" cxnId="{7BCEA7E0-C5C5-49B9-9EF2-D73A6E888D74}">
      <dgm:prSet/>
      <dgm:spPr/>
      <dgm:t>
        <a:bodyPr/>
        <a:lstStyle/>
        <a:p>
          <a:endParaRPr lang="fr-FR"/>
        </a:p>
      </dgm:t>
    </dgm:pt>
    <dgm:pt modelId="{72CEB1A3-2116-4186-8490-EFEF47FCB379}">
      <dgm:prSet/>
      <dgm:spPr/>
      <dgm:t>
        <a:bodyPr/>
        <a:lstStyle/>
        <a:p>
          <a:r>
            <a:rPr lang="fr-FR" dirty="0"/>
            <a:t>Tachycardie</a:t>
          </a:r>
        </a:p>
      </dgm:t>
    </dgm:pt>
    <dgm:pt modelId="{9DB25676-C42B-4A65-A5A6-6B93AB60E531}" type="parTrans" cxnId="{200E4116-2D9E-46F6-9449-F90117055EB0}">
      <dgm:prSet/>
      <dgm:spPr/>
      <dgm:t>
        <a:bodyPr/>
        <a:lstStyle/>
        <a:p>
          <a:endParaRPr lang="fr-FR"/>
        </a:p>
      </dgm:t>
    </dgm:pt>
    <dgm:pt modelId="{6EE21952-82EB-4398-AD14-886E38620CE1}" type="sibTrans" cxnId="{200E4116-2D9E-46F6-9449-F90117055EB0}">
      <dgm:prSet/>
      <dgm:spPr/>
      <dgm:t>
        <a:bodyPr/>
        <a:lstStyle/>
        <a:p>
          <a:endParaRPr lang="fr-FR"/>
        </a:p>
      </dgm:t>
    </dgm:pt>
    <dgm:pt modelId="{351E1571-3F52-4C6D-B2E6-64FB8E073828}">
      <dgm:prSet/>
      <dgm:spPr/>
      <dgm:t>
        <a:bodyPr/>
        <a:lstStyle/>
        <a:p>
          <a:r>
            <a:rPr lang="fr-FR" dirty="0"/>
            <a:t>Rétention hydro sodée</a:t>
          </a:r>
        </a:p>
      </dgm:t>
    </dgm:pt>
    <dgm:pt modelId="{D99E619A-5216-4D5E-8DBB-1F260124EA64}" type="parTrans" cxnId="{423CD818-7DC7-4A7F-954D-366822AA7455}">
      <dgm:prSet/>
      <dgm:spPr/>
      <dgm:t>
        <a:bodyPr/>
        <a:lstStyle/>
        <a:p>
          <a:endParaRPr lang="fr-FR"/>
        </a:p>
      </dgm:t>
    </dgm:pt>
    <dgm:pt modelId="{894F35B1-A427-4F8B-8B14-BB1B7D48D75D}" type="sibTrans" cxnId="{423CD818-7DC7-4A7F-954D-366822AA7455}">
      <dgm:prSet/>
      <dgm:spPr/>
      <dgm:t>
        <a:bodyPr/>
        <a:lstStyle/>
        <a:p>
          <a:endParaRPr lang="fr-FR"/>
        </a:p>
      </dgm:t>
    </dgm:pt>
    <dgm:pt modelId="{41DA1B53-D969-4E87-983F-B750DA9EAB47}">
      <dgm:prSet/>
      <dgm:spPr/>
      <dgm:t>
        <a:bodyPr/>
        <a:lstStyle/>
        <a:p>
          <a:r>
            <a:rPr lang="fr-FR" dirty="0"/>
            <a:t> amélioration de la miction </a:t>
          </a:r>
        </a:p>
      </dgm:t>
    </dgm:pt>
    <dgm:pt modelId="{61BF00DA-86FB-4AF9-B8BA-5D59BCAA3354}" type="parTrans" cxnId="{14C7107C-555B-4AFB-BD9D-04E9B10EFFAE}">
      <dgm:prSet/>
      <dgm:spPr/>
      <dgm:t>
        <a:bodyPr/>
        <a:lstStyle/>
        <a:p>
          <a:endParaRPr lang="fr-FR"/>
        </a:p>
      </dgm:t>
    </dgm:pt>
    <dgm:pt modelId="{9D65ABE7-38AB-41EE-AAA8-72A5E52BD528}" type="sibTrans" cxnId="{14C7107C-555B-4AFB-BD9D-04E9B10EFFAE}">
      <dgm:prSet/>
      <dgm:spPr/>
      <dgm:t>
        <a:bodyPr/>
        <a:lstStyle/>
        <a:p>
          <a:endParaRPr lang="fr-FR"/>
        </a:p>
      </dgm:t>
    </dgm:pt>
    <dgm:pt modelId="{E8B3F2B7-4333-47D4-AAB2-ECB26E16777E}" type="pres">
      <dgm:prSet presAssocID="{FFF815F4-852E-47F9-AE2D-B01504D58859}" presName="linear" presStyleCnt="0">
        <dgm:presLayoutVars>
          <dgm:dir/>
          <dgm:animLvl val="lvl"/>
          <dgm:resizeHandles val="exact"/>
        </dgm:presLayoutVars>
      </dgm:prSet>
      <dgm:spPr/>
    </dgm:pt>
    <dgm:pt modelId="{D05939FC-25CC-46F4-BB6F-E9341B05161E}" type="pres">
      <dgm:prSet presAssocID="{FC25066C-8A32-43B2-9D79-BC9C94276FEB}" presName="parentLin" presStyleCnt="0"/>
      <dgm:spPr/>
    </dgm:pt>
    <dgm:pt modelId="{3B4FACDA-002D-45CD-975E-E86B2AA683B6}" type="pres">
      <dgm:prSet presAssocID="{FC25066C-8A32-43B2-9D79-BC9C94276FEB}" presName="parentLeftMargin" presStyleLbl="node1" presStyleIdx="0" presStyleCnt="2"/>
      <dgm:spPr/>
    </dgm:pt>
    <dgm:pt modelId="{72E7314C-C470-4CB4-B296-A268CE53B918}" type="pres">
      <dgm:prSet presAssocID="{FC25066C-8A32-43B2-9D79-BC9C94276FE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D79D328-7D34-4BA2-8959-2335F85701B9}" type="pres">
      <dgm:prSet presAssocID="{FC25066C-8A32-43B2-9D79-BC9C94276FEB}" presName="negativeSpace" presStyleCnt="0"/>
      <dgm:spPr/>
    </dgm:pt>
    <dgm:pt modelId="{7C79DD6B-7A11-44B3-83A1-4931458C78BA}" type="pres">
      <dgm:prSet presAssocID="{FC25066C-8A32-43B2-9D79-BC9C94276FEB}" presName="childText" presStyleLbl="conFgAcc1" presStyleIdx="0" presStyleCnt="2">
        <dgm:presLayoutVars>
          <dgm:bulletEnabled val="1"/>
        </dgm:presLayoutVars>
      </dgm:prSet>
      <dgm:spPr/>
    </dgm:pt>
    <dgm:pt modelId="{D64E9412-9CC5-4E01-98D8-3319F25996F5}" type="pres">
      <dgm:prSet presAssocID="{F3B7EC6B-281F-43A1-9D01-74443DF4B992}" presName="spaceBetweenRectangles" presStyleCnt="0"/>
      <dgm:spPr/>
    </dgm:pt>
    <dgm:pt modelId="{1371AA5E-B807-4DCE-96BC-57720AB280D6}" type="pres">
      <dgm:prSet presAssocID="{A0744C43-3555-4EBB-9E6F-3AD8FAB7E56A}" presName="parentLin" presStyleCnt="0"/>
      <dgm:spPr/>
    </dgm:pt>
    <dgm:pt modelId="{AD9A73D1-2CA3-41E3-9118-D32E453D2107}" type="pres">
      <dgm:prSet presAssocID="{A0744C43-3555-4EBB-9E6F-3AD8FAB7E56A}" presName="parentLeftMargin" presStyleLbl="node1" presStyleIdx="0" presStyleCnt="2"/>
      <dgm:spPr/>
    </dgm:pt>
    <dgm:pt modelId="{DB4927BB-3B87-451A-A571-B804FFE11B28}" type="pres">
      <dgm:prSet presAssocID="{A0744C43-3555-4EBB-9E6F-3AD8FAB7E56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6FB3412-51E2-4348-8205-E8BBB0D0A494}" type="pres">
      <dgm:prSet presAssocID="{A0744C43-3555-4EBB-9E6F-3AD8FAB7E56A}" presName="negativeSpace" presStyleCnt="0"/>
      <dgm:spPr/>
    </dgm:pt>
    <dgm:pt modelId="{A857D379-3B11-4B7E-B88A-88FDA0920C76}" type="pres">
      <dgm:prSet presAssocID="{A0744C43-3555-4EBB-9E6F-3AD8FAB7E56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66DEB13-7CD8-45D6-998B-2A79F731832B}" type="presOf" srcId="{41DA1B53-D969-4E87-983F-B750DA9EAB47}" destId="{A857D379-3B11-4B7E-B88A-88FDA0920C76}" srcOrd="0" destOrd="0" presId="urn:microsoft.com/office/officeart/2005/8/layout/list1"/>
    <dgm:cxn modelId="{200E4116-2D9E-46F6-9449-F90117055EB0}" srcId="{FC25066C-8A32-43B2-9D79-BC9C94276FEB}" destId="{72CEB1A3-2116-4186-8490-EFEF47FCB379}" srcOrd="1" destOrd="0" parTransId="{9DB25676-C42B-4A65-A5A6-6B93AB60E531}" sibTransId="{6EE21952-82EB-4398-AD14-886E38620CE1}"/>
    <dgm:cxn modelId="{423CD818-7DC7-4A7F-954D-366822AA7455}" srcId="{FC25066C-8A32-43B2-9D79-BC9C94276FEB}" destId="{351E1571-3F52-4C6D-B2E6-64FB8E073828}" srcOrd="2" destOrd="0" parTransId="{D99E619A-5216-4D5E-8DBB-1F260124EA64}" sibTransId="{894F35B1-A427-4F8B-8B14-BB1B7D48D75D}"/>
    <dgm:cxn modelId="{F871252D-A0D6-4EC9-BCC8-FB15D06FE4D7}" type="presOf" srcId="{351E1571-3F52-4C6D-B2E6-64FB8E073828}" destId="{7C79DD6B-7A11-44B3-83A1-4931458C78BA}" srcOrd="0" destOrd="2" presId="urn:microsoft.com/office/officeart/2005/8/layout/list1"/>
    <dgm:cxn modelId="{30FBAB5C-AD09-48F5-BBC2-A0E3E33C764C}" type="presOf" srcId="{FC25066C-8A32-43B2-9D79-BC9C94276FEB}" destId="{72E7314C-C470-4CB4-B296-A268CE53B918}" srcOrd="1" destOrd="0" presId="urn:microsoft.com/office/officeart/2005/8/layout/list1"/>
    <dgm:cxn modelId="{B0A88A63-1686-4052-884B-7BAAEC4212B5}" srcId="{FFF815F4-852E-47F9-AE2D-B01504D58859}" destId="{FC25066C-8A32-43B2-9D79-BC9C94276FEB}" srcOrd="0" destOrd="0" parTransId="{A49CDA31-798B-4FEC-AB05-D785A161ACDC}" sibTransId="{F3B7EC6B-281F-43A1-9D01-74443DF4B992}"/>
    <dgm:cxn modelId="{14C7107C-555B-4AFB-BD9D-04E9B10EFFAE}" srcId="{A0744C43-3555-4EBB-9E6F-3AD8FAB7E56A}" destId="{41DA1B53-D969-4E87-983F-B750DA9EAB47}" srcOrd="0" destOrd="0" parTransId="{61BF00DA-86FB-4AF9-B8BA-5D59BCAA3354}" sibTransId="{9D65ABE7-38AB-41EE-AAA8-72A5E52BD528}"/>
    <dgm:cxn modelId="{E67DCA94-9A9C-4405-8828-BD1F229471FF}" type="presOf" srcId="{A0744C43-3555-4EBB-9E6F-3AD8FAB7E56A}" destId="{AD9A73D1-2CA3-41E3-9118-D32E453D2107}" srcOrd="0" destOrd="0" presId="urn:microsoft.com/office/officeart/2005/8/layout/list1"/>
    <dgm:cxn modelId="{D14FF3AB-13F7-447B-9676-8B6117275278}" type="presOf" srcId="{A0744C43-3555-4EBB-9E6F-3AD8FAB7E56A}" destId="{DB4927BB-3B87-451A-A571-B804FFE11B28}" srcOrd="1" destOrd="0" presId="urn:microsoft.com/office/officeart/2005/8/layout/list1"/>
    <dgm:cxn modelId="{45526DAF-E1C7-4578-BB73-57BF3873E4CA}" type="presOf" srcId="{31F1365A-A6F3-4B78-9571-8B751F443A5D}" destId="{7C79DD6B-7A11-44B3-83A1-4931458C78BA}" srcOrd="0" destOrd="0" presId="urn:microsoft.com/office/officeart/2005/8/layout/list1"/>
    <dgm:cxn modelId="{63A015C0-CAD1-4304-9C36-A7552627BD5E}" type="presOf" srcId="{FC25066C-8A32-43B2-9D79-BC9C94276FEB}" destId="{3B4FACDA-002D-45CD-975E-E86B2AA683B6}" srcOrd="0" destOrd="0" presId="urn:microsoft.com/office/officeart/2005/8/layout/list1"/>
    <dgm:cxn modelId="{FD5D10C8-D852-4DDE-B620-B8E989331DF8}" type="presOf" srcId="{FFF815F4-852E-47F9-AE2D-B01504D58859}" destId="{E8B3F2B7-4333-47D4-AAB2-ECB26E16777E}" srcOrd="0" destOrd="0" presId="urn:microsoft.com/office/officeart/2005/8/layout/list1"/>
    <dgm:cxn modelId="{0F81B0CB-5B4B-4973-97C7-85C17F420036}" type="presOf" srcId="{72CEB1A3-2116-4186-8490-EFEF47FCB379}" destId="{7C79DD6B-7A11-44B3-83A1-4931458C78BA}" srcOrd="0" destOrd="1" presId="urn:microsoft.com/office/officeart/2005/8/layout/list1"/>
    <dgm:cxn modelId="{23C67CCF-C0C0-49BD-BED1-77CC2FE10C3B}" srcId="{FFF815F4-852E-47F9-AE2D-B01504D58859}" destId="{A0744C43-3555-4EBB-9E6F-3AD8FAB7E56A}" srcOrd="1" destOrd="0" parTransId="{89BB98E5-804C-42AC-A08C-88FA2B6C9549}" sibTransId="{080112F2-DC6C-40A6-B605-26C8F90CAD24}"/>
    <dgm:cxn modelId="{7BCEA7E0-C5C5-49B9-9EF2-D73A6E888D74}" srcId="{FC25066C-8A32-43B2-9D79-BC9C94276FEB}" destId="{31F1365A-A6F3-4B78-9571-8B751F443A5D}" srcOrd="0" destOrd="0" parTransId="{36F1D517-CDC2-483D-A00C-32795C841822}" sibTransId="{9CF75096-05C3-44EF-9F26-ACE3424D4280}"/>
    <dgm:cxn modelId="{FBD4D75E-C628-402D-B7DE-F8D816A4872B}" type="presParOf" srcId="{E8B3F2B7-4333-47D4-AAB2-ECB26E16777E}" destId="{D05939FC-25CC-46F4-BB6F-E9341B05161E}" srcOrd="0" destOrd="0" presId="urn:microsoft.com/office/officeart/2005/8/layout/list1"/>
    <dgm:cxn modelId="{56E45EF6-3175-468D-9457-A5C99B11EDE3}" type="presParOf" srcId="{D05939FC-25CC-46F4-BB6F-E9341B05161E}" destId="{3B4FACDA-002D-45CD-975E-E86B2AA683B6}" srcOrd="0" destOrd="0" presId="urn:microsoft.com/office/officeart/2005/8/layout/list1"/>
    <dgm:cxn modelId="{2CBB088E-A343-4437-95C5-2B69E4E257F7}" type="presParOf" srcId="{D05939FC-25CC-46F4-BB6F-E9341B05161E}" destId="{72E7314C-C470-4CB4-B296-A268CE53B918}" srcOrd="1" destOrd="0" presId="urn:microsoft.com/office/officeart/2005/8/layout/list1"/>
    <dgm:cxn modelId="{A7C7EE4D-88F9-4F87-8F28-DCB8B0B19985}" type="presParOf" srcId="{E8B3F2B7-4333-47D4-AAB2-ECB26E16777E}" destId="{AD79D328-7D34-4BA2-8959-2335F85701B9}" srcOrd="1" destOrd="0" presId="urn:microsoft.com/office/officeart/2005/8/layout/list1"/>
    <dgm:cxn modelId="{76A1CA70-59E7-4760-B6A8-B2320314801A}" type="presParOf" srcId="{E8B3F2B7-4333-47D4-AAB2-ECB26E16777E}" destId="{7C79DD6B-7A11-44B3-83A1-4931458C78BA}" srcOrd="2" destOrd="0" presId="urn:microsoft.com/office/officeart/2005/8/layout/list1"/>
    <dgm:cxn modelId="{795B73F6-25B4-4242-BAF9-762E0FE8E417}" type="presParOf" srcId="{E8B3F2B7-4333-47D4-AAB2-ECB26E16777E}" destId="{D64E9412-9CC5-4E01-98D8-3319F25996F5}" srcOrd="3" destOrd="0" presId="urn:microsoft.com/office/officeart/2005/8/layout/list1"/>
    <dgm:cxn modelId="{C4FA44AE-E670-43BA-BED6-6E94F1FCE76A}" type="presParOf" srcId="{E8B3F2B7-4333-47D4-AAB2-ECB26E16777E}" destId="{1371AA5E-B807-4DCE-96BC-57720AB280D6}" srcOrd="4" destOrd="0" presId="urn:microsoft.com/office/officeart/2005/8/layout/list1"/>
    <dgm:cxn modelId="{AD40D7C7-3532-4EFC-947C-BAC9603377A5}" type="presParOf" srcId="{1371AA5E-B807-4DCE-96BC-57720AB280D6}" destId="{AD9A73D1-2CA3-41E3-9118-D32E453D2107}" srcOrd="0" destOrd="0" presId="urn:microsoft.com/office/officeart/2005/8/layout/list1"/>
    <dgm:cxn modelId="{C88AD76D-9CF0-4A7E-9627-192C29D06DD0}" type="presParOf" srcId="{1371AA5E-B807-4DCE-96BC-57720AB280D6}" destId="{DB4927BB-3B87-451A-A571-B804FFE11B28}" srcOrd="1" destOrd="0" presId="urn:microsoft.com/office/officeart/2005/8/layout/list1"/>
    <dgm:cxn modelId="{763565FE-0098-4015-ADC6-90A898B71021}" type="presParOf" srcId="{E8B3F2B7-4333-47D4-AAB2-ECB26E16777E}" destId="{D6FB3412-51E2-4348-8205-E8BBB0D0A494}" srcOrd="5" destOrd="0" presId="urn:microsoft.com/office/officeart/2005/8/layout/list1"/>
    <dgm:cxn modelId="{37AD419D-3541-43D2-834C-9CA037AF100B}" type="presParOf" srcId="{E8B3F2B7-4333-47D4-AAB2-ECB26E16777E}" destId="{A857D379-3B11-4B7E-B88A-88FDA0920C7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83EFCE2-13A3-4651-9226-1B8535DFEF7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CE0BCD60-A738-41C3-9204-F5CE076CF727}">
      <dgm:prSet phldrT="[Texte]" custT="1"/>
      <dgm:spPr/>
      <dgm:t>
        <a:bodyPr/>
        <a:lstStyle/>
        <a:p>
          <a:r>
            <a:rPr lang="fr-FR" sz="1600" dirty="0"/>
            <a:t>Sys para</a:t>
          </a:r>
          <a:r>
            <a:rPr lang="el-GR" sz="1600" dirty="0">
              <a:latin typeface="Constantia"/>
            </a:rPr>
            <a:t>Σ</a:t>
          </a:r>
          <a:endParaRPr lang="fr-FR" sz="1600" dirty="0"/>
        </a:p>
      </dgm:t>
    </dgm:pt>
    <dgm:pt modelId="{1EE3CFB7-4B0C-4134-A85C-9A33D624D8AF}" type="parTrans" cxnId="{7659CE42-B85B-4AB9-BB43-1A2B11AB5322}">
      <dgm:prSet/>
      <dgm:spPr/>
      <dgm:t>
        <a:bodyPr/>
        <a:lstStyle/>
        <a:p>
          <a:endParaRPr lang="fr-FR"/>
        </a:p>
      </dgm:t>
    </dgm:pt>
    <dgm:pt modelId="{6016A276-67F3-437C-BBC4-79937D777802}" type="sibTrans" cxnId="{7659CE42-B85B-4AB9-BB43-1A2B11AB5322}">
      <dgm:prSet/>
      <dgm:spPr/>
      <dgm:t>
        <a:bodyPr/>
        <a:lstStyle/>
        <a:p>
          <a:endParaRPr lang="fr-FR"/>
        </a:p>
      </dgm:t>
    </dgm:pt>
    <dgm:pt modelId="{A5C58C64-24E3-44DC-8159-5A632403665E}">
      <dgm:prSet phldrT="[Texte]"/>
      <dgm:spPr/>
      <dgm:t>
        <a:bodyPr/>
        <a:lstStyle/>
        <a:p>
          <a:r>
            <a:rPr lang="fr-FR" dirty="0"/>
            <a:t>Parasympathomimétiques</a:t>
          </a:r>
        </a:p>
        <a:p>
          <a:r>
            <a:rPr lang="fr-FR" dirty="0" err="1"/>
            <a:t>cholinomimétiques</a:t>
          </a:r>
          <a:endParaRPr lang="fr-FR" dirty="0"/>
        </a:p>
      </dgm:t>
    </dgm:pt>
    <dgm:pt modelId="{56AB9E7F-7C0C-47EB-ACE7-21C6DA26DE05}" type="parTrans" cxnId="{8873723E-D34D-4CEA-B6C4-11A5E14F86D3}">
      <dgm:prSet/>
      <dgm:spPr/>
      <dgm:t>
        <a:bodyPr/>
        <a:lstStyle/>
        <a:p>
          <a:endParaRPr lang="fr-FR"/>
        </a:p>
      </dgm:t>
    </dgm:pt>
    <dgm:pt modelId="{70F29FBD-62B5-406D-B455-A1A593EE1DAE}" type="sibTrans" cxnId="{8873723E-D34D-4CEA-B6C4-11A5E14F86D3}">
      <dgm:prSet/>
      <dgm:spPr/>
      <dgm:t>
        <a:bodyPr/>
        <a:lstStyle/>
        <a:p>
          <a:endParaRPr lang="fr-FR"/>
        </a:p>
      </dgm:t>
    </dgm:pt>
    <dgm:pt modelId="{0E51657A-F2E7-4872-9131-5B814441AE73}">
      <dgm:prSet phldrT="[Texte]"/>
      <dgm:spPr/>
      <dgm:t>
        <a:bodyPr/>
        <a:lstStyle/>
        <a:p>
          <a:r>
            <a:rPr lang="fr-FR" dirty="0"/>
            <a:t>Directs </a:t>
          </a:r>
        </a:p>
      </dgm:t>
    </dgm:pt>
    <dgm:pt modelId="{1CFF4E97-A058-4DAF-98E0-5FDE8C806E0A}" type="parTrans" cxnId="{625EF4A5-ECED-4EC1-91E8-C6AA84AFC9F4}">
      <dgm:prSet/>
      <dgm:spPr/>
      <dgm:t>
        <a:bodyPr/>
        <a:lstStyle/>
        <a:p>
          <a:endParaRPr lang="fr-FR"/>
        </a:p>
      </dgm:t>
    </dgm:pt>
    <dgm:pt modelId="{9AB879FC-38C1-4965-9456-4C837820346F}" type="sibTrans" cxnId="{625EF4A5-ECED-4EC1-91E8-C6AA84AFC9F4}">
      <dgm:prSet/>
      <dgm:spPr/>
      <dgm:t>
        <a:bodyPr/>
        <a:lstStyle/>
        <a:p>
          <a:endParaRPr lang="fr-FR"/>
        </a:p>
      </dgm:t>
    </dgm:pt>
    <dgm:pt modelId="{7C71B313-8127-42AC-9A74-78954ACFA024}">
      <dgm:prSet phldrT="[Texte]"/>
      <dgm:spPr/>
      <dgm:t>
        <a:bodyPr/>
        <a:lstStyle/>
        <a:p>
          <a:r>
            <a:rPr lang="fr-FR" dirty="0"/>
            <a:t>indirects</a:t>
          </a:r>
        </a:p>
      </dgm:t>
    </dgm:pt>
    <dgm:pt modelId="{DDA6669A-9F12-4531-A634-C516CFCE519C}" type="parTrans" cxnId="{6FEE6642-5383-46A0-B8AF-02BB8013DE41}">
      <dgm:prSet/>
      <dgm:spPr/>
      <dgm:t>
        <a:bodyPr/>
        <a:lstStyle/>
        <a:p>
          <a:endParaRPr lang="fr-FR"/>
        </a:p>
      </dgm:t>
    </dgm:pt>
    <dgm:pt modelId="{4659EC4D-49B4-427A-B966-714BC90C16AF}" type="sibTrans" cxnId="{6FEE6642-5383-46A0-B8AF-02BB8013DE41}">
      <dgm:prSet/>
      <dgm:spPr/>
      <dgm:t>
        <a:bodyPr/>
        <a:lstStyle/>
        <a:p>
          <a:endParaRPr lang="fr-FR"/>
        </a:p>
      </dgm:t>
    </dgm:pt>
    <dgm:pt modelId="{E99304F5-D4FD-4D06-AB3E-6AD26E6F2F3F}">
      <dgm:prSet phldrT="[Texte]"/>
      <dgm:spPr/>
      <dgm:t>
        <a:bodyPr/>
        <a:lstStyle/>
        <a:p>
          <a:r>
            <a:rPr lang="fr-FR" dirty="0"/>
            <a:t>parasympatholytiques</a:t>
          </a:r>
        </a:p>
      </dgm:t>
    </dgm:pt>
    <dgm:pt modelId="{7812692E-8C0A-408F-9BE7-EEAF2000EB85}" type="parTrans" cxnId="{5955AE81-DD25-4FBB-8F81-46C1CBBF65BE}">
      <dgm:prSet/>
      <dgm:spPr/>
      <dgm:t>
        <a:bodyPr/>
        <a:lstStyle/>
        <a:p>
          <a:endParaRPr lang="fr-FR"/>
        </a:p>
      </dgm:t>
    </dgm:pt>
    <dgm:pt modelId="{0B946649-BEC7-45F1-B0D2-E41240FC149C}" type="sibTrans" cxnId="{5955AE81-DD25-4FBB-8F81-46C1CBBF65BE}">
      <dgm:prSet/>
      <dgm:spPr/>
      <dgm:t>
        <a:bodyPr/>
        <a:lstStyle/>
        <a:p>
          <a:endParaRPr lang="fr-FR"/>
        </a:p>
      </dgm:t>
    </dgm:pt>
    <dgm:pt modelId="{792DD952-C106-4C8C-AA05-5EDB387562A1}" type="pres">
      <dgm:prSet presAssocID="{D83EFCE2-13A3-4651-9226-1B8535DFEF7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D095EE-78C3-4350-A315-87468F1ABEA0}" type="pres">
      <dgm:prSet presAssocID="{CE0BCD60-A738-41C3-9204-F5CE076CF727}" presName="hierRoot1" presStyleCnt="0"/>
      <dgm:spPr/>
    </dgm:pt>
    <dgm:pt modelId="{2B87BD4B-75AD-4D6C-BA57-DFB1C7357316}" type="pres">
      <dgm:prSet presAssocID="{CE0BCD60-A738-41C3-9204-F5CE076CF727}" presName="composite" presStyleCnt="0"/>
      <dgm:spPr/>
    </dgm:pt>
    <dgm:pt modelId="{AAC5E93C-C2DD-4817-AA80-44B60B816A5A}" type="pres">
      <dgm:prSet presAssocID="{CE0BCD60-A738-41C3-9204-F5CE076CF727}" presName="background" presStyleLbl="node0" presStyleIdx="0" presStyleCnt="1"/>
      <dgm:spPr/>
    </dgm:pt>
    <dgm:pt modelId="{E5A4CFA4-6038-4330-8113-68A3F8B60E9B}" type="pres">
      <dgm:prSet presAssocID="{CE0BCD60-A738-41C3-9204-F5CE076CF727}" presName="text" presStyleLbl="fgAcc0" presStyleIdx="0" presStyleCnt="1">
        <dgm:presLayoutVars>
          <dgm:chPref val="3"/>
        </dgm:presLayoutVars>
      </dgm:prSet>
      <dgm:spPr/>
    </dgm:pt>
    <dgm:pt modelId="{7E04FB4B-1767-4901-8AB7-E9EA82AC0645}" type="pres">
      <dgm:prSet presAssocID="{CE0BCD60-A738-41C3-9204-F5CE076CF727}" presName="hierChild2" presStyleCnt="0"/>
      <dgm:spPr/>
    </dgm:pt>
    <dgm:pt modelId="{2D381113-C33E-4512-8E40-3A1F1C30A00A}" type="pres">
      <dgm:prSet presAssocID="{56AB9E7F-7C0C-47EB-ACE7-21C6DA26DE05}" presName="Name10" presStyleLbl="parChTrans1D2" presStyleIdx="0" presStyleCnt="2"/>
      <dgm:spPr/>
    </dgm:pt>
    <dgm:pt modelId="{9DAAF13C-30B8-4FC4-BEB5-A201240DE723}" type="pres">
      <dgm:prSet presAssocID="{A5C58C64-24E3-44DC-8159-5A632403665E}" presName="hierRoot2" presStyleCnt="0"/>
      <dgm:spPr/>
    </dgm:pt>
    <dgm:pt modelId="{98F1D948-DDB1-45A3-84F4-6B93C90678F7}" type="pres">
      <dgm:prSet presAssocID="{A5C58C64-24E3-44DC-8159-5A632403665E}" presName="composite2" presStyleCnt="0"/>
      <dgm:spPr/>
    </dgm:pt>
    <dgm:pt modelId="{DBD61C2A-44D4-4701-8A6D-30CD275EB12D}" type="pres">
      <dgm:prSet presAssocID="{A5C58C64-24E3-44DC-8159-5A632403665E}" presName="background2" presStyleLbl="node2" presStyleIdx="0" presStyleCnt="2"/>
      <dgm:spPr/>
    </dgm:pt>
    <dgm:pt modelId="{756FD61F-B4C5-4C5E-845A-63B1F27509FF}" type="pres">
      <dgm:prSet presAssocID="{A5C58C64-24E3-44DC-8159-5A632403665E}" presName="text2" presStyleLbl="fgAcc2" presStyleIdx="0" presStyleCnt="2" custScaleX="144080">
        <dgm:presLayoutVars>
          <dgm:chPref val="3"/>
        </dgm:presLayoutVars>
      </dgm:prSet>
      <dgm:spPr/>
    </dgm:pt>
    <dgm:pt modelId="{F1E01D09-BB5D-44E8-860F-5FCB284B671C}" type="pres">
      <dgm:prSet presAssocID="{A5C58C64-24E3-44DC-8159-5A632403665E}" presName="hierChild3" presStyleCnt="0"/>
      <dgm:spPr/>
    </dgm:pt>
    <dgm:pt modelId="{FB89BA8C-BB99-4C26-8871-3CFBC3F612D8}" type="pres">
      <dgm:prSet presAssocID="{1CFF4E97-A058-4DAF-98E0-5FDE8C806E0A}" presName="Name17" presStyleLbl="parChTrans1D3" presStyleIdx="0" presStyleCnt="2"/>
      <dgm:spPr/>
    </dgm:pt>
    <dgm:pt modelId="{A1117B0D-065D-4FAD-9593-CC92B2D2CCDE}" type="pres">
      <dgm:prSet presAssocID="{0E51657A-F2E7-4872-9131-5B814441AE73}" presName="hierRoot3" presStyleCnt="0"/>
      <dgm:spPr/>
    </dgm:pt>
    <dgm:pt modelId="{19273602-DF89-4F9F-942E-E6CC1E387CCC}" type="pres">
      <dgm:prSet presAssocID="{0E51657A-F2E7-4872-9131-5B814441AE73}" presName="composite3" presStyleCnt="0"/>
      <dgm:spPr/>
    </dgm:pt>
    <dgm:pt modelId="{5B7C61CA-B22D-4648-8221-EE0BC668A648}" type="pres">
      <dgm:prSet presAssocID="{0E51657A-F2E7-4872-9131-5B814441AE73}" presName="background3" presStyleLbl="node3" presStyleIdx="0" presStyleCnt="2"/>
      <dgm:spPr/>
    </dgm:pt>
    <dgm:pt modelId="{CEB526D6-5C39-4BCC-80AC-030EFFFF0AA8}" type="pres">
      <dgm:prSet presAssocID="{0E51657A-F2E7-4872-9131-5B814441AE73}" presName="text3" presStyleLbl="fgAcc3" presStyleIdx="0" presStyleCnt="2">
        <dgm:presLayoutVars>
          <dgm:chPref val="3"/>
        </dgm:presLayoutVars>
      </dgm:prSet>
      <dgm:spPr/>
    </dgm:pt>
    <dgm:pt modelId="{B1F05D2A-6AC2-406D-94FE-A50FCEBA4064}" type="pres">
      <dgm:prSet presAssocID="{0E51657A-F2E7-4872-9131-5B814441AE73}" presName="hierChild4" presStyleCnt="0"/>
      <dgm:spPr/>
    </dgm:pt>
    <dgm:pt modelId="{59D2FC46-88BD-45A4-8C28-50B851044A65}" type="pres">
      <dgm:prSet presAssocID="{DDA6669A-9F12-4531-A634-C516CFCE519C}" presName="Name17" presStyleLbl="parChTrans1D3" presStyleIdx="1" presStyleCnt="2"/>
      <dgm:spPr/>
    </dgm:pt>
    <dgm:pt modelId="{E9CDE6CD-BAA8-45C6-8EE3-75710D5465C3}" type="pres">
      <dgm:prSet presAssocID="{7C71B313-8127-42AC-9A74-78954ACFA024}" presName="hierRoot3" presStyleCnt="0"/>
      <dgm:spPr/>
    </dgm:pt>
    <dgm:pt modelId="{A730CDD2-CB2A-4474-8FB4-2B27EE8CB748}" type="pres">
      <dgm:prSet presAssocID="{7C71B313-8127-42AC-9A74-78954ACFA024}" presName="composite3" presStyleCnt="0"/>
      <dgm:spPr/>
    </dgm:pt>
    <dgm:pt modelId="{DCD0B80B-8094-4A39-A3C4-3503DD5ED30B}" type="pres">
      <dgm:prSet presAssocID="{7C71B313-8127-42AC-9A74-78954ACFA024}" presName="background3" presStyleLbl="node3" presStyleIdx="1" presStyleCnt="2"/>
      <dgm:spPr/>
    </dgm:pt>
    <dgm:pt modelId="{2AEEACD4-76CB-4298-8082-80AD71A446B5}" type="pres">
      <dgm:prSet presAssocID="{7C71B313-8127-42AC-9A74-78954ACFA024}" presName="text3" presStyleLbl="fgAcc3" presStyleIdx="1" presStyleCnt="2">
        <dgm:presLayoutVars>
          <dgm:chPref val="3"/>
        </dgm:presLayoutVars>
      </dgm:prSet>
      <dgm:spPr/>
    </dgm:pt>
    <dgm:pt modelId="{92195C2E-2FB5-42A7-B38B-3AFB6BEA15F3}" type="pres">
      <dgm:prSet presAssocID="{7C71B313-8127-42AC-9A74-78954ACFA024}" presName="hierChild4" presStyleCnt="0"/>
      <dgm:spPr/>
    </dgm:pt>
    <dgm:pt modelId="{26A2EDD2-56C1-4E52-B1F7-F928416BBC90}" type="pres">
      <dgm:prSet presAssocID="{7812692E-8C0A-408F-9BE7-EEAF2000EB85}" presName="Name10" presStyleLbl="parChTrans1D2" presStyleIdx="1" presStyleCnt="2"/>
      <dgm:spPr/>
    </dgm:pt>
    <dgm:pt modelId="{D41977EE-5BF4-482A-A445-BACE755BCD7A}" type="pres">
      <dgm:prSet presAssocID="{E99304F5-D4FD-4D06-AB3E-6AD26E6F2F3F}" presName="hierRoot2" presStyleCnt="0"/>
      <dgm:spPr/>
    </dgm:pt>
    <dgm:pt modelId="{40D9BF35-0191-4241-A0FC-0C6560C1E6DA}" type="pres">
      <dgm:prSet presAssocID="{E99304F5-D4FD-4D06-AB3E-6AD26E6F2F3F}" presName="composite2" presStyleCnt="0"/>
      <dgm:spPr/>
    </dgm:pt>
    <dgm:pt modelId="{2AAA9440-4F36-4C89-9175-601BA302E468}" type="pres">
      <dgm:prSet presAssocID="{E99304F5-D4FD-4D06-AB3E-6AD26E6F2F3F}" presName="background2" presStyleLbl="node2" presStyleIdx="1" presStyleCnt="2"/>
      <dgm:spPr/>
    </dgm:pt>
    <dgm:pt modelId="{589C2045-E82D-4399-9706-19DB4AF735E5}" type="pres">
      <dgm:prSet presAssocID="{E99304F5-D4FD-4D06-AB3E-6AD26E6F2F3F}" presName="text2" presStyleLbl="fgAcc2" presStyleIdx="1" presStyleCnt="2" custScaleX="137026">
        <dgm:presLayoutVars>
          <dgm:chPref val="3"/>
        </dgm:presLayoutVars>
      </dgm:prSet>
      <dgm:spPr/>
    </dgm:pt>
    <dgm:pt modelId="{F02C3F6A-439B-42EE-AE76-31BB8BC4C357}" type="pres">
      <dgm:prSet presAssocID="{E99304F5-D4FD-4D06-AB3E-6AD26E6F2F3F}" presName="hierChild3" presStyleCnt="0"/>
      <dgm:spPr/>
    </dgm:pt>
  </dgm:ptLst>
  <dgm:cxnLst>
    <dgm:cxn modelId="{641F6818-5149-4F05-BEF8-EE7643BF3160}" type="presOf" srcId="{7812692E-8C0A-408F-9BE7-EEAF2000EB85}" destId="{26A2EDD2-56C1-4E52-B1F7-F928416BBC90}" srcOrd="0" destOrd="0" presId="urn:microsoft.com/office/officeart/2005/8/layout/hierarchy1"/>
    <dgm:cxn modelId="{851DA524-D43B-4BBF-8798-EE4DA497F334}" type="presOf" srcId="{D83EFCE2-13A3-4651-9226-1B8535DFEF7C}" destId="{792DD952-C106-4C8C-AA05-5EDB387562A1}" srcOrd="0" destOrd="0" presId="urn:microsoft.com/office/officeart/2005/8/layout/hierarchy1"/>
    <dgm:cxn modelId="{8873723E-D34D-4CEA-B6C4-11A5E14F86D3}" srcId="{CE0BCD60-A738-41C3-9204-F5CE076CF727}" destId="{A5C58C64-24E3-44DC-8159-5A632403665E}" srcOrd="0" destOrd="0" parTransId="{56AB9E7F-7C0C-47EB-ACE7-21C6DA26DE05}" sibTransId="{70F29FBD-62B5-406D-B455-A1A593EE1DAE}"/>
    <dgm:cxn modelId="{6FEE6642-5383-46A0-B8AF-02BB8013DE41}" srcId="{A5C58C64-24E3-44DC-8159-5A632403665E}" destId="{7C71B313-8127-42AC-9A74-78954ACFA024}" srcOrd="1" destOrd="0" parTransId="{DDA6669A-9F12-4531-A634-C516CFCE519C}" sibTransId="{4659EC4D-49B4-427A-B966-714BC90C16AF}"/>
    <dgm:cxn modelId="{7659CE42-B85B-4AB9-BB43-1A2B11AB5322}" srcId="{D83EFCE2-13A3-4651-9226-1B8535DFEF7C}" destId="{CE0BCD60-A738-41C3-9204-F5CE076CF727}" srcOrd="0" destOrd="0" parTransId="{1EE3CFB7-4B0C-4134-A85C-9A33D624D8AF}" sibTransId="{6016A276-67F3-437C-BBC4-79937D777802}"/>
    <dgm:cxn modelId="{5955AE81-DD25-4FBB-8F81-46C1CBBF65BE}" srcId="{CE0BCD60-A738-41C3-9204-F5CE076CF727}" destId="{E99304F5-D4FD-4D06-AB3E-6AD26E6F2F3F}" srcOrd="1" destOrd="0" parTransId="{7812692E-8C0A-408F-9BE7-EEAF2000EB85}" sibTransId="{0B946649-BEC7-45F1-B0D2-E41240FC149C}"/>
    <dgm:cxn modelId="{5DE19F96-9459-419E-9061-E8D2DF8074FE}" type="presOf" srcId="{CE0BCD60-A738-41C3-9204-F5CE076CF727}" destId="{E5A4CFA4-6038-4330-8113-68A3F8B60E9B}" srcOrd="0" destOrd="0" presId="urn:microsoft.com/office/officeart/2005/8/layout/hierarchy1"/>
    <dgm:cxn modelId="{625EF4A5-ECED-4EC1-91E8-C6AA84AFC9F4}" srcId="{A5C58C64-24E3-44DC-8159-5A632403665E}" destId="{0E51657A-F2E7-4872-9131-5B814441AE73}" srcOrd="0" destOrd="0" parTransId="{1CFF4E97-A058-4DAF-98E0-5FDE8C806E0A}" sibTransId="{9AB879FC-38C1-4965-9456-4C837820346F}"/>
    <dgm:cxn modelId="{80478BAB-A442-432C-8559-957637F80721}" type="presOf" srcId="{1CFF4E97-A058-4DAF-98E0-5FDE8C806E0A}" destId="{FB89BA8C-BB99-4C26-8871-3CFBC3F612D8}" srcOrd="0" destOrd="0" presId="urn:microsoft.com/office/officeart/2005/8/layout/hierarchy1"/>
    <dgm:cxn modelId="{24F416BB-D5F3-4C92-896F-F673C2A13B2C}" type="presOf" srcId="{56AB9E7F-7C0C-47EB-ACE7-21C6DA26DE05}" destId="{2D381113-C33E-4512-8E40-3A1F1C30A00A}" srcOrd="0" destOrd="0" presId="urn:microsoft.com/office/officeart/2005/8/layout/hierarchy1"/>
    <dgm:cxn modelId="{E71F03BF-94C4-484D-9319-5D9FB9E56873}" type="presOf" srcId="{DDA6669A-9F12-4531-A634-C516CFCE519C}" destId="{59D2FC46-88BD-45A4-8C28-50B851044A65}" srcOrd="0" destOrd="0" presId="urn:microsoft.com/office/officeart/2005/8/layout/hierarchy1"/>
    <dgm:cxn modelId="{C0EB82DF-DA3D-4072-BCBA-296408EBEE2A}" type="presOf" srcId="{A5C58C64-24E3-44DC-8159-5A632403665E}" destId="{756FD61F-B4C5-4C5E-845A-63B1F27509FF}" srcOrd="0" destOrd="0" presId="urn:microsoft.com/office/officeart/2005/8/layout/hierarchy1"/>
    <dgm:cxn modelId="{454C59E9-8DCD-425B-A080-CF6D3F9A391F}" type="presOf" srcId="{7C71B313-8127-42AC-9A74-78954ACFA024}" destId="{2AEEACD4-76CB-4298-8082-80AD71A446B5}" srcOrd="0" destOrd="0" presId="urn:microsoft.com/office/officeart/2005/8/layout/hierarchy1"/>
    <dgm:cxn modelId="{46BDBAEB-7484-4722-B9BB-39441C891353}" type="presOf" srcId="{0E51657A-F2E7-4872-9131-5B814441AE73}" destId="{CEB526D6-5C39-4BCC-80AC-030EFFFF0AA8}" srcOrd="0" destOrd="0" presId="urn:microsoft.com/office/officeart/2005/8/layout/hierarchy1"/>
    <dgm:cxn modelId="{FFDF61EE-1230-45C8-B2D4-16DE287388B4}" type="presOf" srcId="{E99304F5-D4FD-4D06-AB3E-6AD26E6F2F3F}" destId="{589C2045-E82D-4399-9706-19DB4AF735E5}" srcOrd="0" destOrd="0" presId="urn:microsoft.com/office/officeart/2005/8/layout/hierarchy1"/>
    <dgm:cxn modelId="{6D7BFC0B-91C5-44EF-AFDD-600CE141E87D}" type="presParOf" srcId="{792DD952-C106-4C8C-AA05-5EDB387562A1}" destId="{54D095EE-78C3-4350-A315-87468F1ABEA0}" srcOrd="0" destOrd="0" presId="urn:microsoft.com/office/officeart/2005/8/layout/hierarchy1"/>
    <dgm:cxn modelId="{2F526F95-9EE5-47DF-8DF0-C09F7D7B3EA4}" type="presParOf" srcId="{54D095EE-78C3-4350-A315-87468F1ABEA0}" destId="{2B87BD4B-75AD-4D6C-BA57-DFB1C7357316}" srcOrd="0" destOrd="0" presId="urn:microsoft.com/office/officeart/2005/8/layout/hierarchy1"/>
    <dgm:cxn modelId="{552CCE4E-861B-4C4B-B14B-1A2B49FA31AA}" type="presParOf" srcId="{2B87BD4B-75AD-4D6C-BA57-DFB1C7357316}" destId="{AAC5E93C-C2DD-4817-AA80-44B60B816A5A}" srcOrd="0" destOrd="0" presId="urn:microsoft.com/office/officeart/2005/8/layout/hierarchy1"/>
    <dgm:cxn modelId="{248A1B0D-32A7-47FB-8194-F2AB5B1A7C70}" type="presParOf" srcId="{2B87BD4B-75AD-4D6C-BA57-DFB1C7357316}" destId="{E5A4CFA4-6038-4330-8113-68A3F8B60E9B}" srcOrd="1" destOrd="0" presId="urn:microsoft.com/office/officeart/2005/8/layout/hierarchy1"/>
    <dgm:cxn modelId="{1B334A88-92CF-4275-BFF2-B7742DB7D54E}" type="presParOf" srcId="{54D095EE-78C3-4350-A315-87468F1ABEA0}" destId="{7E04FB4B-1767-4901-8AB7-E9EA82AC0645}" srcOrd="1" destOrd="0" presId="urn:microsoft.com/office/officeart/2005/8/layout/hierarchy1"/>
    <dgm:cxn modelId="{D0E3C002-95C7-4FFE-B1B8-3A4377D0C938}" type="presParOf" srcId="{7E04FB4B-1767-4901-8AB7-E9EA82AC0645}" destId="{2D381113-C33E-4512-8E40-3A1F1C30A00A}" srcOrd="0" destOrd="0" presId="urn:microsoft.com/office/officeart/2005/8/layout/hierarchy1"/>
    <dgm:cxn modelId="{BC547C44-E078-4978-8C9F-946361ABE35E}" type="presParOf" srcId="{7E04FB4B-1767-4901-8AB7-E9EA82AC0645}" destId="{9DAAF13C-30B8-4FC4-BEB5-A201240DE723}" srcOrd="1" destOrd="0" presId="urn:microsoft.com/office/officeart/2005/8/layout/hierarchy1"/>
    <dgm:cxn modelId="{2711B3FC-CE24-4045-9D0A-B8BF71235E64}" type="presParOf" srcId="{9DAAF13C-30B8-4FC4-BEB5-A201240DE723}" destId="{98F1D948-DDB1-45A3-84F4-6B93C90678F7}" srcOrd="0" destOrd="0" presId="urn:microsoft.com/office/officeart/2005/8/layout/hierarchy1"/>
    <dgm:cxn modelId="{25541CD5-C0BE-47B6-9515-FE60B3128028}" type="presParOf" srcId="{98F1D948-DDB1-45A3-84F4-6B93C90678F7}" destId="{DBD61C2A-44D4-4701-8A6D-30CD275EB12D}" srcOrd="0" destOrd="0" presId="urn:microsoft.com/office/officeart/2005/8/layout/hierarchy1"/>
    <dgm:cxn modelId="{64DB5CDD-CC0C-4442-9603-02BCA72811E9}" type="presParOf" srcId="{98F1D948-DDB1-45A3-84F4-6B93C90678F7}" destId="{756FD61F-B4C5-4C5E-845A-63B1F27509FF}" srcOrd="1" destOrd="0" presId="urn:microsoft.com/office/officeart/2005/8/layout/hierarchy1"/>
    <dgm:cxn modelId="{EC4A8F5B-5DAA-4AAC-84B6-5DD8ED551974}" type="presParOf" srcId="{9DAAF13C-30B8-4FC4-BEB5-A201240DE723}" destId="{F1E01D09-BB5D-44E8-860F-5FCB284B671C}" srcOrd="1" destOrd="0" presId="urn:microsoft.com/office/officeart/2005/8/layout/hierarchy1"/>
    <dgm:cxn modelId="{0650C32D-6314-468C-A66E-FDE85F6346EC}" type="presParOf" srcId="{F1E01D09-BB5D-44E8-860F-5FCB284B671C}" destId="{FB89BA8C-BB99-4C26-8871-3CFBC3F612D8}" srcOrd="0" destOrd="0" presId="urn:microsoft.com/office/officeart/2005/8/layout/hierarchy1"/>
    <dgm:cxn modelId="{11575EAF-A749-427F-A7DC-8FE5201B37FB}" type="presParOf" srcId="{F1E01D09-BB5D-44E8-860F-5FCB284B671C}" destId="{A1117B0D-065D-4FAD-9593-CC92B2D2CCDE}" srcOrd="1" destOrd="0" presId="urn:microsoft.com/office/officeart/2005/8/layout/hierarchy1"/>
    <dgm:cxn modelId="{782D3FC5-8B8C-4EE8-8A8D-AA6CFB73013A}" type="presParOf" srcId="{A1117B0D-065D-4FAD-9593-CC92B2D2CCDE}" destId="{19273602-DF89-4F9F-942E-E6CC1E387CCC}" srcOrd="0" destOrd="0" presId="urn:microsoft.com/office/officeart/2005/8/layout/hierarchy1"/>
    <dgm:cxn modelId="{EDEE0CB0-4439-49AA-B406-8CB52B832EF6}" type="presParOf" srcId="{19273602-DF89-4F9F-942E-E6CC1E387CCC}" destId="{5B7C61CA-B22D-4648-8221-EE0BC668A648}" srcOrd="0" destOrd="0" presId="urn:microsoft.com/office/officeart/2005/8/layout/hierarchy1"/>
    <dgm:cxn modelId="{F16667B9-8F06-45C2-8BB2-84082ADC46F6}" type="presParOf" srcId="{19273602-DF89-4F9F-942E-E6CC1E387CCC}" destId="{CEB526D6-5C39-4BCC-80AC-030EFFFF0AA8}" srcOrd="1" destOrd="0" presId="urn:microsoft.com/office/officeart/2005/8/layout/hierarchy1"/>
    <dgm:cxn modelId="{4301F9FE-8FCC-4312-8DCA-98E2BB497785}" type="presParOf" srcId="{A1117B0D-065D-4FAD-9593-CC92B2D2CCDE}" destId="{B1F05D2A-6AC2-406D-94FE-A50FCEBA4064}" srcOrd="1" destOrd="0" presId="urn:microsoft.com/office/officeart/2005/8/layout/hierarchy1"/>
    <dgm:cxn modelId="{D4F9B87C-1B42-40B1-9F1E-A073CA2EBB1A}" type="presParOf" srcId="{F1E01D09-BB5D-44E8-860F-5FCB284B671C}" destId="{59D2FC46-88BD-45A4-8C28-50B851044A65}" srcOrd="2" destOrd="0" presId="urn:microsoft.com/office/officeart/2005/8/layout/hierarchy1"/>
    <dgm:cxn modelId="{D3352AF6-9C20-47AF-9449-6A846A72595A}" type="presParOf" srcId="{F1E01D09-BB5D-44E8-860F-5FCB284B671C}" destId="{E9CDE6CD-BAA8-45C6-8EE3-75710D5465C3}" srcOrd="3" destOrd="0" presId="urn:microsoft.com/office/officeart/2005/8/layout/hierarchy1"/>
    <dgm:cxn modelId="{80485037-35F1-4CBE-A833-3CA60C67299C}" type="presParOf" srcId="{E9CDE6CD-BAA8-45C6-8EE3-75710D5465C3}" destId="{A730CDD2-CB2A-4474-8FB4-2B27EE8CB748}" srcOrd="0" destOrd="0" presId="urn:microsoft.com/office/officeart/2005/8/layout/hierarchy1"/>
    <dgm:cxn modelId="{4D1BF972-BB65-4727-B0F5-24DB2555C99A}" type="presParOf" srcId="{A730CDD2-CB2A-4474-8FB4-2B27EE8CB748}" destId="{DCD0B80B-8094-4A39-A3C4-3503DD5ED30B}" srcOrd="0" destOrd="0" presId="urn:microsoft.com/office/officeart/2005/8/layout/hierarchy1"/>
    <dgm:cxn modelId="{75B7CB75-AFD8-46BD-86FC-F47DFE2EEC56}" type="presParOf" srcId="{A730CDD2-CB2A-4474-8FB4-2B27EE8CB748}" destId="{2AEEACD4-76CB-4298-8082-80AD71A446B5}" srcOrd="1" destOrd="0" presId="urn:microsoft.com/office/officeart/2005/8/layout/hierarchy1"/>
    <dgm:cxn modelId="{BADD5E69-DDE5-4F87-A00B-7E7F00E67EA7}" type="presParOf" srcId="{E9CDE6CD-BAA8-45C6-8EE3-75710D5465C3}" destId="{92195C2E-2FB5-42A7-B38B-3AFB6BEA15F3}" srcOrd="1" destOrd="0" presId="urn:microsoft.com/office/officeart/2005/8/layout/hierarchy1"/>
    <dgm:cxn modelId="{9925783A-E694-4582-B130-3A4107B760D6}" type="presParOf" srcId="{7E04FB4B-1767-4901-8AB7-E9EA82AC0645}" destId="{26A2EDD2-56C1-4E52-B1F7-F928416BBC90}" srcOrd="2" destOrd="0" presId="urn:microsoft.com/office/officeart/2005/8/layout/hierarchy1"/>
    <dgm:cxn modelId="{2212B8CE-A2ED-4585-BC80-C6DCD4A2B2DA}" type="presParOf" srcId="{7E04FB4B-1767-4901-8AB7-E9EA82AC0645}" destId="{D41977EE-5BF4-482A-A445-BACE755BCD7A}" srcOrd="3" destOrd="0" presId="urn:microsoft.com/office/officeart/2005/8/layout/hierarchy1"/>
    <dgm:cxn modelId="{D2EB73C3-68AD-4465-9207-1C08BDF88B82}" type="presParOf" srcId="{D41977EE-5BF4-482A-A445-BACE755BCD7A}" destId="{40D9BF35-0191-4241-A0FC-0C6560C1E6DA}" srcOrd="0" destOrd="0" presId="urn:microsoft.com/office/officeart/2005/8/layout/hierarchy1"/>
    <dgm:cxn modelId="{F8471795-F18D-4560-A6C9-A338FAD119AF}" type="presParOf" srcId="{40D9BF35-0191-4241-A0FC-0C6560C1E6DA}" destId="{2AAA9440-4F36-4C89-9175-601BA302E468}" srcOrd="0" destOrd="0" presId="urn:microsoft.com/office/officeart/2005/8/layout/hierarchy1"/>
    <dgm:cxn modelId="{26D65C6A-BFE0-479F-AAB3-1DB2E474DCB0}" type="presParOf" srcId="{40D9BF35-0191-4241-A0FC-0C6560C1E6DA}" destId="{589C2045-E82D-4399-9706-19DB4AF735E5}" srcOrd="1" destOrd="0" presId="urn:microsoft.com/office/officeart/2005/8/layout/hierarchy1"/>
    <dgm:cxn modelId="{BCCFA22B-76C4-4E10-AFFB-95B332949530}" type="presParOf" srcId="{D41977EE-5BF4-482A-A445-BACE755BCD7A}" destId="{F02C3F6A-439B-42EE-AE76-31BB8BC4C35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0D58020-06E0-41B9-8990-7486438812AA}" type="doc">
      <dgm:prSet loTypeId="urn:microsoft.com/office/officeart/2005/8/layout/hierarchy3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fr-FR"/>
        </a:p>
      </dgm:t>
    </dgm:pt>
    <dgm:pt modelId="{927558FD-975F-4D28-A10F-9B251D28D04E}">
      <dgm:prSet phldrT="[Texte]"/>
      <dgm:spPr/>
      <dgm:t>
        <a:bodyPr/>
        <a:lstStyle/>
        <a:p>
          <a:r>
            <a:rPr lang="fr-FR" dirty="0"/>
            <a:t>directs</a:t>
          </a:r>
        </a:p>
      </dgm:t>
    </dgm:pt>
    <dgm:pt modelId="{3422A6C4-3979-44BB-A9DF-71806CA9702E}" type="parTrans" cxnId="{B226A286-1727-4069-9AF9-29677469ADB7}">
      <dgm:prSet/>
      <dgm:spPr/>
      <dgm:t>
        <a:bodyPr/>
        <a:lstStyle/>
        <a:p>
          <a:endParaRPr lang="fr-FR"/>
        </a:p>
      </dgm:t>
    </dgm:pt>
    <dgm:pt modelId="{CF0ED9B0-93C1-4747-93C2-FFD31C841C6A}" type="sibTrans" cxnId="{B226A286-1727-4069-9AF9-29677469ADB7}">
      <dgm:prSet/>
      <dgm:spPr/>
      <dgm:t>
        <a:bodyPr/>
        <a:lstStyle/>
        <a:p>
          <a:endParaRPr lang="fr-FR"/>
        </a:p>
      </dgm:t>
    </dgm:pt>
    <dgm:pt modelId="{FF750B97-A496-4C7F-AD4B-D431718B5CD9}">
      <dgm:prSet phldrT="[Texte]"/>
      <dgm:spPr/>
      <dgm:t>
        <a:bodyPr/>
        <a:lstStyle/>
        <a:p>
          <a:r>
            <a:rPr lang="fr-FR" dirty="0"/>
            <a:t>Sur les récepteurs</a:t>
          </a:r>
        </a:p>
      </dgm:t>
    </dgm:pt>
    <dgm:pt modelId="{B0834553-4387-4362-8AA8-8923625C2D15}" type="parTrans" cxnId="{D5530429-27D4-4561-BB01-E47A6101CFEB}">
      <dgm:prSet/>
      <dgm:spPr/>
      <dgm:t>
        <a:bodyPr/>
        <a:lstStyle/>
        <a:p>
          <a:endParaRPr lang="fr-FR"/>
        </a:p>
      </dgm:t>
    </dgm:pt>
    <dgm:pt modelId="{EBEF4628-D1D4-40E9-8DFD-9FCD522B15FD}" type="sibTrans" cxnId="{D5530429-27D4-4561-BB01-E47A6101CFEB}">
      <dgm:prSet/>
      <dgm:spPr/>
      <dgm:t>
        <a:bodyPr/>
        <a:lstStyle/>
        <a:p>
          <a:endParaRPr lang="fr-FR"/>
        </a:p>
      </dgm:t>
    </dgm:pt>
    <dgm:pt modelId="{C7EF02AB-BD2C-4AF5-B208-9DA38A4A14A5}">
      <dgm:prSet phldrT="[Texte]"/>
      <dgm:spPr/>
      <dgm:t>
        <a:bodyPr/>
        <a:lstStyle/>
        <a:p>
          <a:r>
            <a:rPr lang="fr-FR" dirty="0"/>
            <a:t>indirects</a:t>
          </a:r>
        </a:p>
      </dgm:t>
    </dgm:pt>
    <dgm:pt modelId="{26F1E7E1-DA37-43DD-BAA9-64CFF4E5961C}" type="parTrans" cxnId="{3266D19D-BB5E-49EC-A3CD-921EC04497FD}">
      <dgm:prSet/>
      <dgm:spPr/>
      <dgm:t>
        <a:bodyPr/>
        <a:lstStyle/>
        <a:p>
          <a:endParaRPr lang="fr-FR"/>
        </a:p>
      </dgm:t>
    </dgm:pt>
    <dgm:pt modelId="{47E8E2C7-4966-4BA2-AEB5-17FB14288C9E}" type="sibTrans" cxnId="{3266D19D-BB5E-49EC-A3CD-921EC04497FD}">
      <dgm:prSet/>
      <dgm:spPr/>
      <dgm:t>
        <a:bodyPr/>
        <a:lstStyle/>
        <a:p>
          <a:endParaRPr lang="fr-FR"/>
        </a:p>
      </dgm:t>
    </dgm:pt>
    <dgm:pt modelId="{BA0E29AA-D99A-499C-A465-40CCD3ADA3C3}">
      <dgm:prSet phldrT="[Texte]"/>
      <dgm:spPr/>
      <dgm:t>
        <a:bodyPr/>
        <a:lstStyle/>
        <a:p>
          <a:r>
            <a:rPr lang="fr-FR" dirty="0" err="1"/>
            <a:t>anticholinéstérasiques</a:t>
          </a:r>
          <a:endParaRPr lang="fr-FR" dirty="0"/>
        </a:p>
      </dgm:t>
    </dgm:pt>
    <dgm:pt modelId="{0D11732D-FEE2-4CEC-975D-E7C45BD91243}" type="parTrans" cxnId="{6E9496C8-95F2-490B-B240-2E4AAC0979E5}">
      <dgm:prSet/>
      <dgm:spPr/>
      <dgm:t>
        <a:bodyPr/>
        <a:lstStyle/>
        <a:p>
          <a:endParaRPr lang="fr-FR"/>
        </a:p>
      </dgm:t>
    </dgm:pt>
    <dgm:pt modelId="{309576F5-1114-4DCC-9F7A-AE9A0D75FD7A}" type="sibTrans" cxnId="{6E9496C8-95F2-490B-B240-2E4AAC0979E5}">
      <dgm:prSet/>
      <dgm:spPr/>
      <dgm:t>
        <a:bodyPr/>
        <a:lstStyle/>
        <a:p>
          <a:endParaRPr lang="fr-FR"/>
        </a:p>
      </dgm:t>
    </dgm:pt>
    <dgm:pt modelId="{3034E079-C2C2-4E8C-8A3D-CF81911C5AA0}" type="pres">
      <dgm:prSet presAssocID="{00D58020-06E0-41B9-8990-7486438812A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EEB593-7D81-4604-9EC1-4BEAFD6363E0}" type="pres">
      <dgm:prSet presAssocID="{927558FD-975F-4D28-A10F-9B251D28D04E}" presName="root" presStyleCnt="0"/>
      <dgm:spPr/>
    </dgm:pt>
    <dgm:pt modelId="{00A95415-3845-4D5B-8418-C3D8CF2DAA1B}" type="pres">
      <dgm:prSet presAssocID="{927558FD-975F-4D28-A10F-9B251D28D04E}" presName="rootComposite" presStyleCnt="0"/>
      <dgm:spPr/>
    </dgm:pt>
    <dgm:pt modelId="{30933104-A77A-4BE0-9051-DBEB2239CD32}" type="pres">
      <dgm:prSet presAssocID="{927558FD-975F-4D28-A10F-9B251D28D04E}" presName="rootText" presStyleLbl="node1" presStyleIdx="0" presStyleCnt="2"/>
      <dgm:spPr/>
    </dgm:pt>
    <dgm:pt modelId="{2981F104-F0B1-4AD4-B1B1-CE52D8C18B87}" type="pres">
      <dgm:prSet presAssocID="{927558FD-975F-4D28-A10F-9B251D28D04E}" presName="rootConnector" presStyleLbl="node1" presStyleIdx="0" presStyleCnt="2"/>
      <dgm:spPr/>
    </dgm:pt>
    <dgm:pt modelId="{28FF4CF7-DF42-4DB3-8B30-41EF28B82B37}" type="pres">
      <dgm:prSet presAssocID="{927558FD-975F-4D28-A10F-9B251D28D04E}" presName="childShape" presStyleCnt="0"/>
      <dgm:spPr/>
    </dgm:pt>
    <dgm:pt modelId="{5EB6DEF6-C096-42C5-8E0A-64362EFE07D9}" type="pres">
      <dgm:prSet presAssocID="{B0834553-4387-4362-8AA8-8923625C2D15}" presName="Name13" presStyleLbl="parChTrans1D2" presStyleIdx="0" presStyleCnt="2"/>
      <dgm:spPr/>
    </dgm:pt>
    <dgm:pt modelId="{7E218FF6-F0DB-423E-B12A-AC194A01FC16}" type="pres">
      <dgm:prSet presAssocID="{FF750B97-A496-4C7F-AD4B-D431718B5CD9}" presName="childText" presStyleLbl="bgAcc1" presStyleIdx="0" presStyleCnt="2">
        <dgm:presLayoutVars>
          <dgm:bulletEnabled val="1"/>
        </dgm:presLayoutVars>
      </dgm:prSet>
      <dgm:spPr/>
    </dgm:pt>
    <dgm:pt modelId="{DE41B07A-3A4D-4435-8131-EFBB264F81D8}" type="pres">
      <dgm:prSet presAssocID="{C7EF02AB-BD2C-4AF5-B208-9DA38A4A14A5}" presName="root" presStyleCnt="0"/>
      <dgm:spPr/>
    </dgm:pt>
    <dgm:pt modelId="{1C19E793-B104-40A4-827C-9B2343B9A73F}" type="pres">
      <dgm:prSet presAssocID="{C7EF02AB-BD2C-4AF5-B208-9DA38A4A14A5}" presName="rootComposite" presStyleCnt="0"/>
      <dgm:spPr/>
    </dgm:pt>
    <dgm:pt modelId="{98EF14FE-14CA-4DC9-B8AB-ABA0E9714EC6}" type="pres">
      <dgm:prSet presAssocID="{C7EF02AB-BD2C-4AF5-B208-9DA38A4A14A5}" presName="rootText" presStyleLbl="node1" presStyleIdx="1" presStyleCnt="2"/>
      <dgm:spPr/>
    </dgm:pt>
    <dgm:pt modelId="{E00BA1BF-D40A-413A-8AB4-DDFAB1BF5599}" type="pres">
      <dgm:prSet presAssocID="{C7EF02AB-BD2C-4AF5-B208-9DA38A4A14A5}" presName="rootConnector" presStyleLbl="node1" presStyleIdx="1" presStyleCnt="2"/>
      <dgm:spPr/>
    </dgm:pt>
    <dgm:pt modelId="{79D00036-328F-4611-8DA3-1510B2555C5C}" type="pres">
      <dgm:prSet presAssocID="{C7EF02AB-BD2C-4AF5-B208-9DA38A4A14A5}" presName="childShape" presStyleCnt="0"/>
      <dgm:spPr/>
    </dgm:pt>
    <dgm:pt modelId="{7B50106C-EC27-4DA5-B27B-4A6C06DFCBC4}" type="pres">
      <dgm:prSet presAssocID="{0D11732D-FEE2-4CEC-975D-E7C45BD91243}" presName="Name13" presStyleLbl="parChTrans1D2" presStyleIdx="1" presStyleCnt="2"/>
      <dgm:spPr/>
    </dgm:pt>
    <dgm:pt modelId="{612A79F7-5D6A-44B9-8950-8753A6CBD9BB}" type="pres">
      <dgm:prSet presAssocID="{BA0E29AA-D99A-499C-A465-40CCD3ADA3C3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C837C30A-21A8-480C-BF94-63F91D406BD3}" type="presOf" srcId="{927558FD-975F-4D28-A10F-9B251D28D04E}" destId="{30933104-A77A-4BE0-9051-DBEB2239CD32}" srcOrd="0" destOrd="0" presId="urn:microsoft.com/office/officeart/2005/8/layout/hierarchy3"/>
    <dgm:cxn modelId="{5D33A518-0ED9-4E8D-88A3-4CAC15539520}" type="presOf" srcId="{FF750B97-A496-4C7F-AD4B-D431718B5CD9}" destId="{7E218FF6-F0DB-423E-B12A-AC194A01FC16}" srcOrd="0" destOrd="0" presId="urn:microsoft.com/office/officeart/2005/8/layout/hierarchy3"/>
    <dgm:cxn modelId="{CE6BA71E-450D-40AE-9AE4-1B9AA21DDA13}" type="presOf" srcId="{C7EF02AB-BD2C-4AF5-B208-9DA38A4A14A5}" destId="{98EF14FE-14CA-4DC9-B8AB-ABA0E9714EC6}" srcOrd="0" destOrd="0" presId="urn:microsoft.com/office/officeart/2005/8/layout/hierarchy3"/>
    <dgm:cxn modelId="{021C1128-E0D1-4036-9EA2-F14D725641C2}" type="presOf" srcId="{B0834553-4387-4362-8AA8-8923625C2D15}" destId="{5EB6DEF6-C096-42C5-8E0A-64362EFE07D9}" srcOrd="0" destOrd="0" presId="urn:microsoft.com/office/officeart/2005/8/layout/hierarchy3"/>
    <dgm:cxn modelId="{D5530429-27D4-4561-BB01-E47A6101CFEB}" srcId="{927558FD-975F-4D28-A10F-9B251D28D04E}" destId="{FF750B97-A496-4C7F-AD4B-D431718B5CD9}" srcOrd="0" destOrd="0" parTransId="{B0834553-4387-4362-8AA8-8923625C2D15}" sibTransId="{EBEF4628-D1D4-40E9-8DFD-9FCD522B15FD}"/>
    <dgm:cxn modelId="{0B4D6736-0257-4384-8F60-D43958F74119}" type="presOf" srcId="{BA0E29AA-D99A-499C-A465-40CCD3ADA3C3}" destId="{612A79F7-5D6A-44B9-8950-8753A6CBD9BB}" srcOrd="0" destOrd="0" presId="urn:microsoft.com/office/officeart/2005/8/layout/hierarchy3"/>
    <dgm:cxn modelId="{446F5A5E-DA36-45E1-B0B6-96F09DC9925A}" type="presOf" srcId="{00D58020-06E0-41B9-8990-7486438812AA}" destId="{3034E079-C2C2-4E8C-8A3D-CF81911C5AA0}" srcOrd="0" destOrd="0" presId="urn:microsoft.com/office/officeart/2005/8/layout/hierarchy3"/>
    <dgm:cxn modelId="{75B4405F-D4EA-4242-B607-00A9DF440C39}" type="presOf" srcId="{927558FD-975F-4D28-A10F-9B251D28D04E}" destId="{2981F104-F0B1-4AD4-B1B1-CE52D8C18B87}" srcOrd="1" destOrd="0" presId="urn:microsoft.com/office/officeart/2005/8/layout/hierarchy3"/>
    <dgm:cxn modelId="{B226A286-1727-4069-9AF9-29677469ADB7}" srcId="{00D58020-06E0-41B9-8990-7486438812AA}" destId="{927558FD-975F-4D28-A10F-9B251D28D04E}" srcOrd="0" destOrd="0" parTransId="{3422A6C4-3979-44BB-A9DF-71806CA9702E}" sibTransId="{CF0ED9B0-93C1-4747-93C2-FFD31C841C6A}"/>
    <dgm:cxn modelId="{713B1189-3048-4198-B4B2-747EDADB11D6}" type="presOf" srcId="{0D11732D-FEE2-4CEC-975D-E7C45BD91243}" destId="{7B50106C-EC27-4DA5-B27B-4A6C06DFCBC4}" srcOrd="0" destOrd="0" presId="urn:microsoft.com/office/officeart/2005/8/layout/hierarchy3"/>
    <dgm:cxn modelId="{3266D19D-BB5E-49EC-A3CD-921EC04497FD}" srcId="{00D58020-06E0-41B9-8990-7486438812AA}" destId="{C7EF02AB-BD2C-4AF5-B208-9DA38A4A14A5}" srcOrd="1" destOrd="0" parTransId="{26F1E7E1-DA37-43DD-BAA9-64CFF4E5961C}" sibTransId="{47E8E2C7-4966-4BA2-AEB5-17FB14288C9E}"/>
    <dgm:cxn modelId="{87C0FEB3-A053-45FC-A798-5E9ED15E239B}" type="presOf" srcId="{C7EF02AB-BD2C-4AF5-B208-9DA38A4A14A5}" destId="{E00BA1BF-D40A-413A-8AB4-DDFAB1BF5599}" srcOrd="1" destOrd="0" presId="urn:microsoft.com/office/officeart/2005/8/layout/hierarchy3"/>
    <dgm:cxn modelId="{6E9496C8-95F2-490B-B240-2E4AAC0979E5}" srcId="{C7EF02AB-BD2C-4AF5-B208-9DA38A4A14A5}" destId="{BA0E29AA-D99A-499C-A465-40CCD3ADA3C3}" srcOrd="0" destOrd="0" parTransId="{0D11732D-FEE2-4CEC-975D-E7C45BD91243}" sibTransId="{309576F5-1114-4DCC-9F7A-AE9A0D75FD7A}"/>
    <dgm:cxn modelId="{2145396A-6182-4F3D-8A41-89481C3977E0}" type="presParOf" srcId="{3034E079-C2C2-4E8C-8A3D-CF81911C5AA0}" destId="{91EEB593-7D81-4604-9EC1-4BEAFD6363E0}" srcOrd="0" destOrd="0" presId="urn:microsoft.com/office/officeart/2005/8/layout/hierarchy3"/>
    <dgm:cxn modelId="{16ACCD7A-B94B-4838-A5BD-44F83F867A74}" type="presParOf" srcId="{91EEB593-7D81-4604-9EC1-4BEAFD6363E0}" destId="{00A95415-3845-4D5B-8418-C3D8CF2DAA1B}" srcOrd="0" destOrd="0" presId="urn:microsoft.com/office/officeart/2005/8/layout/hierarchy3"/>
    <dgm:cxn modelId="{298B62D6-C037-46A7-B309-FB49416D680F}" type="presParOf" srcId="{00A95415-3845-4D5B-8418-C3D8CF2DAA1B}" destId="{30933104-A77A-4BE0-9051-DBEB2239CD32}" srcOrd="0" destOrd="0" presId="urn:microsoft.com/office/officeart/2005/8/layout/hierarchy3"/>
    <dgm:cxn modelId="{58B67F6E-A3DB-4F3F-8119-4C646F731C80}" type="presParOf" srcId="{00A95415-3845-4D5B-8418-C3D8CF2DAA1B}" destId="{2981F104-F0B1-4AD4-B1B1-CE52D8C18B87}" srcOrd="1" destOrd="0" presId="urn:microsoft.com/office/officeart/2005/8/layout/hierarchy3"/>
    <dgm:cxn modelId="{DF28F8B5-3060-450A-A478-A3CDB1E4E1FD}" type="presParOf" srcId="{91EEB593-7D81-4604-9EC1-4BEAFD6363E0}" destId="{28FF4CF7-DF42-4DB3-8B30-41EF28B82B37}" srcOrd="1" destOrd="0" presId="urn:microsoft.com/office/officeart/2005/8/layout/hierarchy3"/>
    <dgm:cxn modelId="{4BDAB143-3A32-41EA-A1E1-D5871C80A861}" type="presParOf" srcId="{28FF4CF7-DF42-4DB3-8B30-41EF28B82B37}" destId="{5EB6DEF6-C096-42C5-8E0A-64362EFE07D9}" srcOrd="0" destOrd="0" presId="urn:microsoft.com/office/officeart/2005/8/layout/hierarchy3"/>
    <dgm:cxn modelId="{000CE3C0-FC4F-4DDC-8023-1835109F2A53}" type="presParOf" srcId="{28FF4CF7-DF42-4DB3-8B30-41EF28B82B37}" destId="{7E218FF6-F0DB-423E-B12A-AC194A01FC16}" srcOrd="1" destOrd="0" presId="urn:microsoft.com/office/officeart/2005/8/layout/hierarchy3"/>
    <dgm:cxn modelId="{8FE89EC6-9590-4F11-87B3-B2982E14A26F}" type="presParOf" srcId="{3034E079-C2C2-4E8C-8A3D-CF81911C5AA0}" destId="{DE41B07A-3A4D-4435-8131-EFBB264F81D8}" srcOrd="1" destOrd="0" presId="urn:microsoft.com/office/officeart/2005/8/layout/hierarchy3"/>
    <dgm:cxn modelId="{2D5C1527-0D66-4CB9-B627-EBDE417EEB5D}" type="presParOf" srcId="{DE41B07A-3A4D-4435-8131-EFBB264F81D8}" destId="{1C19E793-B104-40A4-827C-9B2343B9A73F}" srcOrd="0" destOrd="0" presId="urn:microsoft.com/office/officeart/2005/8/layout/hierarchy3"/>
    <dgm:cxn modelId="{297BBE79-38CB-4AEF-97DA-CE70A4B345AA}" type="presParOf" srcId="{1C19E793-B104-40A4-827C-9B2343B9A73F}" destId="{98EF14FE-14CA-4DC9-B8AB-ABA0E9714EC6}" srcOrd="0" destOrd="0" presId="urn:microsoft.com/office/officeart/2005/8/layout/hierarchy3"/>
    <dgm:cxn modelId="{F67E889B-EA58-41F3-AA94-7488A9675A0B}" type="presParOf" srcId="{1C19E793-B104-40A4-827C-9B2343B9A73F}" destId="{E00BA1BF-D40A-413A-8AB4-DDFAB1BF5599}" srcOrd="1" destOrd="0" presId="urn:microsoft.com/office/officeart/2005/8/layout/hierarchy3"/>
    <dgm:cxn modelId="{00664F87-97DB-48D3-A8D7-84B1914A9DCA}" type="presParOf" srcId="{DE41B07A-3A4D-4435-8131-EFBB264F81D8}" destId="{79D00036-328F-4611-8DA3-1510B2555C5C}" srcOrd="1" destOrd="0" presId="urn:microsoft.com/office/officeart/2005/8/layout/hierarchy3"/>
    <dgm:cxn modelId="{FD53ADBC-C812-429D-AABA-FCFBE0DCF9F6}" type="presParOf" srcId="{79D00036-328F-4611-8DA3-1510B2555C5C}" destId="{7B50106C-EC27-4DA5-B27B-4A6C06DFCBC4}" srcOrd="0" destOrd="0" presId="urn:microsoft.com/office/officeart/2005/8/layout/hierarchy3"/>
    <dgm:cxn modelId="{B47CA5DF-64B9-4FC9-B68D-9392681ED560}" type="presParOf" srcId="{79D00036-328F-4611-8DA3-1510B2555C5C}" destId="{612A79F7-5D6A-44B9-8950-8753A6CBD9BB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AADEF81-0063-41E5-AD48-B8F17CC9F11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2A5487B-2C4B-4E5B-B0F3-CF04B3BC07D1}">
      <dgm:prSet phldrT="[Texte]"/>
      <dgm:spPr/>
      <dgm:t>
        <a:bodyPr/>
        <a:lstStyle/>
        <a:p>
          <a:r>
            <a:rPr lang="fr-FR" dirty="0"/>
            <a:t>parasympatholytiques</a:t>
          </a:r>
        </a:p>
      </dgm:t>
    </dgm:pt>
    <dgm:pt modelId="{B48E521B-9D05-471D-A363-3BD4D7327844}" type="parTrans" cxnId="{ABBE85D6-49C9-4AE3-BC5B-3EB27B031FDC}">
      <dgm:prSet/>
      <dgm:spPr/>
      <dgm:t>
        <a:bodyPr/>
        <a:lstStyle/>
        <a:p>
          <a:endParaRPr lang="fr-FR"/>
        </a:p>
      </dgm:t>
    </dgm:pt>
    <dgm:pt modelId="{4AC8D195-9CD2-4BB9-9869-6D2D67919005}" type="sibTrans" cxnId="{ABBE85D6-49C9-4AE3-BC5B-3EB27B031FDC}">
      <dgm:prSet/>
      <dgm:spPr/>
      <dgm:t>
        <a:bodyPr/>
        <a:lstStyle/>
        <a:p>
          <a:endParaRPr lang="fr-FR"/>
        </a:p>
      </dgm:t>
    </dgm:pt>
    <dgm:pt modelId="{A6472564-6E04-4F97-9061-C8BEE16EC9CE}">
      <dgm:prSet phldrT="[Texte]"/>
      <dgm:spPr/>
      <dgm:t>
        <a:bodyPr/>
        <a:lstStyle/>
        <a:p>
          <a:r>
            <a:rPr lang="fr-FR" b="1" dirty="0"/>
            <a:t>Atropine </a:t>
          </a:r>
        </a:p>
        <a:p>
          <a:r>
            <a:rPr lang="fr-FR" dirty="0"/>
            <a:t> </a:t>
          </a:r>
        </a:p>
      </dgm:t>
    </dgm:pt>
    <dgm:pt modelId="{FD607598-5DDF-4970-9349-6374838ED732}" type="parTrans" cxnId="{E1819180-62D2-40BC-BA29-FA61F6C9175E}">
      <dgm:prSet/>
      <dgm:spPr/>
      <dgm:t>
        <a:bodyPr/>
        <a:lstStyle/>
        <a:p>
          <a:endParaRPr lang="fr-FR"/>
        </a:p>
      </dgm:t>
    </dgm:pt>
    <dgm:pt modelId="{0D91FB6D-A9CB-4213-85F3-AC4E7E507DC1}" type="sibTrans" cxnId="{E1819180-62D2-40BC-BA29-FA61F6C9175E}">
      <dgm:prSet/>
      <dgm:spPr/>
      <dgm:t>
        <a:bodyPr/>
        <a:lstStyle/>
        <a:p>
          <a:endParaRPr lang="fr-FR"/>
        </a:p>
      </dgm:t>
    </dgm:pt>
    <dgm:pt modelId="{FE0AB355-B2FF-4B5A-8D01-C2750C14AAE6}">
      <dgm:prSet phldrT="[Texte]"/>
      <dgm:spPr/>
      <dgm:t>
        <a:bodyPr/>
        <a:lstStyle/>
        <a:p>
          <a:r>
            <a:rPr lang="fr-FR" dirty="0"/>
            <a:t>Dérivés de l’atropine ( </a:t>
          </a:r>
          <a:r>
            <a:rPr lang="fr-FR" dirty="0" err="1"/>
            <a:t>atropiniques</a:t>
          </a:r>
          <a:r>
            <a:rPr lang="fr-FR" dirty="0"/>
            <a:t>)</a:t>
          </a:r>
        </a:p>
      </dgm:t>
    </dgm:pt>
    <dgm:pt modelId="{059C7BD7-74D9-4725-A886-8696D283214A}" type="parTrans" cxnId="{32C2DEDF-51D8-42FD-B3BF-7331F5399F07}">
      <dgm:prSet/>
      <dgm:spPr/>
      <dgm:t>
        <a:bodyPr/>
        <a:lstStyle/>
        <a:p>
          <a:endParaRPr lang="fr-FR"/>
        </a:p>
      </dgm:t>
    </dgm:pt>
    <dgm:pt modelId="{5B91912E-DA00-460B-8422-3EC04A64FCFF}" type="sibTrans" cxnId="{32C2DEDF-51D8-42FD-B3BF-7331F5399F07}">
      <dgm:prSet/>
      <dgm:spPr/>
      <dgm:t>
        <a:bodyPr/>
        <a:lstStyle/>
        <a:p>
          <a:endParaRPr lang="fr-FR"/>
        </a:p>
      </dgm:t>
    </dgm:pt>
    <dgm:pt modelId="{14518796-23E0-4C82-9858-F1F5214BDAD1}">
      <dgm:prSet phldrT="[Texte]"/>
      <dgm:spPr/>
      <dgm:t>
        <a:bodyPr/>
        <a:lstStyle/>
        <a:p>
          <a:r>
            <a:rPr lang="fr-FR" dirty="0" err="1"/>
            <a:t>Dvés</a:t>
          </a:r>
          <a:r>
            <a:rPr lang="fr-FR" dirty="0"/>
            <a:t> naturels </a:t>
          </a:r>
        </a:p>
        <a:p>
          <a:r>
            <a:rPr lang="fr-FR" b="1" dirty="0"/>
            <a:t>Scopolamine</a:t>
          </a:r>
        </a:p>
      </dgm:t>
    </dgm:pt>
    <dgm:pt modelId="{83D21BEC-91F2-4860-A60B-7C82ABCEA1D9}" type="parTrans" cxnId="{500F502B-5B64-49AF-8418-3E86ABEB478C}">
      <dgm:prSet/>
      <dgm:spPr/>
      <dgm:t>
        <a:bodyPr/>
        <a:lstStyle/>
        <a:p>
          <a:endParaRPr lang="fr-FR"/>
        </a:p>
      </dgm:t>
    </dgm:pt>
    <dgm:pt modelId="{2AD75ED9-3798-439E-9577-DF9B6F7363D2}" type="sibTrans" cxnId="{500F502B-5B64-49AF-8418-3E86ABEB478C}">
      <dgm:prSet/>
      <dgm:spPr/>
      <dgm:t>
        <a:bodyPr/>
        <a:lstStyle/>
        <a:p>
          <a:endParaRPr lang="fr-FR"/>
        </a:p>
      </dgm:t>
    </dgm:pt>
    <dgm:pt modelId="{EA4CAA79-B746-48ED-8530-9A3B967278A6}">
      <dgm:prSet phldrT="[Texte]"/>
      <dgm:spPr/>
      <dgm:t>
        <a:bodyPr/>
        <a:lstStyle/>
        <a:p>
          <a:r>
            <a:rPr lang="fr-FR" b="0" dirty="0" err="1"/>
            <a:t>Dvés</a:t>
          </a:r>
          <a:r>
            <a:rPr lang="fr-FR" b="0" dirty="0"/>
            <a:t> synthétiques</a:t>
          </a:r>
        </a:p>
      </dgm:t>
    </dgm:pt>
    <dgm:pt modelId="{AD5A451A-AF35-498A-880F-2A06E5CB2E27}" type="parTrans" cxnId="{27433567-F81B-4E69-BC1B-24D067B9DF28}">
      <dgm:prSet/>
      <dgm:spPr/>
      <dgm:t>
        <a:bodyPr/>
        <a:lstStyle/>
        <a:p>
          <a:endParaRPr lang="fr-FR"/>
        </a:p>
      </dgm:t>
    </dgm:pt>
    <dgm:pt modelId="{23A30CE1-AB30-4812-914D-1ED4DB4D7016}" type="sibTrans" cxnId="{27433567-F81B-4E69-BC1B-24D067B9DF28}">
      <dgm:prSet/>
      <dgm:spPr/>
      <dgm:t>
        <a:bodyPr/>
        <a:lstStyle/>
        <a:p>
          <a:endParaRPr lang="fr-FR"/>
        </a:p>
      </dgm:t>
    </dgm:pt>
    <dgm:pt modelId="{B99739B6-C6F2-42DB-92C6-3FA76015EFF6}" type="pres">
      <dgm:prSet presAssocID="{BAADEF81-0063-41E5-AD48-B8F17CC9F11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D9ED9F7-7014-4EDB-B5D6-9863EC7F5A02}" type="pres">
      <dgm:prSet presAssocID="{32A5487B-2C4B-4E5B-B0F3-CF04B3BC07D1}" presName="hierRoot1" presStyleCnt="0"/>
      <dgm:spPr/>
    </dgm:pt>
    <dgm:pt modelId="{81428EF0-B197-4E1D-97C2-E518664F43E3}" type="pres">
      <dgm:prSet presAssocID="{32A5487B-2C4B-4E5B-B0F3-CF04B3BC07D1}" presName="composite" presStyleCnt="0"/>
      <dgm:spPr/>
    </dgm:pt>
    <dgm:pt modelId="{0224FB88-DC9A-4B2E-9321-B60D02819AA8}" type="pres">
      <dgm:prSet presAssocID="{32A5487B-2C4B-4E5B-B0F3-CF04B3BC07D1}" presName="background" presStyleLbl="node0" presStyleIdx="0" presStyleCnt="1"/>
      <dgm:spPr/>
    </dgm:pt>
    <dgm:pt modelId="{DA0EA612-2453-4ED3-B1DF-0432341C3C67}" type="pres">
      <dgm:prSet presAssocID="{32A5487B-2C4B-4E5B-B0F3-CF04B3BC07D1}" presName="text" presStyleLbl="fgAcc0" presStyleIdx="0" presStyleCnt="1">
        <dgm:presLayoutVars>
          <dgm:chPref val="3"/>
        </dgm:presLayoutVars>
      </dgm:prSet>
      <dgm:spPr/>
    </dgm:pt>
    <dgm:pt modelId="{1D638383-34C8-4CC2-941D-95342884082F}" type="pres">
      <dgm:prSet presAssocID="{32A5487B-2C4B-4E5B-B0F3-CF04B3BC07D1}" presName="hierChild2" presStyleCnt="0"/>
      <dgm:spPr/>
    </dgm:pt>
    <dgm:pt modelId="{7229BCA3-AE1F-4DF6-B0FB-85E78B51B04D}" type="pres">
      <dgm:prSet presAssocID="{FD607598-5DDF-4970-9349-6374838ED732}" presName="Name10" presStyleLbl="parChTrans1D2" presStyleIdx="0" presStyleCnt="2"/>
      <dgm:spPr/>
    </dgm:pt>
    <dgm:pt modelId="{67EECF80-B6D3-49D2-A38C-F6306321F32B}" type="pres">
      <dgm:prSet presAssocID="{A6472564-6E04-4F97-9061-C8BEE16EC9CE}" presName="hierRoot2" presStyleCnt="0"/>
      <dgm:spPr/>
    </dgm:pt>
    <dgm:pt modelId="{45870093-B361-4754-9C89-3E5B67942D9D}" type="pres">
      <dgm:prSet presAssocID="{A6472564-6E04-4F97-9061-C8BEE16EC9CE}" presName="composite2" presStyleCnt="0"/>
      <dgm:spPr/>
    </dgm:pt>
    <dgm:pt modelId="{C67D682C-8486-4932-9336-5242836CE8F5}" type="pres">
      <dgm:prSet presAssocID="{A6472564-6E04-4F97-9061-C8BEE16EC9CE}" presName="background2" presStyleLbl="node2" presStyleIdx="0" presStyleCnt="2"/>
      <dgm:spPr/>
    </dgm:pt>
    <dgm:pt modelId="{5E6E58AE-43C2-4F5B-B73B-F3B403C8592E}" type="pres">
      <dgm:prSet presAssocID="{A6472564-6E04-4F97-9061-C8BEE16EC9CE}" presName="text2" presStyleLbl="fgAcc2" presStyleIdx="0" presStyleCnt="2">
        <dgm:presLayoutVars>
          <dgm:chPref val="3"/>
        </dgm:presLayoutVars>
      </dgm:prSet>
      <dgm:spPr/>
    </dgm:pt>
    <dgm:pt modelId="{B7895ECA-FD46-4B73-B8B7-81DDC73D4566}" type="pres">
      <dgm:prSet presAssocID="{A6472564-6E04-4F97-9061-C8BEE16EC9CE}" presName="hierChild3" presStyleCnt="0"/>
      <dgm:spPr/>
    </dgm:pt>
    <dgm:pt modelId="{269D8361-30DF-4F28-B9A0-FE9305DEBE99}" type="pres">
      <dgm:prSet presAssocID="{059C7BD7-74D9-4725-A886-8696D283214A}" presName="Name10" presStyleLbl="parChTrans1D2" presStyleIdx="1" presStyleCnt="2"/>
      <dgm:spPr/>
    </dgm:pt>
    <dgm:pt modelId="{FD7BEE31-D641-4E8E-965E-EFFC983DFE9D}" type="pres">
      <dgm:prSet presAssocID="{FE0AB355-B2FF-4B5A-8D01-C2750C14AAE6}" presName="hierRoot2" presStyleCnt="0"/>
      <dgm:spPr/>
    </dgm:pt>
    <dgm:pt modelId="{330E37AF-34D4-4651-8EB7-64CA935735AC}" type="pres">
      <dgm:prSet presAssocID="{FE0AB355-B2FF-4B5A-8D01-C2750C14AAE6}" presName="composite2" presStyleCnt="0"/>
      <dgm:spPr/>
    </dgm:pt>
    <dgm:pt modelId="{455DFE02-549E-4089-822C-AE40FDA68C4D}" type="pres">
      <dgm:prSet presAssocID="{FE0AB355-B2FF-4B5A-8D01-C2750C14AAE6}" presName="background2" presStyleLbl="node2" presStyleIdx="1" presStyleCnt="2"/>
      <dgm:spPr/>
    </dgm:pt>
    <dgm:pt modelId="{2149CEE5-3F79-4CE7-890F-552A1F99350C}" type="pres">
      <dgm:prSet presAssocID="{FE0AB355-B2FF-4B5A-8D01-C2750C14AAE6}" presName="text2" presStyleLbl="fgAcc2" presStyleIdx="1" presStyleCnt="2">
        <dgm:presLayoutVars>
          <dgm:chPref val="3"/>
        </dgm:presLayoutVars>
      </dgm:prSet>
      <dgm:spPr/>
    </dgm:pt>
    <dgm:pt modelId="{A2C36B8A-586A-41DA-8BB7-09E44CD8E8FE}" type="pres">
      <dgm:prSet presAssocID="{FE0AB355-B2FF-4B5A-8D01-C2750C14AAE6}" presName="hierChild3" presStyleCnt="0"/>
      <dgm:spPr/>
    </dgm:pt>
    <dgm:pt modelId="{2755C63E-D635-40A3-BC80-6DFD17543BB9}" type="pres">
      <dgm:prSet presAssocID="{83D21BEC-91F2-4860-A60B-7C82ABCEA1D9}" presName="Name17" presStyleLbl="parChTrans1D3" presStyleIdx="0" presStyleCnt="2"/>
      <dgm:spPr/>
    </dgm:pt>
    <dgm:pt modelId="{E9FFC60F-F003-40E6-A3B9-7CEAD50C0D42}" type="pres">
      <dgm:prSet presAssocID="{14518796-23E0-4C82-9858-F1F5214BDAD1}" presName="hierRoot3" presStyleCnt="0"/>
      <dgm:spPr/>
    </dgm:pt>
    <dgm:pt modelId="{2ACAB50F-28E5-4133-9BD9-239071AD18C6}" type="pres">
      <dgm:prSet presAssocID="{14518796-23E0-4C82-9858-F1F5214BDAD1}" presName="composite3" presStyleCnt="0"/>
      <dgm:spPr/>
    </dgm:pt>
    <dgm:pt modelId="{7EA41444-6D7D-424A-8F27-E3BC5EE3CBF8}" type="pres">
      <dgm:prSet presAssocID="{14518796-23E0-4C82-9858-F1F5214BDAD1}" presName="background3" presStyleLbl="node3" presStyleIdx="0" presStyleCnt="2"/>
      <dgm:spPr/>
    </dgm:pt>
    <dgm:pt modelId="{49CAF4AD-AAAC-4086-8654-7C9D759DC020}" type="pres">
      <dgm:prSet presAssocID="{14518796-23E0-4C82-9858-F1F5214BDAD1}" presName="text3" presStyleLbl="fgAcc3" presStyleIdx="0" presStyleCnt="2">
        <dgm:presLayoutVars>
          <dgm:chPref val="3"/>
        </dgm:presLayoutVars>
      </dgm:prSet>
      <dgm:spPr/>
    </dgm:pt>
    <dgm:pt modelId="{3D3D717E-30E3-44C5-BDBC-19762D8A6D1C}" type="pres">
      <dgm:prSet presAssocID="{14518796-23E0-4C82-9858-F1F5214BDAD1}" presName="hierChild4" presStyleCnt="0"/>
      <dgm:spPr/>
    </dgm:pt>
    <dgm:pt modelId="{D264618C-96AE-4722-B61D-B3660B0F918F}" type="pres">
      <dgm:prSet presAssocID="{AD5A451A-AF35-498A-880F-2A06E5CB2E27}" presName="Name17" presStyleLbl="parChTrans1D3" presStyleIdx="1" presStyleCnt="2"/>
      <dgm:spPr/>
    </dgm:pt>
    <dgm:pt modelId="{53A9E85E-DFCB-4AA5-87CA-4943ED49A005}" type="pres">
      <dgm:prSet presAssocID="{EA4CAA79-B746-48ED-8530-9A3B967278A6}" presName="hierRoot3" presStyleCnt="0"/>
      <dgm:spPr/>
    </dgm:pt>
    <dgm:pt modelId="{895F00FC-3E7E-44FD-BDA0-42D88051FA22}" type="pres">
      <dgm:prSet presAssocID="{EA4CAA79-B746-48ED-8530-9A3B967278A6}" presName="composite3" presStyleCnt="0"/>
      <dgm:spPr/>
    </dgm:pt>
    <dgm:pt modelId="{3BF7A4F2-F590-4BD2-8119-61C47AE0F336}" type="pres">
      <dgm:prSet presAssocID="{EA4CAA79-B746-48ED-8530-9A3B967278A6}" presName="background3" presStyleLbl="node3" presStyleIdx="1" presStyleCnt="2"/>
      <dgm:spPr/>
    </dgm:pt>
    <dgm:pt modelId="{DA8F4827-BA71-4975-BC84-E37324F14047}" type="pres">
      <dgm:prSet presAssocID="{EA4CAA79-B746-48ED-8530-9A3B967278A6}" presName="text3" presStyleLbl="fgAcc3" presStyleIdx="1" presStyleCnt="2">
        <dgm:presLayoutVars>
          <dgm:chPref val="3"/>
        </dgm:presLayoutVars>
      </dgm:prSet>
      <dgm:spPr/>
    </dgm:pt>
    <dgm:pt modelId="{4AC1FCDD-216B-4DBD-A6AE-9E9FCA040055}" type="pres">
      <dgm:prSet presAssocID="{EA4CAA79-B746-48ED-8530-9A3B967278A6}" presName="hierChild4" presStyleCnt="0"/>
      <dgm:spPr/>
    </dgm:pt>
  </dgm:ptLst>
  <dgm:cxnLst>
    <dgm:cxn modelId="{F3D38F09-371F-4F5A-8D59-C5CD02078041}" type="presOf" srcId="{FE0AB355-B2FF-4B5A-8D01-C2750C14AAE6}" destId="{2149CEE5-3F79-4CE7-890F-552A1F99350C}" srcOrd="0" destOrd="0" presId="urn:microsoft.com/office/officeart/2005/8/layout/hierarchy1"/>
    <dgm:cxn modelId="{2E913A2B-2E2E-4913-BB9F-53B59B9101BF}" type="presOf" srcId="{FD607598-5DDF-4970-9349-6374838ED732}" destId="{7229BCA3-AE1F-4DF6-B0FB-85E78B51B04D}" srcOrd="0" destOrd="0" presId="urn:microsoft.com/office/officeart/2005/8/layout/hierarchy1"/>
    <dgm:cxn modelId="{500F502B-5B64-49AF-8418-3E86ABEB478C}" srcId="{FE0AB355-B2FF-4B5A-8D01-C2750C14AAE6}" destId="{14518796-23E0-4C82-9858-F1F5214BDAD1}" srcOrd="0" destOrd="0" parTransId="{83D21BEC-91F2-4860-A60B-7C82ABCEA1D9}" sibTransId="{2AD75ED9-3798-439E-9577-DF9B6F7363D2}"/>
    <dgm:cxn modelId="{BDDFE233-4F43-4E67-AF81-D58326AB16C5}" type="presOf" srcId="{A6472564-6E04-4F97-9061-C8BEE16EC9CE}" destId="{5E6E58AE-43C2-4F5B-B73B-F3B403C8592E}" srcOrd="0" destOrd="0" presId="urn:microsoft.com/office/officeart/2005/8/layout/hierarchy1"/>
    <dgm:cxn modelId="{27433567-F81B-4E69-BC1B-24D067B9DF28}" srcId="{FE0AB355-B2FF-4B5A-8D01-C2750C14AAE6}" destId="{EA4CAA79-B746-48ED-8530-9A3B967278A6}" srcOrd="1" destOrd="0" parTransId="{AD5A451A-AF35-498A-880F-2A06E5CB2E27}" sibTransId="{23A30CE1-AB30-4812-914D-1ED4DB4D7016}"/>
    <dgm:cxn modelId="{A0F5A773-1158-4CF8-9300-F88E1CE231BE}" type="presOf" srcId="{EA4CAA79-B746-48ED-8530-9A3B967278A6}" destId="{DA8F4827-BA71-4975-BC84-E37324F14047}" srcOrd="0" destOrd="0" presId="urn:microsoft.com/office/officeart/2005/8/layout/hierarchy1"/>
    <dgm:cxn modelId="{10E12954-4E4C-4C85-B2EB-623FC72FA2B6}" type="presOf" srcId="{059C7BD7-74D9-4725-A886-8696D283214A}" destId="{269D8361-30DF-4F28-B9A0-FE9305DEBE99}" srcOrd="0" destOrd="0" presId="urn:microsoft.com/office/officeart/2005/8/layout/hierarchy1"/>
    <dgm:cxn modelId="{DE13F27F-3260-4C4B-8030-A00DAEA00631}" type="presOf" srcId="{BAADEF81-0063-41E5-AD48-B8F17CC9F11A}" destId="{B99739B6-C6F2-42DB-92C6-3FA76015EFF6}" srcOrd="0" destOrd="0" presId="urn:microsoft.com/office/officeart/2005/8/layout/hierarchy1"/>
    <dgm:cxn modelId="{E1819180-62D2-40BC-BA29-FA61F6C9175E}" srcId="{32A5487B-2C4B-4E5B-B0F3-CF04B3BC07D1}" destId="{A6472564-6E04-4F97-9061-C8BEE16EC9CE}" srcOrd="0" destOrd="0" parTransId="{FD607598-5DDF-4970-9349-6374838ED732}" sibTransId="{0D91FB6D-A9CB-4213-85F3-AC4E7E507DC1}"/>
    <dgm:cxn modelId="{93A4BB84-3436-44AC-A324-E898694AA906}" type="presOf" srcId="{83D21BEC-91F2-4860-A60B-7C82ABCEA1D9}" destId="{2755C63E-D635-40A3-BC80-6DFD17543BB9}" srcOrd="0" destOrd="0" presId="urn:microsoft.com/office/officeart/2005/8/layout/hierarchy1"/>
    <dgm:cxn modelId="{D13E34A4-01B7-491C-9376-15C372B735F5}" type="presOf" srcId="{14518796-23E0-4C82-9858-F1F5214BDAD1}" destId="{49CAF4AD-AAAC-4086-8654-7C9D759DC020}" srcOrd="0" destOrd="0" presId="urn:microsoft.com/office/officeart/2005/8/layout/hierarchy1"/>
    <dgm:cxn modelId="{3280D5BD-2EFB-4F12-BF3A-0A063AEFE3CE}" type="presOf" srcId="{AD5A451A-AF35-498A-880F-2A06E5CB2E27}" destId="{D264618C-96AE-4722-B61D-B3660B0F918F}" srcOrd="0" destOrd="0" presId="urn:microsoft.com/office/officeart/2005/8/layout/hierarchy1"/>
    <dgm:cxn modelId="{ABBE85D6-49C9-4AE3-BC5B-3EB27B031FDC}" srcId="{BAADEF81-0063-41E5-AD48-B8F17CC9F11A}" destId="{32A5487B-2C4B-4E5B-B0F3-CF04B3BC07D1}" srcOrd="0" destOrd="0" parTransId="{B48E521B-9D05-471D-A363-3BD4D7327844}" sibTransId="{4AC8D195-9CD2-4BB9-9869-6D2D67919005}"/>
    <dgm:cxn modelId="{32C2DEDF-51D8-42FD-B3BF-7331F5399F07}" srcId="{32A5487B-2C4B-4E5B-B0F3-CF04B3BC07D1}" destId="{FE0AB355-B2FF-4B5A-8D01-C2750C14AAE6}" srcOrd="1" destOrd="0" parTransId="{059C7BD7-74D9-4725-A886-8696D283214A}" sibTransId="{5B91912E-DA00-460B-8422-3EC04A64FCFF}"/>
    <dgm:cxn modelId="{A16D5FF7-2983-4A49-B106-626BAD0B89BA}" type="presOf" srcId="{32A5487B-2C4B-4E5B-B0F3-CF04B3BC07D1}" destId="{DA0EA612-2453-4ED3-B1DF-0432341C3C67}" srcOrd="0" destOrd="0" presId="urn:microsoft.com/office/officeart/2005/8/layout/hierarchy1"/>
    <dgm:cxn modelId="{78549FD8-28EC-41FA-A038-820148C4E23C}" type="presParOf" srcId="{B99739B6-C6F2-42DB-92C6-3FA76015EFF6}" destId="{0D9ED9F7-7014-4EDB-B5D6-9863EC7F5A02}" srcOrd="0" destOrd="0" presId="urn:microsoft.com/office/officeart/2005/8/layout/hierarchy1"/>
    <dgm:cxn modelId="{0D7D3E55-1E89-434E-A1FB-6B374FD79152}" type="presParOf" srcId="{0D9ED9F7-7014-4EDB-B5D6-9863EC7F5A02}" destId="{81428EF0-B197-4E1D-97C2-E518664F43E3}" srcOrd="0" destOrd="0" presId="urn:microsoft.com/office/officeart/2005/8/layout/hierarchy1"/>
    <dgm:cxn modelId="{FE746130-6841-48E8-9635-F7CEB1B897D6}" type="presParOf" srcId="{81428EF0-B197-4E1D-97C2-E518664F43E3}" destId="{0224FB88-DC9A-4B2E-9321-B60D02819AA8}" srcOrd="0" destOrd="0" presId="urn:microsoft.com/office/officeart/2005/8/layout/hierarchy1"/>
    <dgm:cxn modelId="{7A1E9818-944B-4DBA-920F-4E20FEEE7361}" type="presParOf" srcId="{81428EF0-B197-4E1D-97C2-E518664F43E3}" destId="{DA0EA612-2453-4ED3-B1DF-0432341C3C67}" srcOrd="1" destOrd="0" presId="urn:microsoft.com/office/officeart/2005/8/layout/hierarchy1"/>
    <dgm:cxn modelId="{A1F4FEF1-2383-4DF4-B019-3E0543106CD6}" type="presParOf" srcId="{0D9ED9F7-7014-4EDB-B5D6-9863EC7F5A02}" destId="{1D638383-34C8-4CC2-941D-95342884082F}" srcOrd="1" destOrd="0" presId="urn:microsoft.com/office/officeart/2005/8/layout/hierarchy1"/>
    <dgm:cxn modelId="{E0628946-7637-4EE3-B05F-B063DF081E85}" type="presParOf" srcId="{1D638383-34C8-4CC2-941D-95342884082F}" destId="{7229BCA3-AE1F-4DF6-B0FB-85E78B51B04D}" srcOrd="0" destOrd="0" presId="urn:microsoft.com/office/officeart/2005/8/layout/hierarchy1"/>
    <dgm:cxn modelId="{BDA9BBF9-DDDE-4638-8228-260A7BC7EA28}" type="presParOf" srcId="{1D638383-34C8-4CC2-941D-95342884082F}" destId="{67EECF80-B6D3-49D2-A38C-F6306321F32B}" srcOrd="1" destOrd="0" presId="urn:microsoft.com/office/officeart/2005/8/layout/hierarchy1"/>
    <dgm:cxn modelId="{E1DD7246-8DAD-4450-A681-962C0917340D}" type="presParOf" srcId="{67EECF80-B6D3-49D2-A38C-F6306321F32B}" destId="{45870093-B361-4754-9C89-3E5B67942D9D}" srcOrd="0" destOrd="0" presId="urn:microsoft.com/office/officeart/2005/8/layout/hierarchy1"/>
    <dgm:cxn modelId="{AC4AAE76-86AB-4669-B50E-77D8BE9B64BF}" type="presParOf" srcId="{45870093-B361-4754-9C89-3E5B67942D9D}" destId="{C67D682C-8486-4932-9336-5242836CE8F5}" srcOrd="0" destOrd="0" presId="urn:microsoft.com/office/officeart/2005/8/layout/hierarchy1"/>
    <dgm:cxn modelId="{A434D81D-AC65-40CE-A520-D45376F9F240}" type="presParOf" srcId="{45870093-B361-4754-9C89-3E5B67942D9D}" destId="{5E6E58AE-43C2-4F5B-B73B-F3B403C8592E}" srcOrd="1" destOrd="0" presId="urn:microsoft.com/office/officeart/2005/8/layout/hierarchy1"/>
    <dgm:cxn modelId="{B00BA071-1FB8-4FDD-8415-31A0F7CA86F8}" type="presParOf" srcId="{67EECF80-B6D3-49D2-A38C-F6306321F32B}" destId="{B7895ECA-FD46-4B73-B8B7-81DDC73D4566}" srcOrd="1" destOrd="0" presId="urn:microsoft.com/office/officeart/2005/8/layout/hierarchy1"/>
    <dgm:cxn modelId="{ACD72D89-A0FF-4D26-AD2D-BDA795F4C77C}" type="presParOf" srcId="{1D638383-34C8-4CC2-941D-95342884082F}" destId="{269D8361-30DF-4F28-B9A0-FE9305DEBE99}" srcOrd="2" destOrd="0" presId="urn:microsoft.com/office/officeart/2005/8/layout/hierarchy1"/>
    <dgm:cxn modelId="{8FA922EA-8496-4F8E-8634-F9E92FE5DAA2}" type="presParOf" srcId="{1D638383-34C8-4CC2-941D-95342884082F}" destId="{FD7BEE31-D641-4E8E-965E-EFFC983DFE9D}" srcOrd="3" destOrd="0" presId="urn:microsoft.com/office/officeart/2005/8/layout/hierarchy1"/>
    <dgm:cxn modelId="{EA40522B-67A4-4B3F-8411-CE085A696962}" type="presParOf" srcId="{FD7BEE31-D641-4E8E-965E-EFFC983DFE9D}" destId="{330E37AF-34D4-4651-8EB7-64CA935735AC}" srcOrd="0" destOrd="0" presId="urn:microsoft.com/office/officeart/2005/8/layout/hierarchy1"/>
    <dgm:cxn modelId="{070D3B53-67C2-46BF-8E47-7C0E8D955B7E}" type="presParOf" srcId="{330E37AF-34D4-4651-8EB7-64CA935735AC}" destId="{455DFE02-549E-4089-822C-AE40FDA68C4D}" srcOrd="0" destOrd="0" presId="urn:microsoft.com/office/officeart/2005/8/layout/hierarchy1"/>
    <dgm:cxn modelId="{A7672063-9A8F-4809-BF80-A9FDA0379124}" type="presParOf" srcId="{330E37AF-34D4-4651-8EB7-64CA935735AC}" destId="{2149CEE5-3F79-4CE7-890F-552A1F99350C}" srcOrd="1" destOrd="0" presId="urn:microsoft.com/office/officeart/2005/8/layout/hierarchy1"/>
    <dgm:cxn modelId="{CBE5D631-4D98-4458-80A4-B10575E26027}" type="presParOf" srcId="{FD7BEE31-D641-4E8E-965E-EFFC983DFE9D}" destId="{A2C36B8A-586A-41DA-8BB7-09E44CD8E8FE}" srcOrd="1" destOrd="0" presId="urn:microsoft.com/office/officeart/2005/8/layout/hierarchy1"/>
    <dgm:cxn modelId="{4CD55B36-5297-40CE-9D26-6DE84A622611}" type="presParOf" srcId="{A2C36B8A-586A-41DA-8BB7-09E44CD8E8FE}" destId="{2755C63E-D635-40A3-BC80-6DFD17543BB9}" srcOrd="0" destOrd="0" presId="urn:microsoft.com/office/officeart/2005/8/layout/hierarchy1"/>
    <dgm:cxn modelId="{94D2472C-675B-4D01-BE2D-6BACB20ED018}" type="presParOf" srcId="{A2C36B8A-586A-41DA-8BB7-09E44CD8E8FE}" destId="{E9FFC60F-F003-40E6-A3B9-7CEAD50C0D42}" srcOrd="1" destOrd="0" presId="urn:microsoft.com/office/officeart/2005/8/layout/hierarchy1"/>
    <dgm:cxn modelId="{2C7B9DB1-AACD-446D-916B-8A4BD3174D6A}" type="presParOf" srcId="{E9FFC60F-F003-40E6-A3B9-7CEAD50C0D42}" destId="{2ACAB50F-28E5-4133-9BD9-239071AD18C6}" srcOrd="0" destOrd="0" presId="urn:microsoft.com/office/officeart/2005/8/layout/hierarchy1"/>
    <dgm:cxn modelId="{A64D2D86-3AA9-492F-A4A1-CADABFA8F659}" type="presParOf" srcId="{2ACAB50F-28E5-4133-9BD9-239071AD18C6}" destId="{7EA41444-6D7D-424A-8F27-E3BC5EE3CBF8}" srcOrd="0" destOrd="0" presId="urn:microsoft.com/office/officeart/2005/8/layout/hierarchy1"/>
    <dgm:cxn modelId="{F5B12504-6E19-4662-A44D-73D318CBCB45}" type="presParOf" srcId="{2ACAB50F-28E5-4133-9BD9-239071AD18C6}" destId="{49CAF4AD-AAAC-4086-8654-7C9D759DC020}" srcOrd="1" destOrd="0" presId="urn:microsoft.com/office/officeart/2005/8/layout/hierarchy1"/>
    <dgm:cxn modelId="{B1867CE5-AEEF-4EAD-AE9E-4A7899179678}" type="presParOf" srcId="{E9FFC60F-F003-40E6-A3B9-7CEAD50C0D42}" destId="{3D3D717E-30E3-44C5-BDBC-19762D8A6D1C}" srcOrd="1" destOrd="0" presId="urn:microsoft.com/office/officeart/2005/8/layout/hierarchy1"/>
    <dgm:cxn modelId="{865FE392-2E02-4B82-988A-5ABF9E1AD38D}" type="presParOf" srcId="{A2C36B8A-586A-41DA-8BB7-09E44CD8E8FE}" destId="{D264618C-96AE-4722-B61D-B3660B0F918F}" srcOrd="2" destOrd="0" presId="urn:microsoft.com/office/officeart/2005/8/layout/hierarchy1"/>
    <dgm:cxn modelId="{D654983B-2E36-4279-A2A8-AD7A6568638C}" type="presParOf" srcId="{A2C36B8A-586A-41DA-8BB7-09E44CD8E8FE}" destId="{53A9E85E-DFCB-4AA5-87CA-4943ED49A005}" srcOrd="3" destOrd="0" presId="urn:microsoft.com/office/officeart/2005/8/layout/hierarchy1"/>
    <dgm:cxn modelId="{1A300ACB-2C80-4A8D-A608-C0232C058282}" type="presParOf" srcId="{53A9E85E-DFCB-4AA5-87CA-4943ED49A005}" destId="{895F00FC-3E7E-44FD-BDA0-42D88051FA22}" srcOrd="0" destOrd="0" presId="urn:microsoft.com/office/officeart/2005/8/layout/hierarchy1"/>
    <dgm:cxn modelId="{3B6CE56C-2C06-45AA-91B2-6D75C6BB18A5}" type="presParOf" srcId="{895F00FC-3E7E-44FD-BDA0-42D88051FA22}" destId="{3BF7A4F2-F590-4BD2-8119-61C47AE0F336}" srcOrd="0" destOrd="0" presId="urn:microsoft.com/office/officeart/2005/8/layout/hierarchy1"/>
    <dgm:cxn modelId="{FCC4D242-86F4-4FDA-BA41-0F2373E88885}" type="presParOf" srcId="{895F00FC-3E7E-44FD-BDA0-42D88051FA22}" destId="{DA8F4827-BA71-4975-BC84-E37324F14047}" srcOrd="1" destOrd="0" presId="urn:microsoft.com/office/officeart/2005/8/layout/hierarchy1"/>
    <dgm:cxn modelId="{51BA55EE-EAA6-47E4-8E41-44F63465A94B}" type="presParOf" srcId="{53A9E85E-DFCB-4AA5-87CA-4943ED49A005}" destId="{4AC1FCDD-216B-4DBD-A6AE-9E9FCA04005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9A1180-4BA3-4B4D-9985-DD5552492027}">
      <dsp:nvSpPr>
        <dsp:cNvPr id="0" name=""/>
        <dsp:cNvSpPr/>
      </dsp:nvSpPr>
      <dsp:spPr>
        <a:xfrm>
          <a:off x="1449824" y="2115"/>
          <a:ext cx="1665609" cy="166560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sympathique</a:t>
          </a:r>
        </a:p>
      </dsp:txBody>
      <dsp:txXfrm>
        <a:off x="1693747" y="246038"/>
        <a:ext cx="1177763" cy="1177763"/>
      </dsp:txXfrm>
    </dsp:sp>
    <dsp:sp modelId="{E4DA2C61-4127-4E08-8B9A-B2A11D0A7C52}">
      <dsp:nvSpPr>
        <dsp:cNvPr id="0" name=""/>
        <dsp:cNvSpPr/>
      </dsp:nvSpPr>
      <dsp:spPr>
        <a:xfrm>
          <a:off x="1799602" y="1802973"/>
          <a:ext cx="966053" cy="966053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1927652" y="2172392"/>
        <a:ext cx="709953" cy="227215"/>
      </dsp:txXfrm>
    </dsp:sp>
    <dsp:sp modelId="{71E3E822-5830-4981-8DFE-C4DD4298C0B1}">
      <dsp:nvSpPr>
        <dsp:cNvPr id="0" name=""/>
        <dsp:cNvSpPr/>
      </dsp:nvSpPr>
      <dsp:spPr>
        <a:xfrm>
          <a:off x="1449824" y="2904274"/>
          <a:ext cx="1665609" cy="1665609"/>
        </a:xfrm>
        <a:prstGeom prst="ellipse">
          <a:avLst/>
        </a:prstGeom>
        <a:solidFill>
          <a:schemeClr val="accent2">
            <a:hueOff val="419388"/>
            <a:satOff val="-3962"/>
            <a:lumOff val="-411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parasympathique</a:t>
          </a:r>
        </a:p>
      </dsp:txBody>
      <dsp:txXfrm>
        <a:off x="1693747" y="3148197"/>
        <a:ext cx="1177763" cy="1177763"/>
      </dsp:txXfrm>
    </dsp:sp>
    <dsp:sp modelId="{3C10619A-AF2C-4C0E-A294-75DA4DB4174A}">
      <dsp:nvSpPr>
        <dsp:cNvPr id="0" name=""/>
        <dsp:cNvSpPr/>
      </dsp:nvSpPr>
      <dsp:spPr>
        <a:xfrm>
          <a:off x="3365275" y="1976196"/>
          <a:ext cx="529663" cy="6196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838776"/>
            <a:satOff val="-7923"/>
            <a:lumOff val="-82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600" kern="1200"/>
        </a:p>
      </dsp:txBody>
      <dsp:txXfrm>
        <a:off x="3365275" y="2100117"/>
        <a:ext cx="370764" cy="371764"/>
      </dsp:txXfrm>
    </dsp:sp>
    <dsp:sp modelId="{6F1AB88A-1401-47C0-AD44-CC9E91EDBD7D}">
      <dsp:nvSpPr>
        <dsp:cNvPr id="0" name=""/>
        <dsp:cNvSpPr/>
      </dsp:nvSpPr>
      <dsp:spPr>
        <a:xfrm>
          <a:off x="4114800" y="1142075"/>
          <a:ext cx="2664975" cy="2287848"/>
        </a:xfrm>
        <a:prstGeom prst="ellipse">
          <a:avLst/>
        </a:prstGeom>
        <a:solidFill>
          <a:schemeClr val="accent2">
            <a:hueOff val="838776"/>
            <a:satOff val="-7923"/>
            <a:lumOff val="-823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Autonome </a:t>
          </a:r>
        </a:p>
      </dsp:txBody>
      <dsp:txXfrm>
        <a:off x="4505077" y="1477123"/>
        <a:ext cx="1884421" cy="16177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04F4B-470A-45C8-B29D-E84047B2404E}">
      <dsp:nvSpPr>
        <dsp:cNvPr id="0" name=""/>
        <dsp:cNvSpPr/>
      </dsp:nvSpPr>
      <dsp:spPr>
        <a:xfrm>
          <a:off x="845" y="0"/>
          <a:ext cx="2199299" cy="40640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600" kern="1200" dirty="0"/>
        </a:p>
      </dsp:txBody>
      <dsp:txXfrm>
        <a:off x="845" y="0"/>
        <a:ext cx="2199299" cy="1219200"/>
      </dsp:txXfrm>
    </dsp:sp>
    <dsp:sp modelId="{41813ECA-7FB8-40D0-A2B9-DD36F086134D}">
      <dsp:nvSpPr>
        <dsp:cNvPr id="0" name=""/>
        <dsp:cNvSpPr/>
      </dsp:nvSpPr>
      <dsp:spPr>
        <a:xfrm>
          <a:off x="220775" y="1220390"/>
          <a:ext cx="1759439" cy="12253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Neurone </a:t>
          </a:r>
          <a:r>
            <a:rPr lang="fr-FR" sz="1600" kern="1200" dirty="0" err="1"/>
            <a:t>préganglionnaire</a:t>
          </a:r>
          <a:endParaRPr lang="fr-FR" sz="1600" kern="1200" dirty="0"/>
        </a:p>
      </dsp:txBody>
      <dsp:txXfrm>
        <a:off x="256664" y="1256279"/>
        <a:ext cx="1687661" cy="1153573"/>
      </dsp:txXfrm>
    </dsp:sp>
    <dsp:sp modelId="{16CF66FE-C86A-4FAA-88FC-809F6C72F20F}">
      <dsp:nvSpPr>
        <dsp:cNvPr id="0" name=""/>
        <dsp:cNvSpPr/>
      </dsp:nvSpPr>
      <dsp:spPr>
        <a:xfrm>
          <a:off x="220775" y="2634257"/>
          <a:ext cx="1759439" cy="12253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Neurone </a:t>
          </a:r>
          <a:r>
            <a:rPr lang="fr-FR" sz="1600" kern="1200" dirty="0" err="1"/>
            <a:t>postganglionnaire</a:t>
          </a:r>
          <a:endParaRPr lang="fr-FR" sz="1600" kern="1200" dirty="0"/>
        </a:p>
      </dsp:txBody>
      <dsp:txXfrm>
        <a:off x="256664" y="2670146"/>
        <a:ext cx="1687661" cy="1153573"/>
      </dsp:txXfrm>
    </dsp:sp>
    <dsp:sp modelId="{8CF28BAA-4FFB-4289-BAB8-7FC4248C1E53}">
      <dsp:nvSpPr>
        <dsp:cNvPr id="0" name=""/>
        <dsp:cNvSpPr/>
      </dsp:nvSpPr>
      <dsp:spPr>
        <a:xfrm>
          <a:off x="2365093" y="0"/>
          <a:ext cx="2199299" cy="40640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600" kern="1200" dirty="0"/>
            <a:t>SNS</a:t>
          </a:r>
        </a:p>
      </dsp:txBody>
      <dsp:txXfrm>
        <a:off x="2365093" y="0"/>
        <a:ext cx="2199299" cy="1219200"/>
      </dsp:txXfrm>
    </dsp:sp>
    <dsp:sp modelId="{1B217B42-5C95-463A-896F-4086F5ED8051}">
      <dsp:nvSpPr>
        <dsp:cNvPr id="0" name=""/>
        <dsp:cNvSpPr/>
      </dsp:nvSpPr>
      <dsp:spPr>
        <a:xfrm>
          <a:off x="2571475" y="1246181"/>
          <a:ext cx="1759439" cy="12253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acétylcholine</a:t>
          </a:r>
        </a:p>
      </dsp:txBody>
      <dsp:txXfrm>
        <a:off x="2607364" y="1282070"/>
        <a:ext cx="1687661" cy="1153573"/>
      </dsp:txXfrm>
    </dsp:sp>
    <dsp:sp modelId="{8195E406-EA6F-4E07-AF17-2734E19934BF}">
      <dsp:nvSpPr>
        <dsp:cNvPr id="0" name=""/>
        <dsp:cNvSpPr/>
      </dsp:nvSpPr>
      <dsp:spPr>
        <a:xfrm>
          <a:off x="2585023" y="2634257"/>
          <a:ext cx="1759439" cy="12253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Noradrénaline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Adrénaline (surrénale)</a:t>
          </a:r>
        </a:p>
      </dsp:txBody>
      <dsp:txXfrm>
        <a:off x="2620912" y="2670146"/>
        <a:ext cx="1687661" cy="1153573"/>
      </dsp:txXfrm>
    </dsp:sp>
    <dsp:sp modelId="{E3104003-B863-4B5A-83AA-124A084F54E4}">
      <dsp:nvSpPr>
        <dsp:cNvPr id="0" name=""/>
        <dsp:cNvSpPr/>
      </dsp:nvSpPr>
      <dsp:spPr>
        <a:xfrm>
          <a:off x="4729340" y="0"/>
          <a:ext cx="2199299" cy="40640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600" kern="1200" dirty="0"/>
            <a:t>SNP</a:t>
          </a:r>
        </a:p>
      </dsp:txBody>
      <dsp:txXfrm>
        <a:off x="4729340" y="0"/>
        <a:ext cx="2199299" cy="1219200"/>
      </dsp:txXfrm>
    </dsp:sp>
    <dsp:sp modelId="{057D9BD7-4D2E-4FCE-BF81-CB2A579B8395}">
      <dsp:nvSpPr>
        <dsp:cNvPr id="0" name=""/>
        <dsp:cNvSpPr/>
      </dsp:nvSpPr>
      <dsp:spPr>
        <a:xfrm>
          <a:off x="5007648" y="1400633"/>
          <a:ext cx="1759439" cy="101601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acétylcholine</a:t>
          </a:r>
        </a:p>
      </dsp:txBody>
      <dsp:txXfrm>
        <a:off x="5037406" y="1430391"/>
        <a:ext cx="1699923" cy="956496"/>
      </dsp:txXfrm>
    </dsp:sp>
    <dsp:sp modelId="{AD105734-9769-4AB8-89A6-9478556674E6}">
      <dsp:nvSpPr>
        <dsp:cNvPr id="0" name=""/>
        <dsp:cNvSpPr/>
      </dsp:nvSpPr>
      <dsp:spPr>
        <a:xfrm>
          <a:off x="4949270" y="2713138"/>
          <a:ext cx="1759439" cy="10761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acétylcholine</a:t>
          </a:r>
          <a:endParaRPr lang="fr-FR" sz="1600" kern="1200" dirty="0"/>
        </a:p>
      </dsp:txBody>
      <dsp:txXfrm>
        <a:off x="4980789" y="2744657"/>
        <a:ext cx="1696401" cy="10130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41212-A947-4ACC-BF83-480E18CFD552}">
      <dsp:nvSpPr>
        <dsp:cNvPr id="0" name=""/>
        <dsp:cNvSpPr/>
      </dsp:nvSpPr>
      <dsp:spPr>
        <a:xfrm>
          <a:off x="495896" y="227"/>
          <a:ext cx="2322026" cy="11610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alpha</a:t>
          </a:r>
        </a:p>
      </dsp:txBody>
      <dsp:txXfrm>
        <a:off x="529901" y="34232"/>
        <a:ext cx="2254016" cy="1093003"/>
      </dsp:txXfrm>
    </dsp:sp>
    <dsp:sp modelId="{E1ED4B1C-C17A-46A7-808A-588E75DAD788}">
      <dsp:nvSpPr>
        <dsp:cNvPr id="0" name=""/>
        <dsp:cNvSpPr/>
      </dsp:nvSpPr>
      <dsp:spPr>
        <a:xfrm>
          <a:off x="728099" y="1161240"/>
          <a:ext cx="232202" cy="870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759"/>
              </a:lnTo>
              <a:lnTo>
                <a:pt x="232202" y="870759"/>
              </a:lnTo>
            </a:path>
          </a:pathLst>
        </a:custGeom>
        <a:noFill/>
        <a:ln w="381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84289-390C-4465-9A97-B052B200B911}">
      <dsp:nvSpPr>
        <dsp:cNvPr id="0" name=""/>
        <dsp:cNvSpPr/>
      </dsp:nvSpPr>
      <dsp:spPr>
        <a:xfrm>
          <a:off x="960301" y="1451493"/>
          <a:ext cx="1857620" cy="11610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6500" kern="1200" dirty="0"/>
            <a:t>α</a:t>
          </a:r>
          <a:r>
            <a:rPr lang="fr-FR" sz="6500" kern="1200" dirty="0"/>
            <a:t>1</a:t>
          </a:r>
        </a:p>
      </dsp:txBody>
      <dsp:txXfrm>
        <a:off x="994306" y="1485498"/>
        <a:ext cx="1789610" cy="1093003"/>
      </dsp:txXfrm>
    </dsp:sp>
    <dsp:sp modelId="{3B8D3198-E1EF-453F-AFFE-9FBC4DBB8C22}">
      <dsp:nvSpPr>
        <dsp:cNvPr id="0" name=""/>
        <dsp:cNvSpPr/>
      </dsp:nvSpPr>
      <dsp:spPr>
        <a:xfrm>
          <a:off x="728099" y="1161240"/>
          <a:ext cx="232202" cy="23220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2026"/>
              </a:lnTo>
              <a:lnTo>
                <a:pt x="232202" y="2322026"/>
              </a:lnTo>
            </a:path>
          </a:pathLst>
        </a:custGeom>
        <a:noFill/>
        <a:ln w="381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CA32A7-F69F-45D4-8E1C-4E4F6B0A0DDD}">
      <dsp:nvSpPr>
        <dsp:cNvPr id="0" name=""/>
        <dsp:cNvSpPr/>
      </dsp:nvSpPr>
      <dsp:spPr>
        <a:xfrm>
          <a:off x="960301" y="2902759"/>
          <a:ext cx="1857620" cy="11610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hueOff val="-1013225"/>
              <a:satOff val="1071"/>
              <a:lumOff val="-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6500" kern="1200" dirty="0"/>
            <a:t>α</a:t>
          </a:r>
          <a:r>
            <a:rPr lang="fr-FR" sz="6500" kern="1200" dirty="0"/>
            <a:t>2</a:t>
          </a:r>
        </a:p>
      </dsp:txBody>
      <dsp:txXfrm>
        <a:off x="994306" y="2936764"/>
        <a:ext cx="1789610" cy="1093003"/>
      </dsp:txXfrm>
    </dsp:sp>
    <dsp:sp modelId="{F9186B53-FD54-4229-AD3D-A77121E08546}">
      <dsp:nvSpPr>
        <dsp:cNvPr id="0" name=""/>
        <dsp:cNvSpPr/>
      </dsp:nvSpPr>
      <dsp:spPr>
        <a:xfrm>
          <a:off x="3398429" y="227"/>
          <a:ext cx="2322026" cy="1161013"/>
        </a:xfrm>
        <a:prstGeom prst="roundRect">
          <a:avLst>
            <a:gd name="adj" fmla="val 10000"/>
          </a:avLst>
        </a:prstGeom>
        <a:solidFill>
          <a:schemeClr val="accent5">
            <a:hueOff val="-3039674"/>
            <a:satOff val="3213"/>
            <a:lumOff val="-58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Bêta</a:t>
          </a:r>
        </a:p>
      </dsp:txBody>
      <dsp:txXfrm>
        <a:off x="3432434" y="34232"/>
        <a:ext cx="2254016" cy="1093003"/>
      </dsp:txXfrm>
    </dsp:sp>
    <dsp:sp modelId="{19495EF8-6E2F-4217-8AD8-041CA1C5866D}">
      <dsp:nvSpPr>
        <dsp:cNvPr id="0" name=""/>
        <dsp:cNvSpPr/>
      </dsp:nvSpPr>
      <dsp:spPr>
        <a:xfrm>
          <a:off x="3630631" y="1161240"/>
          <a:ext cx="232202" cy="870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759"/>
              </a:lnTo>
              <a:lnTo>
                <a:pt x="232202" y="870759"/>
              </a:lnTo>
            </a:path>
          </a:pathLst>
        </a:custGeom>
        <a:noFill/>
        <a:ln w="381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49D8DD-4F8A-4CDC-B9C4-1413AE58A914}">
      <dsp:nvSpPr>
        <dsp:cNvPr id="0" name=""/>
        <dsp:cNvSpPr/>
      </dsp:nvSpPr>
      <dsp:spPr>
        <a:xfrm>
          <a:off x="3862834" y="1451493"/>
          <a:ext cx="1857620" cy="11610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hueOff val="-2026450"/>
              <a:satOff val="2142"/>
              <a:lumOff val="-3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6500" kern="1200" dirty="0"/>
            <a:t>β</a:t>
          </a:r>
          <a:r>
            <a:rPr lang="fr-FR" sz="6500" kern="1200" dirty="0"/>
            <a:t>1</a:t>
          </a:r>
        </a:p>
      </dsp:txBody>
      <dsp:txXfrm>
        <a:off x="3896839" y="1485498"/>
        <a:ext cx="1789610" cy="1093003"/>
      </dsp:txXfrm>
    </dsp:sp>
    <dsp:sp modelId="{90FF8827-264B-49F8-9398-244D238C970C}">
      <dsp:nvSpPr>
        <dsp:cNvPr id="0" name=""/>
        <dsp:cNvSpPr/>
      </dsp:nvSpPr>
      <dsp:spPr>
        <a:xfrm>
          <a:off x="3630631" y="1161240"/>
          <a:ext cx="232202" cy="23220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2026"/>
              </a:lnTo>
              <a:lnTo>
                <a:pt x="232202" y="2322026"/>
              </a:lnTo>
            </a:path>
          </a:pathLst>
        </a:custGeom>
        <a:noFill/>
        <a:ln w="381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A6B260-6A03-43A6-9254-2D05E29AD087}">
      <dsp:nvSpPr>
        <dsp:cNvPr id="0" name=""/>
        <dsp:cNvSpPr/>
      </dsp:nvSpPr>
      <dsp:spPr>
        <a:xfrm>
          <a:off x="3862834" y="2902759"/>
          <a:ext cx="1857620" cy="11610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hueOff val="-3039674"/>
              <a:satOff val="3213"/>
              <a:lumOff val="-5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6500" kern="1200" dirty="0"/>
            <a:t>β</a:t>
          </a:r>
          <a:r>
            <a:rPr lang="fr-FR" sz="6500" kern="1200" dirty="0"/>
            <a:t>2</a:t>
          </a:r>
        </a:p>
      </dsp:txBody>
      <dsp:txXfrm>
        <a:off x="3896839" y="2936764"/>
        <a:ext cx="1789610" cy="10930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948BD1-0DE8-4756-BE94-AF00A8DF1CE3}">
      <dsp:nvSpPr>
        <dsp:cNvPr id="0" name=""/>
        <dsp:cNvSpPr/>
      </dsp:nvSpPr>
      <dsp:spPr>
        <a:xfrm>
          <a:off x="2438399" y="496"/>
          <a:ext cx="3657600" cy="19347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SNC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Myocarde et muscles lisses</a:t>
          </a:r>
        </a:p>
      </dsp:txBody>
      <dsp:txXfrm>
        <a:off x="2438399" y="242342"/>
        <a:ext cx="2932063" cy="1451073"/>
      </dsp:txXfrm>
    </dsp:sp>
    <dsp:sp modelId="{03A279E9-A4C6-4BE5-BEC7-98FB9FB0C5AB}">
      <dsp:nvSpPr>
        <dsp:cNvPr id="0" name=""/>
        <dsp:cNvSpPr/>
      </dsp:nvSpPr>
      <dsp:spPr>
        <a:xfrm>
          <a:off x="0" y="496"/>
          <a:ext cx="2438400" cy="19347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 err="1"/>
            <a:t>muscariniques</a:t>
          </a:r>
          <a:endParaRPr lang="fr-FR" sz="2500" kern="1200" dirty="0"/>
        </a:p>
      </dsp:txBody>
      <dsp:txXfrm>
        <a:off x="94447" y="94943"/>
        <a:ext cx="2249506" cy="1745871"/>
      </dsp:txXfrm>
    </dsp:sp>
    <dsp:sp modelId="{8B5304F7-25E7-4536-92E5-0AD2D7B2311F}">
      <dsp:nvSpPr>
        <dsp:cNvPr id="0" name=""/>
        <dsp:cNvSpPr/>
      </dsp:nvSpPr>
      <dsp:spPr>
        <a:xfrm>
          <a:off x="2438400" y="2128738"/>
          <a:ext cx="3657600" cy="19347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887755"/>
            <a:satOff val="-13107"/>
            <a:lumOff val="-1362"/>
            <a:alphaOff val="0"/>
          </a:schemeClr>
        </a:solidFill>
        <a:ln w="38100" cap="flat" cmpd="sng" algn="ctr">
          <a:solidFill>
            <a:schemeClr val="accent2">
              <a:tint val="40000"/>
              <a:alpha val="90000"/>
              <a:hueOff val="887755"/>
              <a:satOff val="-13107"/>
              <a:lumOff val="-13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Ganglions autonomes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M.E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Plaque motrice</a:t>
          </a:r>
        </a:p>
      </dsp:txBody>
      <dsp:txXfrm>
        <a:off x="2438400" y="2370584"/>
        <a:ext cx="2932063" cy="1451073"/>
      </dsp:txXfrm>
    </dsp:sp>
    <dsp:sp modelId="{9AEE6C50-CC26-4638-945B-C3FC8D88E348}">
      <dsp:nvSpPr>
        <dsp:cNvPr id="0" name=""/>
        <dsp:cNvSpPr/>
      </dsp:nvSpPr>
      <dsp:spPr>
        <a:xfrm>
          <a:off x="0" y="2128738"/>
          <a:ext cx="2438400" cy="1934765"/>
        </a:xfrm>
        <a:prstGeom prst="roundRect">
          <a:avLst/>
        </a:prstGeom>
        <a:solidFill>
          <a:schemeClr val="accent2">
            <a:hueOff val="838776"/>
            <a:satOff val="-7923"/>
            <a:lumOff val="-823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nicotiniques</a:t>
          </a:r>
        </a:p>
      </dsp:txBody>
      <dsp:txXfrm>
        <a:off x="94447" y="2223185"/>
        <a:ext cx="2249506" cy="17458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B783D4-6972-45F7-AC1D-728D71CE98C7}">
      <dsp:nvSpPr>
        <dsp:cNvPr id="0" name=""/>
        <dsp:cNvSpPr/>
      </dsp:nvSpPr>
      <dsp:spPr>
        <a:xfrm rot="5400000">
          <a:off x="4704052" y="-1518321"/>
          <a:ext cx="1784151" cy="526694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Ils se fixent sur les récepteurs </a:t>
          </a:r>
          <a:r>
            <a:rPr lang="el-GR" sz="2500" kern="1200" dirty="0"/>
            <a:t>α</a:t>
          </a:r>
          <a:r>
            <a:rPr lang="fr-FR" sz="2500" kern="1200" dirty="0"/>
            <a:t> et </a:t>
          </a:r>
          <a:r>
            <a:rPr lang="el-GR" sz="2500" kern="1200" dirty="0"/>
            <a:t>β</a:t>
          </a:r>
          <a:endParaRPr lang="fr-FR" sz="2500" kern="1200" dirty="0"/>
        </a:p>
      </dsp:txBody>
      <dsp:txXfrm rot="-5400000">
        <a:off x="2962656" y="310170"/>
        <a:ext cx="5179849" cy="1609961"/>
      </dsp:txXfrm>
    </dsp:sp>
    <dsp:sp modelId="{028E176E-13F1-4770-987C-622830254A2B}">
      <dsp:nvSpPr>
        <dsp:cNvPr id="0" name=""/>
        <dsp:cNvSpPr/>
      </dsp:nvSpPr>
      <dsp:spPr>
        <a:xfrm>
          <a:off x="0" y="55"/>
          <a:ext cx="2962656" cy="22301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/>
            <a:t>directs</a:t>
          </a:r>
        </a:p>
      </dsp:txBody>
      <dsp:txXfrm>
        <a:off x="108869" y="108924"/>
        <a:ext cx="2744918" cy="2012451"/>
      </dsp:txXfrm>
    </dsp:sp>
    <dsp:sp modelId="{9B637A95-746A-474D-8F20-846AFC473CD6}">
      <dsp:nvSpPr>
        <dsp:cNvPr id="0" name=""/>
        <dsp:cNvSpPr/>
      </dsp:nvSpPr>
      <dsp:spPr>
        <a:xfrm rot="5400000">
          <a:off x="4704052" y="823377"/>
          <a:ext cx="1784151" cy="5266944"/>
        </a:xfrm>
        <a:prstGeom prst="round2SameRect">
          <a:avLst/>
        </a:prstGeom>
        <a:solidFill>
          <a:schemeClr val="accent4">
            <a:tint val="40000"/>
            <a:alpha val="90000"/>
            <a:hueOff val="-4882011"/>
            <a:satOff val="-8270"/>
            <a:lumOff val="-1585"/>
            <a:alphaOff val="0"/>
          </a:schemeClr>
        </a:solidFill>
        <a:ln w="38100" cap="flat" cmpd="sng" algn="ctr">
          <a:solidFill>
            <a:schemeClr val="accent4">
              <a:tint val="40000"/>
              <a:alpha val="90000"/>
              <a:hueOff val="-4882011"/>
              <a:satOff val="-8270"/>
              <a:lumOff val="-15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Augmentent la libération de la noradrénaline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Inhibent sa recapture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 dirty="0"/>
            <a:t>Inhibent la dégradation</a:t>
          </a:r>
        </a:p>
      </dsp:txBody>
      <dsp:txXfrm rot="-5400000">
        <a:off x="2962656" y="2651869"/>
        <a:ext cx="5179849" cy="1609961"/>
      </dsp:txXfrm>
    </dsp:sp>
    <dsp:sp modelId="{1C003586-AFAE-45A1-8E4E-DBCF82AEFB17}">
      <dsp:nvSpPr>
        <dsp:cNvPr id="0" name=""/>
        <dsp:cNvSpPr/>
      </dsp:nvSpPr>
      <dsp:spPr>
        <a:xfrm>
          <a:off x="0" y="2341754"/>
          <a:ext cx="2962656" cy="2230189"/>
        </a:xfrm>
        <a:prstGeom prst="roundRect">
          <a:avLst/>
        </a:prstGeom>
        <a:solidFill>
          <a:schemeClr val="accent4">
            <a:hueOff val="-4577280"/>
            <a:satOff val="-7851"/>
            <a:lumOff val="-568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/>
            <a:t>indirects</a:t>
          </a:r>
        </a:p>
      </dsp:txBody>
      <dsp:txXfrm>
        <a:off x="108869" y="2450623"/>
        <a:ext cx="2744918" cy="20124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AF2AE-2879-4CA8-A4B1-0F8AF083E409}">
      <dsp:nvSpPr>
        <dsp:cNvPr id="0" name=""/>
        <dsp:cNvSpPr/>
      </dsp:nvSpPr>
      <dsp:spPr>
        <a:xfrm>
          <a:off x="0" y="0"/>
          <a:ext cx="8229600" cy="1199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5000" kern="1200" dirty="0"/>
            <a:t>α</a:t>
          </a:r>
          <a:r>
            <a:rPr lang="fr-FR" sz="5000" kern="1200" dirty="0"/>
            <a:t>1 stimulants</a:t>
          </a:r>
        </a:p>
      </dsp:txBody>
      <dsp:txXfrm>
        <a:off x="58543" y="58543"/>
        <a:ext cx="8112514" cy="1082164"/>
      </dsp:txXfrm>
    </dsp:sp>
    <dsp:sp modelId="{5AA23CBB-32C2-420D-9B5D-AF312AAA6ED9}">
      <dsp:nvSpPr>
        <dsp:cNvPr id="0" name=""/>
        <dsp:cNvSpPr/>
      </dsp:nvSpPr>
      <dsp:spPr>
        <a:xfrm>
          <a:off x="0" y="1199250"/>
          <a:ext cx="8229600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63500" rIns="355600" bIns="635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3900" kern="1200" dirty="0"/>
            <a:t>adrénaline</a:t>
          </a:r>
        </a:p>
      </dsp:txBody>
      <dsp:txXfrm>
        <a:off x="0" y="1199250"/>
        <a:ext cx="8229600" cy="828000"/>
      </dsp:txXfrm>
    </dsp:sp>
    <dsp:sp modelId="{FE933707-0D37-4D15-B51F-64AA42BFDB11}">
      <dsp:nvSpPr>
        <dsp:cNvPr id="0" name=""/>
        <dsp:cNvSpPr/>
      </dsp:nvSpPr>
      <dsp:spPr>
        <a:xfrm>
          <a:off x="0" y="2027250"/>
          <a:ext cx="8229600" cy="11992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5000" kern="1200" dirty="0">
              <a:latin typeface="Constantia"/>
            </a:rPr>
            <a:t>β</a:t>
          </a:r>
          <a:r>
            <a:rPr lang="fr-FR" sz="5000" kern="1200" dirty="0"/>
            <a:t> stimulants</a:t>
          </a:r>
        </a:p>
      </dsp:txBody>
      <dsp:txXfrm>
        <a:off x="58543" y="2085793"/>
        <a:ext cx="8112514" cy="1082164"/>
      </dsp:txXfrm>
    </dsp:sp>
    <dsp:sp modelId="{5F4D00C9-4663-49D0-9D5A-766C974AC870}">
      <dsp:nvSpPr>
        <dsp:cNvPr id="0" name=""/>
        <dsp:cNvSpPr/>
      </dsp:nvSpPr>
      <dsp:spPr>
        <a:xfrm>
          <a:off x="0" y="3226500"/>
          <a:ext cx="8229600" cy="134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63500" rIns="355600" bIns="635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l-GR" sz="3900" kern="1200" dirty="0">
              <a:latin typeface="Constantia"/>
            </a:rPr>
            <a:t>Β</a:t>
          </a:r>
          <a:r>
            <a:rPr lang="fr-FR" sz="3900" kern="1200" dirty="0">
              <a:latin typeface="Constantia"/>
            </a:rPr>
            <a:t>1/</a:t>
          </a:r>
          <a:r>
            <a:rPr lang="el-GR" sz="3900" kern="1200" dirty="0">
              <a:latin typeface="Constantia"/>
            </a:rPr>
            <a:t>β</a:t>
          </a:r>
          <a:r>
            <a:rPr lang="fr-FR" sz="3900" kern="1200" dirty="0">
              <a:latin typeface="Constantia"/>
            </a:rPr>
            <a:t>2 stimulants</a:t>
          </a:r>
          <a:endParaRPr lang="fr-FR" sz="3900" kern="1200" dirty="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l-GR" sz="3900" kern="1200" dirty="0">
              <a:latin typeface="Constantia"/>
            </a:rPr>
            <a:t>β</a:t>
          </a:r>
          <a:r>
            <a:rPr lang="fr-FR" sz="3900" kern="1200" dirty="0">
              <a:latin typeface="Constantia"/>
            </a:rPr>
            <a:t>2 stimulants</a:t>
          </a:r>
          <a:endParaRPr lang="fr-FR" sz="3900" kern="1200" dirty="0"/>
        </a:p>
      </dsp:txBody>
      <dsp:txXfrm>
        <a:off x="0" y="3226500"/>
        <a:ext cx="8229600" cy="1345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F84E6-0F76-4172-90E5-C8D52CDC366C}">
      <dsp:nvSpPr>
        <dsp:cNvPr id="0" name=""/>
        <dsp:cNvSpPr/>
      </dsp:nvSpPr>
      <dsp:spPr>
        <a:xfrm rot="10800000">
          <a:off x="1388408" y="532"/>
          <a:ext cx="4788532" cy="729098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512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Inotrope</a:t>
          </a:r>
          <a:r>
            <a:rPr lang="fr-FR" sz="1200" kern="1200" dirty="0"/>
            <a:t>, </a:t>
          </a:r>
          <a:r>
            <a:rPr lang="fr-FR" sz="1200" kern="1200" dirty="0" err="1"/>
            <a:t>chronotrope</a:t>
          </a:r>
          <a:r>
            <a:rPr lang="fr-FR" sz="1200" kern="1200" dirty="0"/>
            <a:t>, </a:t>
          </a:r>
          <a:r>
            <a:rPr lang="fr-FR" sz="1200" kern="1200" dirty="0" err="1"/>
            <a:t>dromotrope</a:t>
          </a:r>
          <a:r>
            <a:rPr lang="fr-FR" sz="1200" kern="1200" dirty="0"/>
            <a:t> et </a:t>
          </a:r>
          <a:r>
            <a:rPr lang="fr-FR" sz="1200" kern="1200" dirty="0" err="1"/>
            <a:t>bathmotrope</a:t>
          </a:r>
          <a:r>
            <a:rPr lang="fr-FR" sz="1200" kern="1200" dirty="0"/>
            <a:t> +</a:t>
          </a:r>
        </a:p>
      </dsp:txBody>
      <dsp:txXfrm rot="10800000">
        <a:off x="1570682" y="532"/>
        <a:ext cx="4606258" cy="729098"/>
      </dsp:txXfrm>
    </dsp:sp>
    <dsp:sp modelId="{65199D7B-E9BB-4F19-B54F-FDD58AFB8E1F}">
      <dsp:nvSpPr>
        <dsp:cNvPr id="0" name=""/>
        <dsp:cNvSpPr/>
      </dsp:nvSpPr>
      <dsp:spPr>
        <a:xfrm>
          <a:off x="1023859" y="532"/>
          <a:ext cx="729098" cy="729098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CF5836-2206-442C-9BBA-FB0F3F18948B}">
      <dsp:nvSpPr>
        <dsp:cNvPr id="0" name=""/>
        <dsp:cNvSpPr/>
      </dsp:nvSpPr>
      <dsp:spPr>
        <a:xfrm rot="10800000">
          <a:off x="1388408" y="947272"/>
          <a:ext cx="4788532" cy="729098"/>
        </a:xfrm>
        <a:prstGeom prst="homePlate">
          <a:avLst/>
        </a:prstGeom>
        <a:solidFill>
          <a:schemeClr val="accent3">
            <a:hueOff val="4398835"/>
            <a:satOff val="-10022"/>
            <a:lumOff val="402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512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Vasodilatation ( muscles, foie, rein)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Bronchodilataion</a:t>
          </a:r>
          <a:r>
            <a:rPr lang="fr-FR" sz="1200" kern="1200" dirty="0"/>
            <a:t>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Relaxation de l’utérus gravide</a:t>
          </a:r>
        </a:p>
      </dsp:txBody>
      <dsp:txXfrm rot="10800000">
        <a:off x="1570682" y="947272"/>
        <a:ext cx="4606258" cy="729098"/>
      </dsp:txXfrm>
    </dsp:sp>
    <dsp:sp modelId="{3D208F5E-D302-4CF9-8D8E-56B0112E0DDA}">
      <dsp:nvSpPr>
        <dsp:cNvPr id="0" name=""/>
        <dsp:cNvSpPr/>
      </dsp:nvSpPr>
      <dsp:spPr>
        <a:xfrm>
          <a:off x="1023859" y="947272"/>
          <a:ext cx="729098" cy="729098"/>
        </a:xfrm>
        <a:prstGeom prst="ellipse">
          <a:avLst/>
        </a:prstGeom>
        <a:solidFill>
          <a:schemeClr val="accent3">
            <a:tint val="50000"/>
            <a:hueOff val="4537110"/>
            <a:satOff val="-8843"/>
            <a:lumOff val="50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92CD93-16E3-4E99-B0FE-EEA231CB1AC2}">
      <dsp:nvSpPr>
        <dsp:cNvPr id="0" name=""/>
        <dsp:cNvSpPr/>
      </dsp:nvSpPr>
      <dsp:spPr>
        <a:xfrm rot="10800000">
          <a:off x="1388408" y="1894012"/>
          <a:ext cx="4788532" cy="729098"/>
        </a:xfrm>
        <a:prstGeom prst="homePlate">
          <a:avLst/>
        </a:prstGeom>
        <a:solidFill>
          <a:schemeClr val="accent3">
            <a:hueOff val="8797670"/>
            <a:satOff val="-20044"/>
            <a:lumOff val="804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512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Insomnie, angoisse</a:t>
          </a:r>
        </a:p>
      </dsp:txBody>
      <dsp:txXfrm rot="10800000">
        <a:off x="1570682" y="1894012"/>
        <a:ext cx="4606258" cy="729098"/>
      </dsp:txXfrm>
    </dsp:sp>
    <dsp:sp modelId="{F5D1A327-B547-466C-A033-5D4BF3666A31}">
      <dsp:nvSpPr>
        <dsp:cNvPr id="0" name=""/>
        <dsp:cNvSpPr/>
      </dsp:nvSpPr>
      <dsp:spPr>
        <a:xfrm>
          <a:off x="1023859" y="1894012"/>
          <a:ext cx="729098" cy="729098"/>
        </a:xfrm>
        <a:prstGeom prst="ellipse">
          <a:avLst/>
        </a:prstGeom>
        <a:solidFill>
          <a:schemeClr val="accent3">
            <a:tint val="50000"/>
            <a:hueOff val="9074219"/>
            <a:satOff val="-17686"/>
            <a:lumOff val="100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2CE51-6F9A-4BCA-BF99-8CAA6B577333}">
      <dsp:nvSpPr>
        <dsp:cNvPr id="0" name=""/>
        <dsp:cNvSpPr/>
      </dsp:nvSpPr>
      <dsp:spPr>
        <a:xfrm rot="10800000">
          <a:off x="1388408" y="2840752"/>
          <a:ext cx="4788532" cy="729098"/>
        </a:xfrm>
        <a:prstGeom prst="homePlate">
          <a:avLst/>
        </a:prstGeom>
        <a:solidFill>
          <a:schemeClr val="accent3">
            <a:hueOff val="13196505"/>
            <a:satOff val="-30066"/>
            <a:lumOff val="1206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512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Stimule la glycogénolyse</a:t>
          </a:r>
        </a:p>
      </dsp:txBody>
      <dsp:txXfrm rot="10800000">
        <a:off x="1570682" y="2840752"/>
        <a:ext cx="4606258" cy="729098"/>
      </dsp:txXfrm>
    </dsp:sp>
    <dsp:sp modelId="{14AB37B1-6FC4-44DD-84C7-02882D28CDEB}">
      <dsp:nvSpPr>
        <dsp:cNvPr id="0" name=""/>
        <dsp:cNvSpPr/>
      </dsp:nvSpPr>
      <dsp:spPr>
        <a:xfrm>
          <a:off x="1023859" y="2840752"/>
          <a:ext cx="729098" cy="729098"/>
        </a:xfrm>
        <a:prstGeom prst="ellipse">
          <a:avLst/>
        </a:prstGeom>
        <a:solidFill>
          <a:schemeClr val="accent3">
            <a:tint val="50000"/>
            <a:hueOff val="13611328"/>
            <a:satOff val="-26529"/>
            <a:lumOff val="150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94BF0-A50E-485E-9BD2-9EBDE5F5567E}">
      <dsp:nvSpPr>
        <dsp:cNvPr id="0" name=""/>
        <dsp:cNvSpPr/>
      </dsp:nvSpPr>
      <dsp:spPr>
        <a:xfrm rot="10800000">
          <a:off x="1388408" y="3787492"/>
          <a:ext cx="4788532" cy="729098"/>
        </a:xfrm>
        <a:prstGeom prst="homePlate">
          <a:avLst/>
        </a:prstGeom>
        <a:solidFill>
          <a:schemeClr val="accent3">
            <a:hueOff val="17595341"/>
            <a:satOff val="-40088"/>
            <a:lumOff val="1608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512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Sécrétion de rénine</a:t>
          </a:r>
        </a:p>
      </dsp:txBody>
      <dsp:txXfrm rot="10800000">
        <a:off x="1570682" y="3787492"/>
        <a:ext cx="4606258" cy="729098"/>
      </dsp:txXfrm>
    </dsp:sp>
    <dsp:sp modelId="{2EAB3706-53E3-489B-A94F-37F1ADED25CC}">
      <dsp:nvSpPr>
        <dsp:cNvPr id="0" name=""/>
        <dsp:cNvSpPr/>
      </dsp:nvSpPr>
      <dsp:spPr>
        <a:xfrm>
          <a:off x="1023859" y="3787492"/>
          <a:ext cx="729098" cy="729098"/>
        </a:xfrm>
        <a:prstGeom prst="ellipse">
          <a:avLst/>
        </a:prstGeom>
        <a:solidFill>
          <a:schemeClr val="accent3">
            <a:tint val="50000"/>
            <a:hueOff val="18148438"/>
            <a:satOff val="-35372"/>
            <a:lumOff val="200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5AAF6F-F242-45D3-97F8-8B7152C89442}">
      <dsp:nvSpPr>
        <dsp:cNvPr id="0" name=""/>
        <dsp:cNvSpPr/>
      </dsp:nvSpPr>
      <dsp:spPr>
        <a:xfrm rot="21300000">
          <a:off x="18706" y="1389180"/>
          <a:ext cx="6058586" cy="693799"/>
        </a:xfrm>
        <a:prstGeom prst="mathMinus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A165E-59BB-4DD7-8BA5-48AAA3A19508}">
      <dsp:nvSpPr>
        <dsp:cNvPr id="0" name=""/>
        <dsp:cNvSpPr/>
      </dsp:nvSpPr>
      <dsp:spPr>
        <a:xfrm>
          <a:off x="731520" y="231801"/>
          <a:ext cx="1828800" cy="1388864"/>
        </a:xfrm>
        <a:prstGeom prst="downArrow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B15A28-B593-4112-A9F4-A2FF4C330089}">
      <dsp:nvSpPr>
        <dsp:cNvPr id="0" name=""/>
        <dsp:cNvSpPr/>
      </dsp:nvSpPr>
      <dsp:spPr>
        <a:xfrm>
          <a:off x="3230880" y="0"/>
          <a:ext cx="1950720" cy="1458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Action cardiaque</a:t>
          </a:r>
        </a:p>
      </dsp:txBody>
      <dsp:txXfrm>
        <a:off x="3230880" y="0"/>
        <a:ext cx="1950720" cy="1458307"/>
      </dsp:txXfrm>
    </dsp:sp>
    <dsp:sp modelId="{D0E9F8DF-ADBE-4C1E-93A3-C34D20DD4221}">
      <dsp:nvSpPr>
        <dsp:cNvPr id="0" name=""/>
        <dsp:cNvSpPr/>
      </dsp:nvSpPr>
      <dsp:spPr>
        <a:xfrm>
          <a:off x="3535680" y="1909688"/>
          <a:ext cx="1828800" cy="1388864"/>
        </a:xfrm>
        <a:prstGeom prst="upArrow">
          <a:avLst/>
        </a:prstGeom>
        <a:solidFill>
          <a:schemeClr val="accent2">
            <a:hueOff val="838776"/>
            <a:satOff val="-7923"/>
            <a:lumOff val="-823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F9855-BD7D-47B2-8883-A8A1AE31D91B}">
      <dsp:nvSpPr>
        <dsp:cNvPr id="0" name=""/>
        <dsp:cNvSpPr/>
      </dsp:nvSpPr>
      <dsp:spPr>
        <a:xfrm>
          <a:off x="914400" y="2013852"/>
          <a:ext cx="1950720" cy="1458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bronchodilatatrice</a:t>
          </a:r>
        </a:p>
      </dsp:txBody>
      <dsp:txXfrm>
        <a:off x="914400" y="2013852"/>
        <a:ext cx="1950720" cy="14583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5AAF6F-F242-45D3-97F8-8B7152C89442}">
      <dsp:nvSpPr>
        <dsp:cNvPr id="0" name=""/>
        <dsp:cNvSpPr/>
      </dsp:nvSpPr>
      <dsp:spPr>
        <a:xfrm>
          <a:off x="18706" y="1389180"/>
          <a:ext cx="6058586" cy="693799"/>
        </a:xfrm>
        <a:prstGeom prst="mathMinus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A165E-59BB-4DD7-8BA5-48AAA3A19508}">
      <dsp:nvSpPr>
        <dsp:cNvPr id="0" name=""/>
        <dsp:cNvSpPr/>
      </dsp:nvSpPr>
      <dsp:spPr>
        <a:xfrm>
          <a:off x="731520" y="231801"/>
          <a:ext cx="1828800" cy="1388864"/>
        </a:xfrm>
        <a:prstGeom prst="downArrow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B15A28-B593-4112-A9F4-A2FF4C330089}">
      <dsp:nvSpPr>
        <dsp:cNvPr id="0" name=""/>
        <dsp:cNvSpPr/>
      </dsp:nvSpPr>
      <dsp:spPr>
        <a:xfrm>
          <a:off x="3230880" y="0"/>
          <a:ext cx="1950720" cy="1458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Action cardiaque</a:t>
          </a:r>
        </a:p>
      </dsp:txBody>
      <dsp:txXfrm>
        <a:off x="3230880" y="0"/>
        <a:ext cx="1950720" cy="1458307"/>
      </dsp:txXfrm>
    </dsp:sp>
    <dsp:sp modelId="{D0E9F8DF-ADBE-4C1E-93A3-C34D20DD4221}">
      <dsp:nvSpPr>
        <dsp:cNvPr id="0" name=""/>
        <dsp:cNvSpPr/>
      </dsp:nvSpPr>
      <dsp:spPr>
        <a:xfrm>
          <a:off x="3535680" y="1909688"/>
          <a:ext cx="1828800" cy="1388864"/>
        </a:xfrm>
        <a:prstGeom prst="upArrow">
          <a:avLst/>
        </a:prstGeom>
        <a:solidFill>
          <a:schemeClr val="accent2">
            <a:hueOff val="838776"/>
            <a:satOff val="-7923"/>
            <a:lumOff val="-823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F9855-BD7D-47B2-8883-A8A1AE31D91B}">
      <dsp:nvSpPr>
        <dsp:cNvPr id="0" name=""/>
        <dsp:cNvSpPr/>
      </dsp:nvSpPr>
      <dsp:spPr>
        <a:xfrm>
          <a:off x="914400" y="2013852"/>
          <a:ext cx="1950720" cy="1458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bronchodilatatrice</a:t>
          </a:r>
        </a:p>
      </dsp:txBody>
      <dsp:txXfrm>
        <a:off x="914400" y="2013852"/>
        <a:ext cx="1950720" cy="145830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7AFE68-B4CC-48C7-A452-96A84E1D29F9}">
      <dsp:nvSpPr>
        <dsp:cNvPr id="0" name=""/>
        <dsp:cNvSpPr/>
      </dsp:nvSpPr>
      <dsp:spPr>
        <a:xfrm>
          <a:off x="3581766" y="394789"/>
          <a:ext cx="2538906" cy="169345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400" kern="1200" dirty="0">
              <a:latin typeface="Constantia"/>
            </a:rPr>
            <a:t>α</a:t>
          </a:r>
          <a:r>
            <a:rPr lang="fr-FR" sz="3400" kern="1200" dirty="0">
              <a:latin typeface="Constantia"/>
            </a:rPr>
            <a:t> bloquants</a:t>
          </a:r>
          <a:endParaRPr lang="fr-FR" sz="3400" kern="1200" dirty="0"/>
        </a:p>
      </dsp:txBody>
      <dsp:txXfrm>
        <a:off x="3987991" y="394789"/>
        <a:ext cx="2132681" cy="1693450"/>
      </dsp:txXfrm>
    </dsp:sp>
    <dsp:sp modelId="{695E61E2-EBE7-4624-B08C-7FFB824E3D27}">
      <dsp:nvSpPr>
        <dsp:cNvPr id="0" name=""/>
        <dsp:cNvSpPr/>
      </dsp:nvSpPr>
      <dsp:spPr>
        <a:xfrm>
          <a:off x="3581766" y="2370520"/>
          <a:ext cx="2538906" cy="1693450"/>
        </a:xfrm>
        <a:prstGeom prst="rect">
          <a:avLst/>
        </a:prstGeom>
        <a:solidFill>
          <a:schemeClr val="accent5">
            <a:tint val="40000"/>
            <a:alpha val="90000"/>
            <a:hueOff val="-2687239"/>
            <a:satOff val="2559"/>
            <a:lumOff val="-8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687239"/>
              <a:satOff val="2559"/>
              <a:lumOff val="-82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400" kern="1200" dirty="0">
              <a:latin typeface="Constantia"/>
            </a:rPr>
            <a:t>β</a:t>
          </a:r>
          <a:r>
            <a:rPr lang="fr-FR" sz="3400" kern="1200" dirty="0">
              <a:latin typeface="Constantia"/>
            </a:rPr>
            <a:t> bloquants</a:t>
          </a:r>
          <a:endParaRPr lang="fr-FR" sz="3400" kern="1200" dirty="0"/>
        </a:p>
      </dsp:txBody>
      <dsp:txXfrm>
        <a:off x="3987991" y="2370520"/>
        <a:ext cx="2132681" cy="1693450"/>
      </dsp:txXfrm>
    </dsp:sp>
    <dsp:sp modelId="{4004BC3C-B6E8-4A7D-88A9-AFD3A9E60D8C}">
      <dsp:nvSpPr>
        <dsp:cNvPr id="0" name=""/>
        <dsp:cNvSpPr/>
      </dsp:nvSpPr>
      <dsp:spPr>
        <a:xfrm>
          <a:off x="0" y="1549133"/>
          <a:ext cx="3325797" cy="1692604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40000"/>
              </a:schemeClr>
              <a:schemeClr val="accent5">
                <a:hueOff val="0"/>
                <a:satOff val="0"/>
                <a:lumOff val="0"/>
                <a:alphaOff val="0"/>
                <a:tint val="42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Sympatholytiques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directs </a:t>
          </a:r>
          <a:endParaRPr lang="fr-FR" sz="2300" kern="1200" dirty="0"/>
        </a:p>
      </dsp:txBody>
      <dsp:txXfrm>
        <a:off x="487052" y="1797009"/>
        <a:ext cx="2351693" cy="119685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9DD6B-7A11-44B3-83A1-4931458C78BA}">
      <dsp:nvSpPr>
        <dsp:cNvPr id="0" name=""/>
        <dsp:cNvSpPr/>
      </dsp:nvSpPr>
      <dsp:spPr>
        <a:xfrm>
          <a:off x="0" y="2861998"/>
          <a:ext cx="8334668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6863" tIns="291592" rIns="6468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 Hypotension ( orthostatique)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Tachycardie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Rétention hydro sodée</a:t>
          </a:r>
        </a:p>
      </dsp:txBody>
      <dsp:txXfrm>
        <a:off x="0" y="2861998"/>
        <a:ext cx="8334668" cy="1058400"/>
      </dsp:txXfrm>
    </dsp:sp>
    <dsp:sp modelId="{72E7314C-C470-4CB4-B296-A268CE53B918}">
      <dsp:nvSpPr>
        <dsp:cNvPr id="0" name=""/>
        <dsp:cNvSpPr/>
      </dsp:nvSpPr>
      <dsp:spPr>
        <a:xfrm>
          <a:off x="416733" y="2655358"/>
          <a:ext cx="5834267" cy="413280"/>
        </a:xfrm>
        <a:prstGeom prst="round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521" tIns="0" rIns="22052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Vasodilatateur :</a:t>
          </a:r>
        </a:p>
      </dsp:txBody>
      <dsp:txXfrm>
        <a:off x="436908" y="2675533"/>
        <a:ext cx="5793917" cy="372930"/>
      </dsp:txXfrm>
    </dsp:sp>
    <dsp:sp modelId="{A857D379-3B11-4B7E-B88A-88FDA0920C76}">
      <dsp:nvSpPr>
        <dsp:cNvPr id="0" name=""/>
        <dsp:cNvSpPr/>
      </dsp:nvSpPr>
      <dsp:spPr>
        <a:xfrm>
          <a:off x="0" y="4202638"/>
          <a:ext cx="8334668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-110695"/>
              <a:satOff val="3068"/>
              <a:lumOff val="198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6863" tIns="291592" rIns="646863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 amélioration de la miction </a:t>
          </a:r>
        </a:p>
      </dsp:txBody>
      <dsp:txXfrm>
        <a:off x="0" y="4202638"/>
        <a:ext cx="8334668" cy="595350"/>
      </dsp:txXfrm>
    </dsp:sp>
    <dsp:sp modelId="{DB4927BB-3B87-451A-A571-B804FFE11B28}">
      <dsp:nvSpPr>
        <dsp:cNvPr id="0" name=""/>
        <dsp:cNvSpPr/>
      </dsp:nvSpPr>
      <dsp:spPr>
        <a:xfrm>
          <a:off x="416733" y="3995998"/>
          <a:ext cx="5834267" cy="413280"/>
        </a:xfrm>
        <a:prstGeom prst="roundRect">
          <a:avLst/>
        </a:prstGeom>
        <a:solidFill>
          <a:schemeClr val="accent5">
            <a:shade val="80000"/>
            <a:hueOff val="-110695"/>
            <a:satOff val="3068"/>
            <a:lumOff val="1984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521" tIns="0" rIns="22052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Blocage des récepteurs </a:t>
          </a:r>
          <a:r>
            <a:rPr lang="el-GR" sz="1400" b="1" kern="1200" dirty="0">
              <a:latin typeface="Constantia"/>
            </a:rPr>
            <a:t>α</a:t>
          </a:r>
          <a:r>
            <a:rPr lang="fr-FR" sz="1400" b="1" kern="1200" dirty="0">
              <a:latin typeface="Constantia"/>
            </a:rPr>
            <a:t>1 au niveau vésicale, urètre et prostate</a:t>
          </a:r>
          <a:r>
            <a:rPr lang="fr-FR" sz="1400" kern="1200" dirty="0"/>
            <a:t>   </a:t>
          </a:r>
        </a:p>
      </dsp:txBody>
      <dsp:txXfrm>
        <a:off x="436908" y="4016173"/>
        <a:ext cx="5793917" cy="37293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A2EDD2-56C1-4E52-B1F7-F928416BBC90}">
      <dsp:nvSpPr>
        <dsp:cNvPr id="0" name=""/>
        <dsp:cNvSpPr/>
      </dsp:nvSpPr>
      <dsp:spPr>
        <a:xfrm>
          <a:off x="4498460" y="1121058"/>
          <a:ext cx="1465202" cy="512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237"/>
              </a:lnTo>
              <a:lnTo>
                <a:pt x="1465202" y="349237"/>
              </a:lnTo>
              <a:lnTo>
                <a:pt x="1465202" y="512476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2FC46-88BD-45A4-8C28-50B851044A65}">
      <dsp:nvSpPr>
        <dsp:cNvPr id="0" name=""/>
        <dsp:cNvSpPr/>
      </dsp:nvSpPr>
      <dsp:spPr>
        <a:xfrm>
          <a:off x="3095406" y="2752466"/>
          <a:ext cx="1076836" cy="512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237"/>
              </a:lnTo>
              <a:lnTo>
                <a:pt x="1076836" y="349237"/>
              </a:lnTo>
              <a:lnTo>
                <a:pt x="1076836" y="512476"/>
              </a:lnTo>
            </a:path>
          </a:pathLst>
        </a:custGeom>
        <a:noFill/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89BA8C-BB99-4C26-8871-3CFBC3F612D8}">
      <dsp:nvSpPr>
        <dsp:cNvPr id="0" name=""/>
        <dsp:cNvSpPr/>
      </dsp:nvSpPr>
      <dsp:spPr>
        <a:xfrm>
          <a:off x="2018569" y="2752466"/>
          <a:ext cx="1076836" cy="512476"/>
        </a:xfrm>
        <a:custGeom>
          <a:avLst/>
          <a:gdLst/>
          <a:ahLst/>
          <a:cxnLst/>
          <a:rect l="0" t="0" r="0" b="0"/>
          <a:pathLst>
            <a:path>
              <a:moveTo>
                <a:pt x="1076836" y="0"/>
              </a:moveTo>
              <a:lnTo>
                <a:pt x="1076836" y="349237"/>
              </a:lnTo>
              <a:lnTo>
                <a:pt x="0" y="349237"/>
              </a:lnTo>
              <a:lnTo>
                <a:pt x="0" y="512476"/>
              </a:lnTo>
            </a:path>
          </a:pathLst>
        </a:custGeom>
        <a:noFill/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381113-C33E-4512-8E40-3A1F1C30A00A}">
      <dsp:nvSpPr>
        <dsp:cNvPr id="0" name=""/>
        <dsp:cNvSpPr/>
      </dsp:nvSpPr>
      <dsp:spPr>
        <a:xfrm>
          <a:off x="3095406" y="1121058"/>
          <a:ext cx="1403053" cy="512476"/>
        </a:xfrm>
        <a:custGeom>
          <a:avLst/>
          <a:gdLst/>
          <a:ahLst/>
          <a:cxnLst/>
          <a:rect l="0" t="0" r="0" b="0"/>
          <a:pathLst>
            <a:path>
              <a:moveTo>
                <a:pt x="1403053" y="0"/>
              </a:moveTo>
              <a:lnTo>
                <a:pt x="1403053" y="349237"/>
              </a:lnTo>
              <a:lnTo>
                <a:pt x="0" y="349237"/>
              </a:lnTo>
              <a:lnTo>
                <a:pt x="0" y="512476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C5E93C-C2DD-4817-AA80-44B60B816A5A}">
      <dsp:nvSpPr>
        <dsp:cNvPr id="0" name=""/>
        <dsp:cNvSpPr/>
      </dsp:nvSpPr>
      <dsp:spPr>
        <a:xfrm>
          <a:off x="3617411" y="2127"/>
          <a:ext cx="1762096" cy="11189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4CFA4-6038-4330-8113-68A3F8B60E9B}">
      <dsp:nvSpPr>
        <dsp:cNvPr id="0" name=""/>
        <dsp:cNvSpPr/>
      </dsp:nvSpPr>
      <dsp:spPr>
        <a:xfrm>
          <a:off x="3813200" y="188126"/>
          <a:ext cx="1762096" cy="111893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Sys para</a:t>
          </a:r>
          <a:r>
            <a:rPr lang="el-GR" sz="1600" kern="1200" dirty="0">
              <a:latin typeface="Constantia"/>
            </a:rPr>
            <a:t>Σ</a:t>
          </a:r>
          <a:endParaRPr lang="fr-FR" sz="1600" kern="1200" dirty="0"/>
        </a:p>
      </dsp:txBody>
      <dsp:txXfrm>
        <a:off x="3845972" y="220898"/>
        <a:ext cx="1696552" cy="1053387"/>
      </dsp:txXfrm>
    </dsp:sp>
    <dsp:sp modelId="{DBD61C2A-44D4-4701-8A6D-30CD275EB12D}">
      <dsp:nvSpPr>
        <dsp:cNvPr id="0" name=""/>
        <dsp:cNvSpPr/>
      </dsp:nvSpPr>
      <dsp:spPr>
        <a:xfrm>
          <a:off x="1825992" y="1633534"/>
          <a:ext cx="2538828" cy="11189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FD61F-B4C5-4C5E-845A-63B1F27509FF}">
      <dsp:nvSpPr>
        <dsp:cNvPr id="0" name=""/>
        <dsp:cNvSpPr/>
      </dsp:nvSpPr>
      <dsp:spPr>
        <a:xfrm>
          <a:off x="2021780" y="1819533"/>
          <a:ext cx="2538828" cy="111893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Parasympathomimétiques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cholinomimétiques</a:t>
          </a:r>
          <a:endParaRPr lang="fr-FR" sz="1600" kern="1200" dirty="0"/>
        </a:p>
      </dsp:txBody>
      <dsp:txXfrm>
        <a:off x="2054552" y="1852305"/>
        <a:ext cx="2473284" cy="1053387"/>
      </dsp:txXfrm>
    </dsp:sp>
    <dsp:sp modelId="{5B7C61CA-B22D-4648-8221-EE0BC668A648}">
      <dsp:nvSpPr>
        <dsp:cNvPr id="0" name=""/>
        <dsp:cNvSpPr/>
      </dsp:nvSpPr>
      <dsp:spPr>
        <a:xfrm>
          <a:off x="1137521" y="3264942"/>
          <a:ext cx="1762096" cy="11189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526D6-5C39-4BCC-80AC-030EFFFF0AA8}">
      <dsp:nvSpPr>
        <dsp:cNvPr id="0" name=""/>
        <dsp:cNvSpPr/>
      </dsp:nvSpPr>
      <dsp:spPr>
        <a:xfrm>
          <a:off x="1333310" y="3450941"/>
          <a:ext cx="1762096" cy="111893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Directs </a:t>
          </a:r>
        </a:p>
      </dsp:txBody>
      <dsp:txXfrm>
        <a:off x="1366082" y="3483713"/>
        <a:ext cx="1696552" cy="1053387"/>
      </dsp:txXfrm>
    </dsp:sp>
    <dsp:sp modelId="{DCD0B80B-8094-4A39-A3C4-3503DD5ED30B}">
      <dsp:nvSpPr>
        <dsp:cNvPr id="0" name=""/>
        <dsp:cNvSpPr/>
      </dsp:nvSpPr>
      <dsp:spPr>
        <a:xfrm>
          <a:off x="3291194" y="3264942"/>
          <a:ext cx="1762096" cy="11189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EACD4-76CB-4298-8082-80AD71A446B5}">
      <dsp:nvSpPr>
        <dsp:cNvPr id="0" name=""/>
        <dsp:cNvSpPr/>
      </dsp:nvSpPr>
      <dsp:spPr>
        <a:xfrm>
          <a:off x="3486983" y="3450941"/>
          <a:ext cx="1762096" cy="111893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indirects</a:t>
          </a:r>
        </a:p>
      </dsp:txBody>
      <dsp:txXfrm>
        <a:off x="3519755" y="3483713"/>
        <a:ext cx="1696552" cy="1053387"/>
      </dsp:txXfrm>
    </dsp:sp>
    <dsp:sp modelId="{2AAA9440-4F36-4C89-9175-601BA302E468}">
      <dsp:nvSpPr>
        <dsp:cNvPr id="0" name=""/>
        <dsp:cNvSpPr/>
      </dsp:nvSpPr>
      <dsp:spPr>
        <a:xfrm>
          <a:off x="4756397" y="1633534"/>
          <a:ext cx="2414530" cy="11189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9C2045-E82D-4399-9706-19DB4AF735E5}">
      <dsp:nvSpPr>
        <dsp:cNvPr id="0" name=""/>
        <dsp:cNvSpPr/>
      </dsp:nvSpPr>
      <dsp:spPr>
        <a:xfrm>
          <a:off x="4952186" y="1819533"/>
          <a:ext cx="2414530" cy="111893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parasympatholytiques</a:t>
          </a:r>
        </a:p>
      </dsp:txBody>
      <dsp:txXfrm>
        <a:off x="4984958" y="1852305"/>
        <a:ext cx="2348986" cy="105338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933104-A77A-4BE0-9051-DBEB2239CD32}">
      <dsp:nvSpPr>
        <dsp:cNvPr id="0" name=""/>
        <dsp:cNvSpPr/>
      </dsp:nvSpPr>
      <dsp:spPr>
        <a:xfrm>
          <a:off x="1038" y="160459"/>
          <a:ext cx="3778738" cy="188936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directs</a:t>
          </a:r>
        </a:p>
      </dsp:txBody>
      <dsp:txXfrm>
        <a:off x="56376" y="215797"/>
        <a:ext cx="3668062" cy="1778693"/>
      </dsp:txXfrm>
    </dsp:sp>
    <dsp:sp modelId="{5EB6DEF6-C096-42C5-8E0A-64362EFE07D9}">
      <dsp:nvSpPr>
        <dsp:cNvPr id="0" name=""/>
        <dsp:cNvSpPr/>
      </dsp:nvSpPr>
      <dsp:spPr>
        <a:xfrm>
          <a:off x="378911" y="2049828"/>
          <a:ext cx="377873" cy="14170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7026"/>
              </a:lnTo>
              <a:lnTo>
                <a:pt x="377873" y="1417026"/>
              </a:lnTo>
            </a:path>
          </a:pathLst>
        </a:custGeom>
        <a:noFill/>
        <a:ln w="381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218FF6-F0DB-423E-B12A-AC194A01FC16}">
      <dsp:nvSpPr>
        <dsp:cNvPr id="0" name=""/>
        <dsp:cNvSpPr/>
      </dsp:nvSpPr>
      <dsp:spPr>
        <a:xfrm>
          <a:off x="756785" y="2522171"/>
          <a:ext cx="3022990" cy="18893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Sur les récepteurs</a:t>
          </a:r>
        </a:p>
      </dsp:txBody>
      <dsp:txXfrm>
        <a:off x="812123" y="2577509"/>
        <a:ext cx="2912314" cy="1778693"/>
      </dsp:txXfrm>
    </dsp:sp>
    <dsp:sp modelId="{98EF14FE-14CA-4DC9-B8AB-ABA0E9714EC6}">
      <dsp:nvSpPr>
        <dsp:cNvPr id="0" name=""/>
        <dsp:cNvSpPr/>
      </dsp:nvSpPr>
      <dsp:spPr>
        <a:xfrm>
          <a:off x="4724461" y="160459"/>
          <a:ext cx="3778738" cy="1889369"/>
        </a:xfrm>
        <a:prstGeom prst="roundRect">
          <a:avLst>
            <a:gd name="adj" fmla="val 10000"/>
          </a:avLst>
        </a:prstGeom>
        <a:solidFill>
          <a:schemeClr val="accent3">
            <a:hueOff val="17595341"/>
            <a:satOff val="-40088"/>
            <a:lumOff val="1608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indirects</a:t>
          </a:r>
        </a:p>
      </dsp:txBody>
      <dsp:txXfrm>
        <a:off x="4779799" y="215797"/>
        <a:ext cx="3668062" cy="1778693"/>
      </dsp:txXfrm>
    </dsp:sp>
    <dsp:sp modelId="{7B50106C-EC27-4DA5-B27B-4A6C06DFCBC4}">
      <dsp:nvSpPr>
        <dsp:cNvPr id="0" name=""/>
        <dsp:cNvSpPr/>
      </dsp:nvSpPr>
      <dsp:spPr>
        <a:xfrm>
          <a:off x="5102335" y="2049828"/>
          <a:ext cx="377873" cy="14170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7026"/>
              </a:lnTo>
              <a:lnTo>
                <a:pt x="377873" y="1417026"/>
              </a:lnTo>
            </a:path>
          </a:pathLst>
        </a:custGeom>
        <a:noFill/>
        <a:ln w="381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2A79F7-5D6A-44B9-8950-8753A6CBD9BB}">
      <dsp:nvSpPr>
        <dsp:cNvPr id="0" name=""/>
        <dsp:cNvSpPr/>
      </dsp:nvSpPr>
      <dsp:spPr>
        <a:xfrm>
          <a:off x="5480209" y="2522171"/>
          <a:ext cx="3022990" cy="18893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hueOff val="17595341"/>
              <a:satOff val="-40088"/>
              <a:lumOff val="160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 err="1"/>
            <a:t>anticholinéstérasiques</a:t>
          </a:r>
          <a:endParaRPr lang="fr-FR" sz="2300" kern="1200" dirty="0"/>
        </a:p>
      </dsp:txBody>
      <dsp:txXfrm>
        <a:off x="5535547" y="2577509"/>
        <a:ext cx="2912314" cy="177869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4618C-96AE-4722-B61D-B3660B0F918F}">
      <dsp:nvSpPr>
        <dsp:cNvPr id="0" name=""/>
        <dsp:cNvSpPr/>
      </dsp:nvSpPr>
      <dsp:spPr>
        <a:xfrm>
          <a:off x="4692643" y="2752466"/>
          <a:ext cx="1076836" cy="512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237"/>
              </a:lnTo>
              <a:lnTo>
                <a:pt x="1076836" y="349237"/>
              </a:lnTo>
              <a:lnTo>
                <a:pt x="1076836" y="512476"/>
              </a:lnTo>
            </a:path>
          </a:pathLst>
        </a:custGeom>
        <a:noFill/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55C63E-D635-40A3-BC80-6DFD17543BB9}">
      <dsp:nvSpPr>
        <dsp:cNvPr id="0" name=""/>
        <dsp:cNvSpPr/>
      </dsp:nvSpPr>
      <dsp:spPr>
        <a:xfrm>
          <a:off x="3615806" y="2752466"/>
          <a:ext cx="1076836" cy="512476"/>
        </a:xfrm>
        <a:custGeom>
          <a:avLst/>
          <a:gdLst/>
          <a:ahLst/>
          <a:cxnLst/>
          <a:rect l="0" t="0" r="0" b="0"/>
          <a:pathLst>
            <a:path>
              <a:moveTo>
                <a:pt x="1076836" y="0"/>
              </a:moveTo>
              <a:lnTo>
                <a:pt x="1076836" y="349237"/>
              </a:lnTo>
              <a:lnTo>
                <a:pt x="0" y="349237"/>
              </a:lnTo>
              <a:lnTo>
                <a:pt x="0" y="512476"/>
              </a:lnTo>
            </a:path>
          </a:pathLst>
        </a:custGeom>
        <a:noFill/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9D8361-30DF-4F28-B9A0-FE9305DEBE99}">
      <dsp:nvSpPr>
        <dsp:cNvPr id="0" name=""/>
        <dsp:cNvSpPr/>
      </dsp:nvSpPr>
      <dsp:spPr>
        <a:xfrm>
          <a:off x="3615806" y="1121058"/>
          <a:ext cx="1076836" cy="512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237"/>
              </a:lnTo>
              <a:lnTo>
                <a:pt x="1076836" y="349237"/>
              </a:lnTo>
              <a:lnTo>
                <a:pt x="1076836" y="512476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29BCA3-AE1F-4DF6-B0FB-85E78B51B04D}">
      <dsp:nvSpPr>
        <dsp:cNvPr id="0" name=""/>
        <dsp:cNvSpPr/>
      </dsp:nvSpPr>
      <dsp:spPr>
        <a:xfrm>
          <a:off x="2538969" y="1121058"/>
          <a:ext cx="1076836" cy="512476"/>
        </a:xfrm>
        <a:custGeom>
          <a:avLst/>
          <a:gdLst/>
          <a:ahLst/>
          <a:cxnLst/>
          <a:rect l="0" t="0" r="0" b="0"/>
          <a:pathLst>
            <a:path>
              <a:moveTo>
                <a:pt x="1076836" y="0"/>
              </a:moveTo>
              <a:lnTo>
                <a:pt x="1076836" y="349237"/>
              </a:lnTo>
              <a:lnTo>
                <a:pt x="0" y="349237"/>
              </a:lnTo>
              <a:lnTo>
                <a:pt x="0" y="512476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24FB88-DC9A-4B2E-9321-B60D02819AA8}">
      <dsp:nvSpPr>
        <dsp:cNvPr id="0" name=""/>
        <dsp:cNvSpPr/>
      </dsp:nvSpPr>
      <dsp:spPr>
        <a:xfrm>
          <a:off x="2734758" y="2127"/>
          <a:ext cx="1762096" cy="11189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EA612-2453-4ED3-B1DF-0432341C3C67}">
      <dsp:nvSpPr>
        <dsp:cNvPr id="0" name=""/>
        <dsp:cNvSpPr/>
      </dsp:nvSpPr>
      <dsp:spPr>
        <a:xfrm>
          <a:off x="2930546" y="188126"/>
          <a:ext cx="1762096" cy="11189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parasympatholytiques</a:t>
          </a:r>
        </a:p>
      </dsp:txBody>
      <dsp:txXfrm>
        <a:off x="2963318" y="220898"/>
        <a:ext cx="1696552" cy="1053387"/>
      </dsp:txXfrm>
    </dsp:sp>
    <dsp:sp modelId="{C67D682C-8486-4932-9336-5242836CE8F5}">
      <dsp:nvSpPr>
        <dsp:cNvPr id="0" name=""/>
        <dsp:cNvSpPr/>
      </dsp:nvSpPr>
      <dsp:spPr>
        <a:xfrm>
          <a:off x="1657921" y="1633534"/>
          <a:ext cx="1762096" cy="11189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E58AE-43C2-4F5B-B73B-F3B403C8592E}">
      <dsp:nvSpPr>
        <dsp:cNvPr id="0" name=""/>
        <dsp:cNvSpPr/>
      </dsp:nvSpPr>
      <dsp:spPr>
        <a:xfrm>
          <a:off x="1853710" y="1819533"/>
          <a:ext cx="1762096" cy="11189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dirty="0"/>
            <a:t>Atropine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 </a:t>
          </a:r>
        </a:p>
      </dsp:txBody>
      <dsp:txXfrm>
        <a:off x="1886482" y="1852305"/>
        <a:ext cx="1696552" cy="1053387"/>
      </dsp:txXfrm>
    </dsp:sp>
    <dsp:sp modelId="{455DFE02-549E-4089-822C-AE40FDA68C4D}">
      <dsp:nvSpPr>
        <dsp:cNvPr id="0" name=""/>
        <dsp:cNvSpPr/>
      </dsp:nvSpPr>
      <dsp:spPr>
        <a:xfrm>
          <a:off x="3811594" y="1633534"/>
          <a:ext cx="1762096" cy="11189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9CEE5-3F79-4CE7-890F-552A1F99350C}">
      <dsp:nvSpPr>
        <dsp:cNvPr id="0" name=""/>
        <dsp:cNvSpPr/>
      </dsp:nvSpPr>
      <dsp:spPr>
        <a:xfrm>
          <a:off x="4007383" y="1819533"/>
          <a:ext cx="1762096" cy="11189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Dérivés de l’atropine ( </a:t>
          </a:r>
          <a:r>
            <a:rPr lang="fr-FR" sz="1300" kern="1200" dirty="0" err="1"/>
            <a:t>atropiniques</a:t>
          </a:r>
          <a:r>
            <a:rPr lang="fr-FR" sz="1300" kern="1200" dirty="0"/>
            <a:t>)</a:t>
          </a:r>
        </a:p>
      </dsp:txBody>
      <dsp:txXfrm>
        <a:off x="4040155" y="1852305"/>
        <a:ext cx="1696552" cy="1053387"/>
      </dsp:txXfrm>
    </dsp:sp>
    <dsp:sp modelId="{7EA41444-6D7D-424A-8F27-E3BC5EE3CBF8}">
      <dsp:nvSpPr>
        <dsp:cNvPr id="0" name=""/>
        <dsp:cNvSpPr/>
      </dsp:nvSpPr>
      <dsp:spPr>
        <a:xfrm>
          <a:off x="2734758" y="3264942"/>
          <a:ext cx="1762096" cy="11189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AF4AD-AAAC-4086-8654-7C9D759DC020}">
      <dsp:nvSpPr>
        <dsp:cNvPr id="0" name=""/>
        <dsp:cNvSpPr/>
      </dsp:nvSpPr>
      <dsp:spPr>
        <a:xfrm>
          <a:off x="2930546" y="3450941"/>
          <a:ext cx="1762096" cy="11189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 err="1"/>
            <a:t>Dvés</a:t>
          </a:r>
          <a:r>
            <a:rPr lang="fr-FR" sz="1300" kern="1200" dirty="0"/>
            <a:t> naturels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dirty="0"/>
            <a:t>Scopolamine</a:t>
          </a:r>
        </a:p>
      </dsp:txBody>
      <dsp:txXfrm>
        <a:off x="2963318" y="3483713"/>
        <a:ext cx="1696552" cy="1053387"/>
      </dsp:txXfrm>
    </dsp:sp>
    <dsp:sp modelId="{3BF7A4F2-F590-4BD2-8119-61C47AE0F336}">
      <dsp:nvSpPr>
        <dsp:cNvPr id="0" name=""/>
        <dsp:cNvSpPr/>
      </dsp:nvSpPr>
      <dsp:spPr>
        <a:xfrm>
          <a:off x="4888431" y="3264942"/>
          <a:ext cx="1762096" cy="11189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F4827-BA71-4975-BC84-E37324F14047}">
      <dsp:nvSpPr>
        <dsp:cNvPr id="0" name=""/>
        <dsp:cNvSpPr/>
      </dsp:nvSpPr>
      <dsp:spPr>
        <a:xfrm>
          <a:off x="5084220" y="3450941"/>
          <a:ext cx="1762096" cy="11189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kern="1200" dirty="0" err="1"/>
            <a:t>Dvés</a:t>
          </a:r>
          <a:r>
            <a:rPr lang="fr-FR" sz="1300" b="0" kern="1200" dirty="0"/>
            <a:t> synthétiques</a:t>
          </a:r>
        </a:p>
      </dsp:txBody>
      <dsp:txXfrm>
        <a:off x="5116992" y="3483713"/>
        <a:ext cx="1696552" cy="10533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22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0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02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128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128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02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Titr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cxnSp>
        <p:nvCxnSpPr>
          <p:cNvPr id="8" name="Connecteur droit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space réservé de la date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Titr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32" name="Espace réservé du contenu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34" name="Espace réservé du contenu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du contenu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31" name="Titr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fr-FR"/>
              <a:t>Cliquez sur l'icône pour ajouter une image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24" name="Espace réservé de la date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7B756B0-C629-40C6-8C8B-66B988810EC0}" type="datetimeFigureOut">
              <a:rPr lang="fr-FR" smtClean="0"/>
              <a:pPr/>
              <a:t>26/02/2025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4B283594-FFC2-4698-85C9-238770E26752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itr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 /><Relationship Id="rId2" Type="http://schemas.openxmlformats.org/officeDocument/2006/relationships/diagramData" Target="../diagrams/data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3.xml" /><Relationship Id="rId5" Type="http://schemas.openxmlformats.org/officeDocument/2006/relationships/diagramColors" Target="../diagrams/colors3.xml" /><Relationship Id="rId4" Type="http://schemas.openxmlformats.org/officeDocument/2006/relationships/diagramQuickStyle" Target="../diagrams/quickStyle3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 /><Relationship Id="rId2" Type="http://schemas.openxmlformats.org/officeDocument/2006/relationships/diagramData" Target="../diagrams/data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4.xml" /><Relationship Id="rId5" Type="http://schemas.openxmlformats.org/officeDocument/2006/relationships/diagramColors" Target="../diagrams/colors4.xml" /><Relationship Id="rId4" Type="http://schemas.openxmlformats.org/officeDocument/2006/relationships/diagramQuickStyle" Target="../diagrams/quickStyle4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 /><Relationship Id="rId2" Type="http://schemas.openxmlformats.org/officeDocument/2006/relationships/diagramData" Target="../diagrams/data5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5.xml" /><Relationship Id="rId5" Type="http://schemas.openxmlformats.org/officeDocument/2006/relationships/diagramColors" Target="../diagrams/colors5.xml" /><Relationship Id="rId4" Type="http://schemas.openxmlformats.org/officeDocument/2006/relationships/diagramQuickStyle" Target="../diagrams/quickStyle5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 /><Relationship Id="rId2" Type="http://schemas.openxmlformats.org/officeDocument/2006/relationships/diagramData" Target="../diagrams/data6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6.xml" /><Relationship Id="rId5" Type="http://schemas.openxmlformats.org/officeDocument/2006/relationships/diagramColors" Target="../diagrams/colors6.xml" /><Relationship Id="rId4" Type="http://schemas.openxmlformats.org/officeDocument/2006/relationships/diagramQuickStyle" Target="../diagrams/quickStyle6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 /><Relationship Id="rId2" Type="http://schemas.openxmlformats.org/officeDocument/2006/relationships/diagramData" Target="../diagrams/data7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7.xml" /><Relationship Id="rId5" Type="http://schemas.openxmlformats.org/officeDocument/2006/relationships/diagramColors" Target="../diagrams/colors7.xml" /><Relationship Id="rId4" Type="http://schemas.openxmlformats.org/officeDocument/2006/relationships/diagramQuickStyle" Target="../diagrams/quickStyle7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 /><Relationship Id="rId3" Type="http://schemas.openxmlformats.org/officeDocument/2006/relationships/diagramLayout" Target="../diagrams/layout8.xml" /><Relationship Id="rId7" Type="http://schemas.openxmlformats.org/officeDocument/2006/relationships/diagramData" Target="../diagrams/data9.xml" /><Relationship Id="rId2" Type="http://schemas.openxmlformats.org/officeDocument/2006/relationships/diagramData" Target="../diagrams/data8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8.xml" /><Relationship Id="rId11" Type="http://schemas.microsoft.com/office/2007/relationships/diagramDrawing" Target="../diagrams/drawing9.xml" /><Relationship Id="rId5" Type="http://schemas.openxmlformats.org/officeDocument/2006/relationships/diagramColors" Target="../diagrams/colors8.xml" /><Relationship Id="rId10" Type="http://schemas.openxmlformats.org/officeDocument/2006/relationships/diagramColors" Target="../diagrams/colors9.xml" /><Relationship Id="rId4" Type="http://schemas.openxmlformats.org/officeDocument/2006/relationships/diagramQuickStyle" Target="../diagrams/quickStyle8.xml" /><Relationship Id="rId9" Type="http://schemas.openxmlformats.org/officeDocument/2006/relationships/diagramQuickStyle" Target="../diagrams/quickStyle9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 /><Relationship Id="rId2" Type="http://schemas.openxmlformats.org/officeDocument/2006/relationships/diagramData" Target="../diagrams/data10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0.xml" /><Relationship Id="rId5" Type="http://schemas.openxmlformats.org/officeDocument/2006/relationships/diagramColors" Target="../diagrams/colors10.xml" /><Relationship Id="rId4" Type="http://schemas.openxmlformats.org/officeDocument/2006/relationships/diagramQuickStyle" Target="../diagrams/quickStyle10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 /><Relationship Id="rId7" Type="http://schemas.microsoft.com/office/2007/relationships/diagramDrawing" Target="../diagrams/drawing11.xml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1.xml" /><Relationship Id="rId6" Type="http://schemas.openxmlformats.org/officeDocument/2006/relationships/diagramColors" Target="../diagrams/colors11.xml" /><Relationship Id="rId5" Type="http://schemas.openxmlformats.org/officeDocument/2006/relationships/diagramQuickStyle" Target="../diagrams/quickStyle11.xml" /><Relationship Id="rId4" Type="http://schemas.openxmlformats.org/officeDocument/2006/relationships/diagramLayout" Target="../diagrams/layout11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tags" Target="../tags/tag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 /><Relationship Id="rId2" Type="http://schemas.openxmlformats.org/officeDocument/2006/relationships/diagramData" Target="../diagrams/data1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2.xml" /><Relationship Id="rId5" Type="http://schemas.openxmlformats.org/officeDocument/2006/relationships/diagramColors" Target="../diagrams/colors12.xml" /><Relationship Id="rId4" Type="http://schemas.openxmlformats.org/officeDocument/2006/relationships/diagramQuickStyle" Target="../diagrams/quickStyle12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 /><Relationship Id="rId2" Type="http://schemas.openxmlformats.org/officeDocument/2006/relationships/diagramData" Target="../diagrams/data1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3.xml" /><Relationship Id="rId5" Type="http://schemas.openxmlformats.org/officeDocument/2006/relationships/diagramColors" Target="../diagrams/colors13.xml" /><Relationship Id="rId4" Type="http://schemas.openxmlformats.org/officeDocument/2006/relationships/diagramQuickStyle" Target="../diagrams/quickStyle13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 /><Relationship Id="rId2" Type="http://schemas.openxmlformats.org/officeDocument/2006/relationships/diagramData" Target="../diagrams/data1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4.xml" /><Relationship Id="rId5" Type="http://schemas.openxmlformats.org/officeDocument/2006/relationships/diagramColors" Target="../diagrams/colors14.xml" /><Relationship Id="rId4" Type="http://schemas.openxmlformats.org/officeDocument/2006/relationships/diagramQuickStyle" Target="../diagrams/quickStyle14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Dr </a:t>
            </a:r>
            <a:r>
              <a:rPr lang="fr-FR" dirty="0" err="1"/>
              <a:t>Bendaoud</a:t>
            </a:r>
            <a:r>
              <a:rPr lang="fr-FR" dirty="0"/>
              <a:t> 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 système nerveux autonome</a:t>
            </a:r>
          </a:p>
        </p:txBody>
      </p:sp>
    </p:spTree>
  </p:cSld>
  <p:clrMapOvr>
    <a:masterClrMapping/>
  </p:clrMapOvr>
  <p:transition advTm="3543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</a:t>
            </a:r>
          </a:p>
        </p:txBody>
      </p:sp>
      <p:sp>
        <p:nvSpPr>
          <p:cNvPr id="4" name="Rectangle à coins arrondis 3"/>
          <p:cNvSpPr/>
          <p:nvPr/>
        </p:nvSpPr>
        <p:spPr>
          <a:xfrm>
            <a:off x="2987824" y="1484784"/>
            <a:ext cx="288032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SNC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3059832" y="4077072"/>
            <a:ext cx="288032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SNP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5220072" y="2492896"/>
            <a:ext cx="0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3491880" y="2492896"/>
            <a:ext cx="0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à coins arrondis 18"/>
          <p:cNvSpPr/>
          <p:nvPr/>
        </p:nvSpPr>
        <p:spPr>
          <a:xfrm>
            <a:off x="1115616" y="2852936"/>
            <a:ext cx="2160240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Voie sensitive ( afférente)</a:t>
            </a:r>
          </a:p>
        </p:txBody>
      </p:sp>
      <p:sp>
        <p:nvSpPr>
          <p:cNvPr id="20" name="Rectangle à coins arrondis 19"/>
          <p:cNvSpPr/>
          <p:nvPr/>
        </p:nvSpPr>
        <p:spPr>
          <a:xfrm>
            <a:off x="5436096" y="2852936"/>
            <a:ext cx="2160240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Voie motrice( efférente)</a:t>
            </a:r>
          </a:p>
        </p:txBody>
      </p:sp>
      <p:sp>
        <p:nvSpPr>
          <p:cNvPr id="21" name="Ellipse 20"/>
          <p:cNvSpPr/>
          <p:nvPr/>
        </p:nvSpPr>
        <p:spPr>
          <a:xfrm>
            <a:off x="1979712" y="5229200"/>
            <a:ext cx="2016224" cy="1080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Somatique </a:t>
            </a:r>
          </a:p>
        </p:txBody>
      </p:sp>
      <p:sp>
        <p:nvSpPr>
          <p:cNvPr id="22" name="Ellipse 21"/>
          <p:cNvSpPr/>
          <p:nvPr/>
        </p:nvSpPr>
        <p:spPr>
          <a:xfrm>
            <a:off x="5004048" y="5157192"/>
            <a:ext cx="2016224" cy="1080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autonome</a:t>
            </a:r>
          </a:p>
        </p:txBody>
      </p:sp>
    </p:spTree>
  </p:cSld>
  <p:clrMapOvr>
    <a:masterClrMapping/>
  </p:clrMapOvr>
  <p:transition advTm="112366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229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  <p:transition advTm="3136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dirty="0"/>
              <a:t>2 neurones  : un neurone pré-ganglionnaire</a:t>
            </a:r>
          </a:p>
          <a:p>
            <a:pPr>
              <a:buNone/>
            </a:pPr>
            <a:r>
              <a:rPr lang="fr-FR" dirty="0"/>
              <a:t>                           un neurone post-ganglionnaire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Anatomie du SNA :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9945" y="2854821"/>
            <a:ext cx="6579641" cy="2734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20188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tlouche\Desktop\SNA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285728"/>
            <a:ext cx="6286544" cy="5879575"/>
          </a:xfrm>
          <a:prstGeom prst="rect">
            <a:avLst/>
          </a:prstGeom>
          <a:noFill/>
        </p:spPr>
      </p:pic>
    </p:spTree>
  </p:cSld>
  <p:clrMapOvr>
    <a:masterClrMapping/>
  </p:clrMapOvr>
  <p:transition advTm="84958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Les neurotransmetteurs </a:t>
            </a:r>
            <a:r>
              <a:rPr lang="fr-FR" dirty="0"/>
              <a:t>: </a:t>
            </a:r>
          </a:p>
        </p:txBody>
      </p:sp>
      <p:graphicFrame>
        <p:nvGraphicFramePr>
          <p:cNvPr id="5" name="Diagramme 4"/>
          <p:cNvGraphicFramePr/>
          <p:nvPr/>
        </p:nvGraphicFramePr>
        <p:xfrm>
          <a:off x="857224" y="1928802"/>
          <a:ext cx="692948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advTm="194154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 </a:t>
            </a:r>
            <a:r>
              <a:rPr lang="fr-FR" b="1" u="sng" dirty="0"/>
              <a:t>biochimie des neurotransmetteurs  :</a:t>
            </a:r>
          </a:p>
          <a:p>
            <a:pPr>
              <a:buNone/>
            </a:pPr>
            <a:r>
              <a:rPr lang="fr-FR" dirty="0"/>
              <a:t>Noradrénaline + adrénaline ( catécholamines) sont synthétisés à partir de la dopamine.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 système nerveux sympathique :</a:t>
            </a:r>
          </a:p>
        </p:txBody>
      </p:sp>
      <p:pic>
        <p:nvPicPr>
          <p:cNvPr id="3074" name="Picture 2" descr="C:\Users\atlouche\Desktop\catéch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9" y="2955032"/>
            <a:ext cx="6408711" cy="2922240"/>
          </a:xfrm>
          <a:prstGeom prst="rect">
            <a:avLst/>
          </a:prstGeom>
          <a:noFill/>
        </p:spPr>
      </p:pic>
    </p:spTree>
  </p:cSld>
  <p:clrMapOvr>
    <a:masterClrMapping/>
  </p:clrMapOvr>
  <p:transition advTm="124933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Apres libération des catécholamines dans la fente synaptique, elles seront récupérées par le phénomène de </a:t>
            </a:r>
            <a:r>
              <a:rPr lang="fr-FR" b="1" dirty="0"/>
              <a:t>recapture ( </a:t>
            </a:r>
            <a:r>
              <a:rPr lang="fr-FR" dirty="0"/>
              <a:t>pour être stockées ou bien dégradées par la MAO et la COMT).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endParaRPr lang="fr-FR" dirty="0"/>
          </a:p>
        </p:txBody>
      </p:sp>
      <p:pic>
        <p:nvPicPr>
          <p:cNvPr id="4098" name="Picture 2" descr="C:\Users\atlouche\Desktop\cycle catéch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3214686"/>
            <a:ext cx="6143668" cy="3214710"/>
          </a:xfrm>
          <a:prstGeom prst="rect">
            <a:avLst/>
          </a:prstGeom>
          <a:noFill/>
        </p:spPr>
      </p:pic>
    </p:spTree>
  </p:cSld>
  <p:clrMapOvr>
    <a:masterClrMapping/>
  </p:clrMapOvr>
  <p:transition advTm="172282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dégradation par MAO et  COMT </a:t>
            </a:r>
            <a:r>
              <a:rPr lang="fr-FR" dirty="0">
                <a:sym typeface="Wingdings" pitchFamily="2" charset="2"/>
              </a:rPr>
              <a:t> VMA (acide 3 </a:t>
            </a:r>
            <a:r>
              <a:rPr lang="fr-FR" dirty="0" err="1">
                <a:sym typeface="Wingdings" pitchFamily="2" charset="2"/>
              </a:rPr>
              <a:t>methoxy</a:t>
            </a:r>
            <a:r>
              <a:rPr lang="fr-FR" dirty="0">
                <a:sym typeface="Wingdings" pitchFamily="2" charset="2"/>
              </a:rPr>
              <a:t>- 4 </a:t>
            </a:r>
            <a:r>
              <a:rPr lang="fr-FR" dirty="0" err="1">
                <a:sym typeface="Wingdings" pitchFamily="2" charset="2"/>
              </a:rPr>
              <a:t>hydroxy</a:t>
            </a:r>
            <a:r>
              <a:rPr lang="fr-FR" dirty="0">
                <a:sym typeface="Wingdings" pitchFamily="2" charset="2"/>
              </a:rPr>
              <a:t> </a:t>
            </a:r>
            <a:r>
              <a:rPr lang="fr-FR" dirty="0" err="1">
                <a:sym typeface="Wingdings" pitchFamily="2" charset="2"/>
              </a:rPr>
              <a:t>mandilique</a:t>
            </a:r>
            <a:r>
              <a:rPr lang="fr-FR" dirty="0">
                <a:sym typeface="Wingdings" pitchFamily="2" charset="2"/>
              </a:rPr>
              <a:t>) </a:t>
            </a:r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  <p:transition advTm="5056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35352"/>
          </a:xfrm>
        </p:spPr>
        <p:txBody>
          <a:bodyPr/>
          <a:lstStyle/>
          <a:p>
            <a:pPr marL="571500" indent="-571500">
              <a:buFont typeface="+mj-lt"/>
              <a:buAutoNum type="romanUcPeriod" startAt="2"/>
            </a:pPr>
            <a:r>
              <a:rPr lang="fr-FR" dirty="0"/>
              <a:t>Les récepteurs adrénergiques :</a:t>
            </a:r>
          </a:p>
          <a:p>
            <a:pPr marL="571500" indent="-571500">
              <a:buNone/>
            </a:pPr>
            <a:endParaRPr lang="fr-FR" dirty="0"/>
          </a:p>
        </p:txBody>
      </p:sp>
      <p:graphicFrame>
        <p:nvGraphicFramePr>
          <p:cNvPr id="4" name="Diagramme 3"/>
          <p:cNvGraphicFramePr/>
          <p:nvPr/>
        </p:nvGraphicFramePr>
        <p:xfrm>
          <a:off x="1403648" y="1397000"/>
          <a:ext cx="621635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advTm="43927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63344"/>
          </a:xfrm>
        </p:spPr>
        <p:txBody>
          <a:bodyPr/>
          <a:lstStyle/>
          <a:p>
            <a:pPr marL="571500" indent="-571500">
              <a:buFont typeface="+mj-lt"/>
              <a:buAutoNum type="romanUcPeriod" startAt="3"/>
            </a:pPr>
            <a:r>
              <a:rPr lang="fr-FR" dirty="0"/>
              <a:t>Les effets du SNS :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683569" y="-71461"/>
          <a:ext cx="7416822" cy="7223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72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456">
                <a:tc>
                  <a:txBody>
                    <a:bodyPr/>
                    <a:lstStyle/>
                    <a:p>
                      <a:r>
                        <a:rPr lang="fr-FR" dirty="0"/>
                        <a:t>Effecteurs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Récepteurs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Effets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983">
                <a:tc>
                  <a:txBody>
                    <a:bodyPr/>
                    <a:lstStyle/>
                    <a:p>
                      <a:r>
                        <a:rPr lang="fr-FR" dirty="0"/>
                        <a:t>Vaisseaux sanguins</a:t>
                      </a:r>
                      <a:r>
                        <a:rPr lang="fr-FR" baseline="0" dirty="0"/>
                        <a:t> ( peau, glandes salivaires, tube digestif)</a:t>
                      </a:r>
                      <a:endParaRPr lang="fr-FR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pPr algn="ctr"/>
                      <a:r>
                        <a:rPr lang="el-GR" dirty="0"/>
                        <a:t>α</a:t>
                      </a:r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vasoconstriction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r>
                        <a:rPr lang="fr-FR" dirty="0"/>
                        <a:t>Sphincter urétral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Fermeture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r>
                        <a:rPr lang="fr-FR" dirty="0"/>
                        <a:t>Pupille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Mydriase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141">
                <a:tc>
                  <a:txBody>
                    <a:bodyPr/>
                    <a:lstStyle/>
                    <a:p>
                      <a:r>
                        <a:rPr lang="fr-FR" dirty="0"/>
                        <a:t>Membrane des axones adrénergiques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algn="ctr"/>
                      <a:r>
                        <a:rPr lang="el-GR" dirty="0"/>
                        <a:t>α</a:t>
                      </a:r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Inhibition de la libération de la noradrénaline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141">
                <a:tc>
                  <a:txBody>
                    <a:bodyPr/>
                    <a:lstStyle/>
                    <a:p>
                      <a:r>
                        <a:rPr lang="fr-FR" dirty="0"/>
                        <a:t>Cœur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pPr algn="ctr"/>
                      <a:r>
                        <a:rPr lang="el-GR" dirty="0"/>
                        <a:t>β</a:t>
                      </a:r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Augmentation de la fréquence et de la force contractile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r>
                        <a:rPr lang="fr-FR" dirty="0"/>
                        <a:t>Reins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Sécrétion de la rénine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50">
                <a:tc rowSpan="2">
                  <a:txBody>
                    <a:bodyPr/>
                    <a:lstStyle/>
                    <a:p>
                      <a:r>
                        <a:rPr lang="fr-FR" dirty="0"/>
                        <a:t>Tissu adipeux 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Lipolyse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24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fr-FR" dirty="0"/>
                        <a:t>Sécrétion de l’humeur aqueuse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050">
                <a:tc>
                  <a:txBody>
                    <a:bodyPr/>
                    <a:lstStyle/>
                    <a:p>
                      <a:r>
                        <a:rPr lang="fr-FR" dirty="0"/>
                        <a:t>Œil</a:t>
                      </a:r>
                      <a:r>
                        <a:rPr lang="fr-FR" baseline="0" dirty="0"/>
                        <a:t> </a:t>
                      </a:r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r>
                        <a:rPr lang="fr-FR" dirty="0"/>
                        <a:t>Vaisseaux 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pPr algn="ctr"/>
                      <a:r>
                        <a:rPr lang="el-GR" dirty="0"/>
                        <a:t>β</a:t>
                      </a:r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Vasodilatation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r>
                        <a:rPr lang="fr-FR" dirty="0"/>
                        <a:t>bronches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Bronchodilatation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0299">
                <a:tc>
                  <a:txBody>
                    <a:bodyPr/>
                    <a:lstStyle/>
                    <a:p>
                      <a:r>
                        <a:rPr lang="fr-FR" dirty="0"/>
                        <a:t>Utérus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Relâchement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456">
                <a:tc>
                  <a:txBody>
                    <a:bodyPr/>
                    <a:lstStyle/>
                    <a:p>
                      <a:r>
                        <a:rPr lang="fr-FR" dirty="0"/>
                        <a:t>Foie 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Glycogénolyse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Tm="282393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système parasympathique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fr-FR" dirty="0"/>
              <a:t>Le neurotransmetteur : </a:t>
            </a:r>
            <a:r>
              <a:rPr lang="fr-FR" b="1" dirty="0"/>
              <a:t>acétylcholine</a:t>
            </a:r>
          </a:p>
          <a:p>
            <a:pPr algn="ctr">
              <a:buNone/>
            </a:pPr>
            <a:r>
              <a:rPr lang="fr-FR" b="1" dirty="0"/>
              <a:t>Synthèse 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492896"/>
            <a:ext cx="6767220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fr-FR" b="1" dirty="0"/>
              <a:t>Dégradation</a:t>
            </a:r>
            <a:r>
              <a:rPr lang="fr-FR" dirty="0"/>
              <a:t> : </a:t>
            </a:r>
          </a:p>
          <a:p>
            <a:pPr algn="ctr">
              <a:buNone/>
            </a:pPr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82" y="2780928"/>
            <a:ext cx="7153026" cy="1162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fr-FR" b="1" dirty="0"/>
              <a:t>Récepteurs et localisations:</a:t>
            </a:r>
          </a:p>
        </p:txBody>
      </p:sp>
      <p:graphicFrame>
        <p:nvGraphicFramePr>
          <p:cNvPr id="4" name="Diagramme 3"/>
          <p:cNvGraphicFramePr/>
          <p:nvPr/>
        </p:nvGraphicFramePr>
        <p:xfrm>
          <a:off x="467544" y="231732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à coins arrondis 4"/>
          <p:cNvSpPr/>
          <p:nvPr/>
        </p:nvSpPr>
        <p:spPr>
          <a:xfrm>
            <a:off x="6804248" y="2636912"/>
            <a:ext cx="1800200" cy="12961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Récepteur lié à la P- G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6804248" y="4653136"/>
            <a:ext cx="1800200" cy="129614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Canal ionique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428604"/>
            <a:ext cx="8503920" cy="5670444"/>
          </a:xfrm>
        </p:spPr>
        <p:txBody>
          <a:bodyPr/>
          <a:lstStyle/>
          <a:p>
            <a:pPr algn="ctr">
              <a:buNone/>
            </a:pPr>
            <a:r>
              <a:rPr lang="fr-FR" b="1" dirty="0"/>
              <a:t>Les effets du système parasympathique</a:t>
            </a:r>
            <a:r>
              <a:rPr lang="fr-FR" dirty="0"/>
              <a:t>: </a:t>
            </a:r>
          </a:p>
          <a:p>
            <a:pPr algn="ctr">
              <a:buNone/>
            </a:pPr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500174"/>
            <a:ext cx="4393628" cy="471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4643438" y="1423254"/>
          <a:ext cx="4285108" cy="47203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57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318">
                <a:tc>
                  <a:txBody>
                    <a:bodyPr/>
                    <a:lstStyle/>
                    <a:p>
                      <a:r>
                        <a:rPr lang="fr-FR" dirty="0"/>
                        <a:t>Localisation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effets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r>
                        <a:rPr lang="fr-FR" b="1" dirty="0"/>
                        <a:t>Pupille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Myosis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r>
                        <a:rPr lang="fr-FR" b="1" dirty="0"/>
                        <a:t>Cœur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Ralentissement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r>
                        <a:rPr lang="fr-FR" b="1" dirty="0"/>
                        <a:t>Bronches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Bronchoconstriction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r>
                        <a:rPr lang="fr-FR" b="1" dirty="0"/>
                        <a:t>Tube digestif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Accélération</a:t>
                      </a:r>
                    </a:p>
                    <a:p>
                      <a:r>
                        <a:rPr lang="fr-FR" dirty="0"/>
                        <a:t>ouverture des sphincters</a:t>
                      </a:r>
                    </a:p>
                    <a:p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r>
                        <a:rPr lang="fr-FR" b="1" dirty="0"/>
                        <a:t>vessie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Contraction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r>
                        <a:rPr lang="fr-FR" b="1" dirty="0"/>
                        <a:t>Glandes salivaires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Stimulation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Les médicaments du système nerveux sympathique</a:t>
            </a:r>
          </a:p>
        </p:txBody>
      </p:sp>
    </p:spTree>
  </p:cSld>
  <p:clrMapOvr>
    <a:masterClrMapping/>
  </p:clrMapOvr>
  <p:transition advTm="5293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/>
              <a:t>Les récepteurs adrénergiques peuvent servir de cibles dans le traitement de certaines maladies.</a:t>
            </a:r>
          </a:p>
          <a:p>
            <a:pPr>
              <a:buNone/>
            </a:pPr>
            <a:r>
              <a:rPr lang="fr-FR" dirty="0"/>
              <a:t>Certains médicaments sont des </a:t>
            </a:r>
            <a:r>
              <a:rPr lang="fr-FR" b="1" dirty="0"/>
              <a:t>sympathomimétiques</a:t>
            </a:r>
            <a:r>
              <a:rPr lang="fr-FR" dirty="0"/>
              <a:t>, puisqu’ils stimulent le système sympathique, tandis que d’autres l’inhibent, ce sont les </a:t>
            </a:r>
            <a:r>
              <a:rPr lang="fr-FR" b="1" dirty="0"/>
              <a:t>sympatholytiques</a:t>
            </a:r>
            <a:r>
              <a:rPr lang="fr-FR" dirty="0"/>
              <a:t>.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  <p:transition advTm="5951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229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/>
            </a:pPr>
            <a:r>
              <a:rPr lang="fr-FR" dirty="0"/>
              <a:t>Les sympathomimétiques :</a:t>
            </a:r>
          </a:p>
        </p:txBody>
      </p:sp>
    </p:spTree>
  </p:cSld>
  <p:clrMapOvr>
    <a:masterClrMapping/>
  </p:clrMapOvr>
  <p:transition advTm="4926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229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1) Les sympathomimétiques directs :</a:t>
            </a:r>
          </a:p>
        </p:txBody>
      </p:sp>
    </p:spTree>
  </p:cSld>
  <p:clrMapOvr>
    <a:masterClrMapping/>
  </p:clrMapOvr>
  <p:transition advTm="18855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Ce sont des vasoconstricteurs </a:t>
            </a:r>
          </a:p>
          <a:p>
            <a:pPr>
              <a:buFontTx/>
              <a:buChar char="-"/>
            </a:pPr>
            <a:r>
              <a:rPr lang="fr-FR" b="1" dirty="0"/>
              <a:t>Décongestionnant nasal: </a:t>
            </a:r>
          </a:p>
          <a:p>
            <a:pPr>
              <a:buNone/>
            </a:pPr>
            <a:r>
              <a:rPr lang="fr-FR" dirty="0"/>
              <a:t>Local : </a:t>
            </a:r>
            <a:r>
              <a:rPr lang="fr-FR" b="1" dirty="0" err="1"/>
              <a:t>naphazoline</a:t>
            </a:r>
            <a:r>
              <a:rPr lang="fr-FR" b="1" dirty="0"/>
              <a:t> </a:t>
            </a:r>
          </a:p>
          <a:p>
            <a:pPr>
              <a:buNone/>
            </a:pPr>
            <a:r>
              <a:rPr lang="fr-FR" dirty="0"/>
              <a:t>Orale : </a:t>
            </a:r>
            <a:r>
              <a:rPr lang="fr-FR" b="1" dirty="0" err="1"/>
              <a:t>pseudoéphédrine</a:t>
            </a:r>
            <a:endParaRPr lang="fr-FR" b="1" dirty="0"/>
          </a:p>
          <a:p>
            <a:pPr>
              <a:buNone/>
            </a:pPr>
            <a:r>
              <a:rPr lang="fr-FR" b="1" dirty="0"/>
              <a:t>		</a:t>
            </a:r>
            <a:r>
              <a:rPr lang="fr-FR" b="1" dirty="0" err="1"/>
              <a:t>phényléphrine</a:t>
            </a:r>
            <a:endParaRPr lang="fr-FR" b="1" dirty="0"/>
          </a:p>
          <a:p>
            <a:pPr>
              <a:buNone/>
            </a:pPr>
            <a:r>
              <a:rPr lang="fr-FR" dirty="0"/>
              <a:t>                </a:t>
            </a:r>
          </a:p>
          <a:p>
            <a:pPr>
              <a:buNone/>
            </a:pPr>
            <a:r>
              <a:rPr lang="fr-FR" dirty="0"/>
              <a:t>		 risque de dépendance, nécrose, HTA, insomnie.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grpSp>
        <p:nvGrpSpPr>
          <p:cNvPr id="5" name="Groupe 4"/>
          <p:cNvGrpSpPr/>
          <p:nvPr/>
        </p:nvGrpSpPr>
        <p:grpSpPr>
          <a:xfrm>
            <a:off x="457200" y="525278"/>
            <a:ext cx="8229600" cy="815490"/>
            <a:chOff x="0" y="33457"/>
            <a:chExt cx="8229600" cy="815490"/>
          </a:xfrm>
        </p:grpSpPr>
        <p:sp>
          <p:nvSpPr>
            <p:cNvPr id="6" name="Rectangle à coins arrondis 5"/>
            <p:cNvSpPr/>
            <p:nvPr/>
          </p:nvSpPr>
          <p:spPr>
            <a:xfrm>
              <a:off x="0" y="33457"/>
              <a:ext cx="8229600" cy="8154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39809" y="73266"/>
              <a:ext cx="8149982" cy="7358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lvl="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l-GR" sz="3400" kern="1200" dirty="0"/>
                <a:t>α</a:t>
              </a:r>
              <a:r>
                <a:rPr lang="fr-FR" sz="3400" kern="1200" dirty="0"/>
                <a:t>1 stimulants</a:t>
              </a:r>
            </a:p>
          </p:txBody>
        </p:sp>
      </p:grpSp>
      <p:sp>
        <p:nvSpPr>
          <p:cNvPr id="9" name="Triangle isocèle 8"/>
          <p:cNvSpPr/>
          <p:nvPr/>
        </p:nvSpPr>
        <p:spPr>
          <a:xfrm>
            <a:off x="714348" y="4286256"/>
            <a:ext cx="504056" cy="576064"/>
          </a:xfrm>
          <a:prstGeom prst="triangle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!</a:t>
            </a:r>
          </a:p>
        </p:txBody>
      </p:sp>
    </p:spTree>
  </p:cSld>
  <p:clrMapOvr>
    <a:masterClrMapping/>
  </p:clrMapOvr>
  <p:transition advTm="7612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2452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/>
              <a:t>-  </a:t>
            </a:r>
            <a:r>
              <a:rPr lang="fr-FR" b="1" dirty="0" err="1"/>
              <a:t>Antihypotenseurs</a:t>
            </a:r>
            <a:r>
              <a:rPr lang="fr-FR" b="1" dirty="0"/>
              <a:t> :</a:t>
            </a:r>
          </a:p>
          <a:p>
            <a:r>
              <a:rPr lang="fr-FR" b="1" dirty="0"/>
              <a:t>Adrénaline</a:t>
            </a:r>
            <a:r>
              <a:rPr lang="fr-FR" dirty="0"/>
              <a:t> : </a:t>
            </a:r>
          </a:p>
          <a:p>
            <a:pPr>
              <a:buFontTx/>
              <a:buChar char="-"/>
            </a:pPr>
            <a:r>
              <a:rPr lang="fr-FR" dirty="0"/>
              <a:t>médicament « héroïque » dans les états de choc anaphylactiques. </a:t>
            </a:r>
          </a:p>
          <a:p>
            <a:pPr>
              <a:buNone/>
            </a:pPr>
            <a:r>
              <a:rPr lang="fr-FR" dirty="0"/>
              <a:t>Remarque :</a:t>
            </a:r>
          </a:p>
          <a:p>
            <a:pPr>
              <a:buFontTx/>
              <a:buChar char="-"/>
            </a:pPr>
            <a:r>
              <a:rPr lang="fr-FR" dirty="0"/>
              <a:t>En application locale : hémorragies de surface ( solution d’adrénaline 0.25mg/ml)</a:t>
            </a:r>
          </a:p>
          <a:p>
            <a:pPr>
              <a:buFontTx/>
              <a:buChar char="-"/>
            </a:pPr>
            <a:r>
              <a:rPr lang="fr-FR" dirty="0"/>
              <a:t>En association avec les anesthésiques locaux:  ( solution d’adrénaline 1/25000)</a:t>
            </a:r>
          </a:p>
          <a:p>
            <a:pPr>
              <a:buNone/>
            </a:pPr>
            <a:r>
              <a:rPr lang="fr-FR" dirty="0"/>
              <a:t>             </a:t>
            </a:r>
          </a:p>
          <a:p>
            <a:r>
              <a:rPr lang="fr-FR" b="1" dirty="0"/>
              <a:t>Ephédrine</a:t>
            </a:r>
            <a:r>
              <a:rPr lang="fr-FR" dirty="0"/>
              <a:t> : longue durée d’action</a:t>
            </a:r>
          </a:p>
          <a:p>
            <a:pPr>
              <a:buNone/>
            </a:pPr>
            <a:r>
              <a:rPr lang="fr-FR" dirty="0"/>
              <a:t>Utilisé dans le </a:t>
            </a:r>
            <a:r>
              <a:rPr lang="fr-FR" dirty="0" err="1"/>
              <a:t>trt</a:t>
            </a:r>
            <a:r>
              <a:rPr lang="fr-FR" dirty="0"/>
              <a:t> de l’hypotension au cours d’anesthésie</a:t>
            </a:r>
          </a:p>
          <a:p>
            <a:pPr>
              <a:buNone/>
            </a:pPr>
            <a:r>
              <a:rPr lang="fr-FR" dirty="0"/>
              <a:t>Action « amphétamine </a:t>
            </a:r>
            <a:r>
              <a:rPr lang="fr-FR" dirty="0" err="1"/>
              <a:t>like</a:t>
            </a:r>
            <a:r>
              <a:rPr lang="fr-FR" dirty="0"/>
              <a:t> » : risque de tolérance et de dépendance.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b="1" u="sng" dirty="0"/>
              <a:t>1) </a:t>
            </a:r>
            <a:r>
              <a:rPr lang="fr-FR" b="1" u="sng" dirty="0" err="1"/>
              <a:t>Isoprénaline</a:t>
            </a:r>
            <a:r>
              <a:rPr lang="fr-FR" dirty="0"/>
              <a:t> : (ISUPREL) ( </a:t>
            </a:r>
            <a:r>
              <a:rPr lang="el-GR" dirty="0">
                <a:latin typeface="Constantia"/>
              </a:rPr>
              <a:t>β</a:t>
            </a:r>
            <a:r>
              <a:rPr lang="fr-FR" dirty="0">
                <a:latin typeface="Constantia"/>
              </a:rPr>
              <a:t>1/</a:t>
            </a:r>
            <a:r>
              <a:rPr lang="el-GR" dirty="0">
                <a:latin typeface="Constantia"/>
              </a:rPr>
              <a:t>β</a:t>
            </a:r>
            <a:r>
              <a:rPr lang="fr-FR" dirty="0">
                <a:latin typeface="Constantia"/>
              </a:rPr>
              <a:t>2 stimulant) </a:t>
            </a:r>
          </a:p>
          <a:p>
            <a:pPr algn="ctr">
              <a:buNone/>
            </a:pPr>
            <a:r>
              <a:rPr lang="fr-FR" dirty="0">
                <a:latin typeface="Constantia"/>
              </a:rPr>
              <a:t>Actions pharmacologiques :</a:t>
            </a:r>
          </a:p>
          <a:p>
            <a:pPr>
              <a:buNone/>
            </a:pPr>
            <a:endParaRPr lang="fr-FR" dirty="0">
              <a:latin typeface="Constantia"/>
            </a:endParaRPr>
          </a:p>
          <a:p>
            <a:pPr>
              <a:buNone/>
            </a:pPr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4" name="Groupe 3"/>
          <p:cNvGrpSpPr/>
          <p:nvPr/>
        </p:nvGrpSpPr>
        <p:grpSpPr>
          <a:xfrm>
            <a:off x="457200" y="453270"/>
            <a:ext cx="8229600" cy="815490"/>
            <a:chOff x="0" y="2790517"/>
            <a:chExt cx="8229600" cy="815490"/>
          </a:xfrm>
        </p:grpSpPr>
        <p:sp>
          <p:nvSpPr>
            <p:cNvPr id="5" name="Rectangle à coins arrondis 4"/>
            <p:cNvSpPr/>
            <p:nvPr/>
          </p:nvSpPr>
          <p:spPr>
            <a:xfrm>
              <a:off x="0" y="2790517"/>
              <a:ext cx="8229600" cy="8154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angle 5"/>
            <p:cNvSpPr/>
            <p:nvPr/>
          </p:nvSpPr>
          <p:spPr>
            <a:xfrm>
              <a:off x="39809" y="2830326"/>
              <a:ext cx="8149982" cy="7358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9540" tIns="129540" rIns="129540" bIns="129540" numCol="1" spcCol="1270" anchor="ctr" anchorCtr="0">
              <a:noAutofit/>
            </a:bodyPr>
            <a:lstStyle/>
            <a:p>
              <a:pPr lvl="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l-GR" sz="3400" kern="1200" dirty="0">
                  <a:latin typeface="Constantia"/>
                </a:rPr>
                <a:t>β</a:t>
              </a:r>
              <a:r>
                <a:rPr lang="fr-FR" sz="3400" kern="1200" dirty="0"/>
                <a:t> stimulants</a:t>
              </a:r>
            </a:p>
          </p:txBody>
        </p:sp>
      </p:grpSp>
      <p:graphicFrame>
        <p:nvGraphicFramePr>
          <p:cNvPr id="7" name="Diagramme 6"/>
          <p:cNvGraphicFramePr/>
          <p:nvPr/>
        </p:nvGraphicFramePr>
        <p:xfrm>
          <a:off x="899592" y="2500306"/>
          <a:ext cx="7200800" cy="4517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Indications :</a:t>
            </a:r>
            <a:endParaRPr lang="fr-FR" i="1" dirty="0"/>
          </a:p>
          <a:p>
            <a:pPr>
              <a:buFontTx/>
              <a:buChar char="-"/>
            </a:pPr>
            <a:r>
              <a:rPr lang="fr-FR" i="1" dirty="0"/>
              <a:t>Choc </a:t>
            </a:r>
            <a:r>
              <a:rPr lang="fr-FR" i="1" dirty="0" err="1"/>
              <a:t>cardiogénique</a:t>
            </a:r>
            <a:endParaRPr lang="fr-FR" i="1" dirty="0"/>
          </a:p>
          <a:p>
            <a:r>
              <a:rPr lang="fr-FR" dirty="0"/>
              <a:t>Toxicité</a:t>
            </a:r>
            <a:r>
              <a:rPr lang="fr-FR" i="1" dirty="0"/>
              <a:t> : </a:t>
            </a:r>
          </a:p>
          <a:p>
            <a:pPr>
              <a:buFontTx/>
              <a:buChar char="-"/>
            </a:pPr>
            <a:r>
              <a:rPr lang="fr-FR" i="1" dirty="0"/>
              <a:t>Crise d’angor</a:t>
            </a:r>
          </a:p>
          <a:p>
            <a:pPr>
              <a:buFontTx/>
              <a:buChar char="-"/>
            </a:pPr>
            <a:r>
              <a:rPr lang="fr-FR" i="1" dirty="0"/>
              <a:t>Augmentation de la PA suivie d’une hypotension reflexe</a:t>
            </a:r>
          </a:p>
          <a:p>
            <a:pPr>
              <a:buFontTx/>
              <a:buChar char="-"/>
            </a:pPr>
            <a:r>
              <a:rPr lang="fr-FR" i="1" dirty="0"/>
              <a:t>Arythmie</a:t>
            </a:r>
          </a:p>
          <a:p>
            <a:pPr>
              <a:buFontTx/>
              <a:buChar char="-"/>
            </a:pPr>
            <a:r>
              <a:rPr lang="fr-FR" i="1" dirty="0"/>
              <a:t>Agitation, angoisse</a:t>
            </a:r>
          </a:p>
          <a:p>
            <a:pPr>
              <a:buNone/>
            </a:pPr>
            <a:r>
              <a:rPr lang="fr-FR" dirty="0"/>
              <a:t> 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/>
              <a:t>La </a:t>
            </a:r>
            <a:r>
              <a:rPr lang="fr-FR" b="1" dirty="0" err="1"/>
              <a:t>dobutamine</a:t>
            </a:r>
            <a:r>
              <a:rPr lang="fr-FR" b="1" dirty="0"/>
              <a:t> , dopamine: </a:t>
            </a:r>
            <a:r>
              <a:rPr lang="fr-FR" dirty="0"/>
              <a:t> </a:t>
            </a:r>
            <a:r>
              <a:rPr lang="el-GR" dirty="0">
                <a:latin typeface="Constantia"/>
              </a:rPr>
              <a:t>β</a:t>
            </a:r>
            <a:r>
              <a:rPr lang="fr-FR" dirty="0">
                <a:latin typeface="Constantia"/>
              </a:rPr>
              <a:t> 1 stimulant :</a:t>
            </a:r>
            <a:endParaRPr lang="fr-FR" dirty="0"/>
          </a:p>
          <a:p>
            <a:pPr>
              <a:buNone/>
            </a:pPr>
            <a:r>
              <a:rPr lang="fr-FR" dirty="0">
                <a:latin typeface="Constantia"/>
              </a:rPr>
              <a:t>Choc </a:t>
            </a:r>
            <a:r>
              <a:rPr lang="fr-FR" dirty="0" err="1">
                <a:latin typeface="Constantia"/>
              </a:rPr>
              <a:t>cardiogénique</a:t>
            </a:r>
            <a:r>
              <a:rPr lang="fr-FR" dirty="0">
                <a:latin typeface="Constantia"/>
              </a:rPr>
              <a:t> ( infarctus)</a:t>
            </a:r>
          </a:p>
          <a:p>
            <a:pPr>
              <a:buNone/>
            </a:pPr>
            <a:endParaRPr lang="fr-FR" dirty="0">
              <a:latin typeface="Constantia"/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2) Les </a:t>
            </a:r>
            <a:r>
              <a:rPr lang="el-GR" dirty="0">
                <a:latin typeface="Constantia"/>
              </a:rPr>
              <a:t>β</a:t>
            </a:r>
            <a:r>
              <a:rPr lang="fr-FR" dirty="0">
                <a:latin typeface="Constantia"/>
              </a:rPr>
              <a:t>2 stimulants :</a:t>
            </a:r>
          </a:p>
          <a:p>
            <a:pPr>
              <a:buNone/>
            </a:pPr>
            <a:r>
              <a:rPr lang="fr-FR" dirty="0">
                <a:latin typeface="Constantia"/>
              </a:rPr>
              <a:t>À faible dose :</a:t>
            </a:r>
          </a:p>
          <a:p>
            <a:pPr>
              <a:buNone/>
            </a:pPr>
            <a:r>
              <a:rPr lang="fr-FR" dirty="0">
                <a:latin typeface="Constantia"/>
              </a:rPr>
              <a:t> 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Diagramme 3"/>
          <p:cNvGraphicFramePr/>
          <p:nvPr/>
        </p:nvGraphicFramePr>
        <p:xfrm>
          <a:off x="-155848" y="2981176"/>
          <a:ext cx="6096000" cy="347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à coins arrondis 4"/>
          <p:cNvSpPr/>
          <p:nvPr/>
        </p:nvSpPr>
        <p:spPr>
          <a:xfrm>
            <a:off x="6444208" y="3645024"/>
            <a:ext cx="2232248" cy="1296144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À forte dose</a:t>
            </a:r>
          </a:p>
        </p:txBody>
      </p:sp>
      <p:graphicFrame>
        <p:nvGraphicFramePr>
          <p:cNvPr id="6" name="Diagramme 5"/>
          <p:cNvGraphicFramePr/>
          <p:nvPr/>
        </p:nvGraphicFramePr>
        <p:xfrm>
          <a:off x="-3448" y="2837160"/>
          <a:ext cx="6096000" cy="347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 animBg="1"/>
      <p:bldGraphic spid="6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Salbutamol</a:t>
            </a:r>
            <a:r>
              <a:rPr lang="fr-FR" dirty="0"/>
              <a:t> ( </a:t>
            </a:r>
            <a:r>
              <a:rPr lang="fr-FR" dirty="0" err="1"/>
              <a:t>ventoline</a:t>
            </a:r>
            <a:r>
              <a:rPr lang="fr-FR" dirty="0"/>
              <a:t> </a:t>
            </a:r>
            <a:r>
              <a:rPr lang="fr-FR" dirty="0">
                <a:latin typeface="Constantia"/>
              </a:rPr>
              <a:t>®)</a:t>
            </a:r>
          </a:p>
          <a:p>
            <a:pPr>
              <a:buNone/>
            </a:pPr>
            <a:r>
              <a:rPr lang="fr-FR" dirty="0">
                <a:latin typeface="Constantia"/>
              </a:rPr>
              <a:t>Traitement de l’asthme .</a:t>
            </a:r>
          </a:p>
          <a:p>
            <a:pPr>
              <a:buFontTx/>
              <a:buChar char="-"/>
            </a:pPr>
            <a:r>
              <a:rPr lang="fr-FR" dirty="0">
                <a:latin typeface="Constantia"/>
              </a:rPr>
              <a:t>Les contre-indications absolues des </a:t>
            </a:r>
            <a:r>
              <a:rPr lang="el-GR" dirty="0">
                <a:latin typeface="Constantia"/>
              </a:rPr>
              <a:t>β</a:t>
            </a:r>
            <a:r>
              <a:rPr lang="fr-FR" dirty="0">
                <a:latin typeface="Constantia"/>
              </a:rPr>
              <a:t> stimulants:</a:t>
            </a:r>
          </a:p>
          <a:p>
            <a:pPr>
              <a:buNone/>
            </a:pPr>
            <a:r>
              <a:rPr lang="fr-FR" dirty="0">
                <a:latin typeface="Constantia"/>
              </a:rPr>
              <a:t>Insuffisance coronariennes</a:t>
            </a:r>
          </a:p>
          <a:p>
            <a:pPr>
              <a:buNone/>
            </a:pPr>
            <a:r>
              <a:rPr lang="fr-FR" dirty="0">
                <a:latin typeface="Constantia"/>
              </a:rPr>
              <a:t>HTA</a:t>
            </a:r>
          </a:p>
          <a:p>
            <a:pPr>
              <a:buNone/>
            </a:pPr>
            <a:r>
              <a:rPr lang="fr-FR" dirty="0">
                <a:latin typeface="Constantia"/>
              </a:rPr>
              <a:t>Troubles du rythme</a:t>
            </a:r>
          </a:p>
          <a:p>
            <a:pPr>
              <a:buNone/>
            </a:pPr>
            <a:r>
              <a:rPr lang="fr-FR" dirty="0" err="1">
                <a:latin typeface="Constantia"/>
              </a:rPr>
              <a:t>Hyperthyroidies</a:t>
            </a:r>
            <a:endParaRPr lang="fr-FR" dirty="0">
              <a:latin typeface="Constantia"/>
            </a:endParaRPr>
          </a:p>
          <a:p>
            <a:pPr>
              <a:buNone/>
            </a:pPr>
            <a:r>
              <a:rPr lang="fr-FR" dirty="0">
                <a:latin typeface="Constantia"/>
              </a:rPr>
              <a:t>Hypoxie</a:t>
            </a:r>
          </a:p>
          <a:p>
            <a:pPr>
              <a:buNone/>
            </a:pPr>
            <a:r>
              <a:rPr lang="fr-FR" dirty="0">
                <a:latin typeface="Constantia"/>
              </a:rPr>
              <a:t>Association avec les IMAO, </a:t>
            </a:r>
            <a:r>
              <a:rPr lang="fr-FR" dirty="0" err="1">
                <a:latin typeface="Constantia"/>
              </a:rPr>
              <a:t>digitaliques</a:t>
            </a:r>
            <a:endParaRPr lang="fr-F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  <a:defRPr/>
            </a:pPr>
            <a:endParaRPr lang="fr-FR" dirty="0"/>
          </a:p>
          <a:p>
            <a:pPr lvl="0"/>
            <a:r>
              <a:rPr lang="fr-FR" dirty="0"/>
              <a:t>Augmentent la libération de la noradrénaline :  amphétamines</a:t>
            </a:r>
          </a:p>
          <a:p>
            <a:pPr lvl="0"/>
            <a:r>
              <a:rPr lang="fr-FR" dirty="0"/>
              <a:t>Inhibent sa recapture : ISRSA ( antidépresseurs)</a:t>
            </a:r>
          </a:p>
          <a:p>
            <a:pPr lvl="0"/>
            <a:r>
              <a:rPr lang="fr-FR" dirty="0"/>
              <a:t>Inhibent la dégradation: IMAO ( antidépresseurs)</a:t>
            </a:r>
          </a:p>
          <a:p>
            <a:pPr>
              <a:buNone/>
              <a:defRPr/>
            </a:pPr>
            <a:endParaRPr lang="fr-FR" dirty="0"/>
          </a:p>
          <a:p>
            <a:pPr>
              <a:buFont typeface="Wingdings" pitchFamily="2" charset="2"/>
              <a:buChar char="q"/>
              <a:defRPr/>
            </a:pPr>
            <a:r>
              <a:rPr lang="fr-FR" dirty="0"/>
              <a:t>l’intensité n’est pas proportionnelle à la dose administrée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fr-FR" dirty="0"/>
              <a:t> leurs effets sont plus long à s’établir mais plus durable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fr-FR" dirty="0"/>
              <a:t> l’administration répétée entraine une tachyphylaxie ( tolérance) et une dépendance.</a:t>
            </a:r>
          </a:p>
          <a:p>
            <a:pPr>
              <a:buNone/>
              <a:defRPr/>
            </a:pPr>
            <a:endParaRPr lang="fr-FR" dirty="0"/>
          </a:p>
          <a:p>
            <a:pPr>
              <a:buNone/>
              <a:defRPr/>
            </a:pPr>
            <a:endParaRPr lang="fr-FR" dirty="0"/>
          </a:p>
          <a:p>
            <a:pPr>
              <a:buNone/>
            </a:pPr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2) Les sympathomimétiques indirects 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sympatholytiques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Ce sont des médicaments qui se </a:t>
            </a:r>
            <a:r>
              <a:rPr lang="fr-FR" b="1" dirty="0"/>
              <a:t>fixent</a:t>
            </a:r>
            <a:r>
              <a:rPr lang="fr-FR" dirty="0"/>
              <a:t> sur les récepteurs adrénergiques et </a:t>
            </a:r>
            <a:r>
              <a:rPr lang="fr-FR" b="1" dirty="0"/>
              <a:t>empêchent</a:t>
            </a:r>
            <a:r>
              <a:rPr lang="fr-FR" dirty="0"/>
              <a:t> leur stimulation.</a:t>
            </a:r>
          </a:p>
        </p:txBody>
      </p:sp>
      <p:graphicFrame>
        <p:nvGraphicFramePr>
          <p:cNvPr id="4" name="Diagramme 3"/>
          <p:cNvGraphicFramePr/>
          <p:nvPr/>
        </p:nvGraphicFramePr>
        <p:xfrm>
          <a:off x="395536" y="2636912"/>
          <a:ext cx="67440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advTm="54756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I) Les </a:t>
            </a:r>
            <a:r>
              <a:rPr lang="el-GR" dirty="0">
                <a:latin typeface="Constantia"/>
              </a:rPr>
              <a:t>α</a:t>
            </a:r>
            <a:r>
              <a:rPr lang="fr-FR" dirty="0" err="1">
                <a:latin typeface="Constantia"/>
              </a:rPr>
              <a:t>lpha</a:t>
            </a:r>
            <a:r>
              <a:rPr lang="fr-FR" dirty="0">
                <a:latin typeface="Constantia"/>
              </a:rPr>
              <a:t> bloquants: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fr-FR" b="1" u="sng" dirty="0"/>
              <a:t>Les effets pharmacologiques :</a:t>
            </a:r>
          </a:p>
          <a:p>
            <a:pPr marL="514350" indent="-514350">
              <a:buNone/>
            </a:pPr>
            <a:r>
              <a:rPr lang="fr-FR" dirty="0"/>
              <a:t>Ils s’opposent aux effets </a:t>
            </a:r>
            <a:r>
              <a:rPr lang="el-GR" b="1" dirty="0">
                <a:latin typeface="Constantia"/>
              </a:rPr>
              <a:t>α</a:t>
            </a:r>
            <a:r>
              <a:rPr lang="fr-FR" b="1" dirty="0">
                <a:latin typeface="Constantia"/>
              </a:rPr>
              <a:t>1 </a:t>
            </a:r>
            <a:r>
              <a:rPr lang="fr-FR" dirty="0">
                <a:latin typeface="Constantia"/>
              </a:rPr>
              <a:t>de l’adrénaline : </a:t>
            </a:r>
            <a:r>
              <a:rPr lang="fr-FR" dirty="0" err="1">
                <a:latin typeface="Constantia"/>
              </a:rPr>
              <a:t>Prazosine</a:t>
            </a:r>
            <a:r>
              <a:rPr lang="fr-FR" dirty="0">
                <a:latin typeface="Constantia"/>
              </a:rPr>
              <a:t>, </a:t>
            </a:r>
            <a:r>
              <a:rPr lang="fr-FR" dirty="0" err="1">
                <a:latin typeface="Constantia"/>
              </a:rPr>
              <a:t>tamsulosine</a:t>
            </a:r>
            <a:endParaRPr lang="fr-FR" dirty="0"/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2113531172"/>
              </p:ext>
            </p:extLst>
          </p:nvPr>
        </p:nvGraphicFramePr>
        <p:xfrm>
          <a:off x="323528" y="762000"/>
          <a:ext cx="8334668" cy="7453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</p:cSld>
  <p:clrMapOvr>
    <a:masterClrMapping/>
  </p:clrMapOvr>
  <p:transition advTm="13658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II) Les </a:t>
            </a:r>
            <a:r>
              <a:rPr lang="el-GR" dirty="0">
                <a:latin typeface="Constantia"/>
              </a:rPr>
              <a:t>β</a:t>
            </a:r>
            <a:r>
              <a:rPr lang="fr-FR" dirty="0">
                <a:latin typeface="Constantia"/>
              </a:rPr>
              <a:t> bloquants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00175"/>
            <a:ext cx="8229600" cy="4900626"/>
          </a:xfrm>
        </p:spPr>
        <p:txBody>
          <a:bodyPr/>
          <a:lstStyle/>
          <a:p>
            <a:pPr>
              <a:buNone/>
            </a:pPr>
            <a:r>
              <a:rPr lang="fr-FR" dirty="0"/>
              <a:t>Ce sont des antagonistes des récepteurs </a:t>
            </a:r>
            <a:r>
              <a:rPr lang="el-GR" dirty="0">
                <a:latin typeface="Constantia"/>
              </a:rPr>
              <a:t>β</a:t>
            </a:r>
            <a:r>
              <a:rPr lang="fr-FR" dirty="0">
                <a:latin typeface="Constantia"/>
              </a:rPr>
              <a:t> : Propranolol, </a:t>
            </a:r>
            <a:r>
              <a:rPr lang="fr-FR" dirty="0" err="1">
                <a:latin typeface="Constantia"/>
              </a:rPr>
              <a:t>Timolol</a:t>
            </a:r>
            <a:r>
              <a:rPr lang="fr-FR" dirty="0">
                <a:latin typeface="Constantia"/>
              </a:rPr>
              <a:t>…</a:t>
            </a:r>
          </a:p>
          <a:p>
            <a:pPr>
              <a:buNone/>
            </a:pPr>
            <a:endParaRPr lang="fr-FR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226165"/>
              </p:ext>
            </p:extLst>
          </p:nvPr>
        </p:nvGraphicFramePr>
        <p:xfrm>
          <a:off x="285720" y="2348880"/>
          <a:ext cx="8572560" cy="4114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28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319">
                <a:tc>
                  <a:txBody>
                    <a:bodyPr/>
                    <a:lstStyle/>
                    <a:p>
                      <a:r>
                        <a:rPr lang="fr-FR" dirty="0"/>
                        <a:t>Organe</a:t>
                      </a:r>
                      <a:r>
                        <a:rPr lang="fr-FR" baseline="0" dirty="0"/>
                        <a:t> cible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effets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9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Effets cardiaques </a:t>
                      </a:r>
                      <a:r>
                        <a:rPr lang="el-GR" dirty="0"/>
                        <a:t>β</a:t>
                      </a:r>
                      <a:r>
                        <a:rPr lang="fr-FR" dirty="0"/>
                        <a:t>1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Ralentissent la fréquence cardiaque</a:t>
                      </a:r>
                    </a:p>
                    <a:p>
                      <a:r>
                        <a:rPr lang="fr-FR" dirty="0"/>
                        <a:t>Diminuent</a:t>
                      </a:r>
                      <a:r>
                        <a:rPr lang="fr-FR" baseline="0" dirty="0"/>
                        <a:t> la force contractile</a:t>
                      </a:r>
                    </a:p>
                    <a:p>
                      <a:r>
                        <a:rPr lang="fr-FR" baseline="0" dirty="0"/>
                        <a:t>Ralentissent la conduction dans le nœud auriculo-ventriculaire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4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Effets métaboliques </a:t>
                      </a:r>
                      <a:r>
                        <a:rPr lang="el-GR" dirty="0"/>
                        <a:t>β</a:t>
                      </a:r>
                      <a:r>
                        <a:rPr lang="fr-FR" dirty="0"/>
                        <a:t>2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Hypoglycémie</a:t>
                      </a:r>
                    </a:p>
                    <a:p>
                      <a:r>
                        <a:rPr lang="fr-FR" dirty="0"/>
                        <a:t>Modifications</a:t>
                      </a:r>
                      <a:r>
                        <a:rPr lang="fr-FR" baseline="0" dirty="0"/>
                        <a:t> des signes de l’hypoglycémie +++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0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Effets sur </a:t>
                      </a:r>
                      <a:r>
                        <a:rPr lang="fr-FR" dirty="0" err="1"/>
                        <a:t>bronchomotricité</a:t>
                      </a:r>
                      <a:r>
                        <a:rPr lang="fr-FR" dirty="0"/>
                        <a:t>  </a:t>
                      </a:r>
                      <a:r>
                        <a:rPr lang="el-GR" dirty="0"/>
                        <a:t>β</a:t>
                      </a:r>
                      <a:r>
                        <a:rPr lang="fr-FR" dirty="0"/>
                        <a:t>2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Bronchoconstriction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319">
                <a:tc>
                  <a:txBody>
                    <a:bodyPr/>
                    <a:lstStyle/>
                    <a:p>
                      <a:r>
                        <a:rPr lang="fr-FR" dirty="0"/>
                        <a:t>Effet sur la pression </a:t>
                      </a:r>
                      <a:r>
                        <a:rPr lang="fr-FR" dirty="0" err="1"/>
                        <a:t>intra-oculaire</a:t>
                      </a:r>
                      <a:r>
                        <a:rPr lang="fr-FR" dirty="0"/>
                        <a:t>  </a:t>
                      </a:r>
                      <a:r>
                        <a:rPr lang="el-GR" dirty="0"/>
                        <a:t>β</a:t>
                      </a:r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La réduisent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030">
                <a:tc>
                  <a:txBody>
                    <a:bodyPr/>
                    <a:lstStyle/>
                    <a:p>
                      <a:r>
                        <a:rPr lang="fr-FR" dirty="0"/>
                        <a:t>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dirty="0"/>
                        <a:t>Survenue de contractions utérines ( risque d’accouchement prématuré) </a:t>
                      </a:r>
                      <a:r>
                        <a:rPr lang="el-GR" dirty="0"/>
                        <a:t>β</a:t>
                      </a:r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Tm="23938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8640"/>
            <a:ext cx="7239000" cy="62670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u="sng" dirty="0">
                <a:solidFill>
                  <a:schemeClr val="bg1"/>
                </a:solidFill>
              </a:rPr>
              <a:t>d) Effets indésirables :</a:t>
            </a:r>
          </a:p>
          <a:p>
            <a:pPr>
              <a:buFont typeface="Wingdings" pitchFamily="2" charset="2"/>
              <a:buChar char="§"/>
            </a:pPr>
            <a:r>
              <a:rPr lang="fr-FR" dirty="0">
                <a:solidFill>
                  <a:schemeClr val="bg1"/>
                </a:solidFill>
              </a:rPr>
              <a:t>Troubles </a:t>
            </a:r>
            <a:r>
              <a:rPr lang="fr-FR" dirty="0" err="1">
                <a:solidFill>
                  <a:schemeClr val="bg1"/>
                </a:solidFill>
              </a:rPr>
              <a:t>gastro-duodénaux</a:t>
            </a:r>
            <a:endParaRPr lang="fr-FR" dirty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dirty="0">
                <a:solidFill>
                  <a:schemeClr val="bg1"/>
                </a:solidFill>
              </a:rPr>
              <a:t>Asthénie, tendance dépressive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Cauchemars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Bradycardie sévère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Bloc auriculo-ventriculaire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Aggravation du phénomène de Raynaud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Crise d’asthme++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Hypoglycémie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Risque d’accouchement prématuré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Chez le nouveau né: risque de syndrome de sevrage: bradycardie, détresse respiratoire et hypoglycémie.</a:t>
            </a:r>
          </a:p>
          <a:p>
            <a:pPr>
              <a:buNone/>
            </a:pPr>
            <a:endParaRPr lang="fr-FR" dirty="0"/>
          </a:p>
        </p:txBody>
      </p:sp>
    </p:spTree>
    <p:custDataLst>
      <p:tags r:id="rId1"/>
    </p:custDataLst>
  </p:cSld>
  <p:clrMapOvr>
    <a:masterClrMapping/>
  </p:clrMapOvr>
  <p:transition advTm="1204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u="sng" dirty="0"/>
              <a:t>III) Les alcaloïdes de l’ergot de seigle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 err="1"/>
              <a:t>Ergométrine</a:t>
            </a:r>
            <a:r>
              <a:rPr lang="fr-FR" dirty="0"/>
              <a:t>,  </a:t>
            </a:r>
            <a:r>
              <a:rPr lang="fr-FR" dirty="0" err="1"/>
              <a:t>méthylérgométrine</a:t>
            </a:r>
            <a:r>
              <a:rPr lang="fr-FR" dirty="0"/>
              <a:t> (METHERGIN)</a:t>
            </a:r>
          </a:p>
          <a:p>
            <a:pPr lvl="0"/>
            <a:r>
              <a:rPr lang="fr-FR" dirty="0"/>
              <a:t>Ergotamine (GYNERGENE) et </a:t>
            </a:r>
            <a:r>
              <a:rPr lang="fr-FR" dirty="0" err="1"/>
              <a:t>dihydroergotamine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Ce sont des </a:t>
            </a:r>
            <a:r>
              <a:rPr lang="fr-FR" b="1" dirty="0"/>
              <a:t>agonistes partiels </a:t>
            </a:r>
            <a:r>
              <a:rPr lang="fr-FR" dirty="0"/>
              <a:t>et des </a:t>
            </a:r>
            <a:r>
              <a:rPr lang="fr-FR" b="1" dirty="0"/>
              <a:t>antagonistes</a:t>
            </a:r>
            <a:r>
              <a:rPr lang="fr-FR" dirty="0"/>
              <a:t>:</a:t>
            </a:r>
          </a:p>
          <a:p>
            <a:pPr marL="0" lvl="0" indent="0">
              <a:buNone/>
            </a:pPr>
            <a:r>
              <a:rPr lang="fr-FR" dirty="0"/>
              <a:t> </a:t>
            </a:r>
          </a:p>
          <a:p>
            <a:pPr lvl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5D53A25-25AE-02A8-B5B2-78B6BAD5E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66" y="2940561"/>
            <a:ext cx="7608467" cy="3743268"/>
          </a:xfrm>
          <a:prstGeom prst="rect">
            <a:avLst/>
          </a:prstGeom>
        </p:spPr>
      </p:pic>
    </p:spTree>
  </p:cSld>
  <p:clrMapOvr>
    <a:masterClrMapping/>
  </p:clrMapOvr>
  <p:transition advTm="19007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Attention!!!</a:t>
            </a:r>
          </a:p>
          <a:p>
            <a:r>
              <a:rPr lang="fr-FR" dirty="0"/>
              <a:t>Risque d’avortement </a:t>
            </a:r>
          </a:p>
          <a:p>
            <a:r>
              <a:rPr lang="fr-FR" dirty="0"/>
              <a:t>Le grave danger des alcaloïdes de l’ergot de seigle: </a:t>
            </a:r>
            <a:r>
              <a:rPr lang="fr-FR" b="1" dirty="0"/>
              <a:t>ergotisme</a:t>
            </a:r>
            <a:r>
              <a:rPr lang="fr-FR" dirty="0"/>
              <a:t> : intoxication aigue :</a:t>
            </a:r>
          </a:p>
          <a:p>
            <a:pPr>
              <a:buNone/>
            </a:pPr>
            <a:r>
              <a:rPr lang="fr-FR" dirty="0"/>
              <a:t>-vomissements, diarrhées</a:t>
            </a:r>
          </a:p>
          <a:p>
            <a:pPr>
              <a:buFontTx/>
              <a:buChar char="-"/>
            </a:pPr>
            <a:r>
              <a:rPr lang="fr-FR" dirty="0"/>
              <a:t>Vasoconstriction sévère ( gangrène)</a:t>
            </a:r>
          </a:p>
          <a:p>
            <a:pPr>
              <a:buFontTx/>
              <a:buChar char="-"/>
            </a:pPr>
            <a:r>
              <a:rPr lang="fr-FR" dirty="0"/>
              <a:t>HTA</a:t>
            </a:r>
          </a:p>
          <a:p>
            <a:pPr>
              <a:buFontTx/>
              <a:buChar char="-"/>
            </a:pPr>
            <a:r>
              <a:rPr lang="fr-FR" dirty="0"/>
              <a:t>AVC</a:t>
            </a:r>
          </a:p>
        </p:txBody>
      </p:sp>
    </p:spTree>
  </p:cSld>
  <p:clrMapOvr>
    <a:masterClrMapping/>
  </p:clrMapOvr>
  <p:transition advTm="5890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Médicaments du </a:t>
            </a:r>
            <a:r>
              <a:rPr lang="fr-FR" dirty="0" err="1"/>
              <a:t>sys</a:t>
            </a:r>
            <a:r>
              <a:rPr lang="fr-FR" dirty="0"/>
              <a:t> parasympathique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sz="quarter" idx="1"/>
          </p:nvPr>
        </p:nvGraphicFramePr>
        <p:xfrm>
          <a:off x="301625" y="1527175"/>
          <a:ext cx="85042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I) Les </a:t>
            </a:r>
            <a:r>
              <a:rPr lang="fr-FR" dirty="0" err="1"/>
              <a:t>parasympathomimètiques</a:t>
            </a:r>
            <a:r>
              <a:rPr lang="fr-FR" dirty="0"/>
              <a:t> :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"/>
          </p:nvPr>
        </p:nvGraphicFramePr>
        <p:xfrm>
          <a:off x="301625" y="1527175"/>
          <a:ext cx="85042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a) Les parasympathomimétiques directs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fr-FR" dirty="0"/>
              <a:t> 2 types :</a:t>
            </a:r>
          </a:p>
          <a:p>
            <a:pPr>
              <a:buFontTx/>
              <a:buChar char="-"/>
            </a:pPr>
            <a:r>
              <a:rPr lang="fr-FR" b="1" dirty="0"/>
              <a:t>Esters de cholines: </a:t>
            </a:r>
            <a:r>
              <a:rPr lang="fr-FR" dirty="0" err="1"/>
              <a:t>méthacholine</a:t>
            </a:r>
            <a:r>
              <a:rPr lang="fr-FR" dirty="0"/>
              <a:t>, </a:t>
            </a:r>
            <a:r>
              <a:rPr lang="fr-FR" dirty="0" err="1"/>
              <a:t>carbachol</a:t>
            </a:r>
            <a:r>
              <a:rPr lang="fr-FR" dirty="0"/>
              <a:t> et </a:t>
            </a:r>
            <a:r>
              <a:rPr lang="fr-FR" dirty="0" err="1"/>
              <a:t>béthanécol</a:t>
            </a:r>
            <a:endParaRPr lang="fr-FR" dirty="0"/>
          </a:p>
          <a:p>
            <a:pPr>
              <a:buFontTx/>
              <a:buChar char="-"/>
            </a:pPr>
            <a:r>
              <a:rPr lang="fr-FR" b="1" dirty="0"/>
              <a:t>Les alcaloïdes : </a:t>
            </a:r>
            <a:r>
              <a:rPr lang="fr-FR" dirty="0"/>
              <a:t>pilocarpine ( collyres)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/>
              <a:t>Indications : glaucome à angle fermé</a:t>
            </a:r>
          </a:p>
          <a:p>
            <a:pPr>
              <a:buNone/>
            </a:pPr>
            <a:r>
              <a:rPr lang="fr-FR" dirty="0"/>
              <a:t>                         rétention urinaire : </a:t>
            </a:r>
            <a:r>
              <a:rPr lang="fr-FR" i="1" dirty="0" err="1"/>
              <a:t>béthanécol</a:t>
            </a:r>
            <a:endParaRPr lang="fr-FR" i="1" dirty="0"/>
          </a:p>
          <a:p>
            <a:pPr>
              <a:buNone/>
            </a:pPr>
            <a:r>
              <a:rPr lang="fr-FR" dirty="0"/>
              <a:t>                     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62" y="3357562"/>
            <a:ext cx="7056784" cy="3257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2976" y="-24"/>
            <a:ext cx="6821380" cy="314667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204913"/>
            <a:ext cx="6715172" cy="486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b) Les parasympathomimétiques indirects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Les</a:t>
            </a:r>
            <a:r>
              <a:rPr lang="fr-FR" dirty="0"/>
              <a:t> </a:t>
            </a:r>
            <a:r>
              <a:rPr lang="fr-FR" b="1" dirty="0" err="1"/>
              <a:t>anticholinestérasiques</a:t>
            </a:r>
            <a:r>
              <a:rPr lang="fr-FR" b="1" dirty="0"/>
              <a:t> réversibles</a:t>
            </a:r>
            <a:r>
              <a:rPr lang="fr-FR" dirty="0"/>
              <a:t> :</a:t>
            </a:r>
          </a:p>
          <a:p>
            <a:pPr>
              <a:buNone/>
            </a:pPr>
            <a:r>
              <a:rPr lang="fr-FR" dirty="0"/>
              <a:t>-  </a:t>
            </a:r>
            <a:r>
              <a:rPr lang="fr-FR" dirty="0" err="1"/>
              <a:t>Néostigmine</a:t>
            </a:r>
            <a:r>
              <a:rPr lang="fr-FR" dirty="0"/>
              <a:t> / </a:t>
            </a:r>
            <a:r>
              <a:rPr lang="fr-FR" dirty="0" err="1"/>
              <a:t>Pyridostigmine</a:t>
            </a: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 err="1"/>
              <a:t>Trt</a:t>
            </a:r>
            <a:r>
              <a:rPr lang="fr-FR" dirty="0"/>
              <a:t> de la myasthénie</a:t>
            </a:r>
          </a:p>
          <a:p>
            <a:pPr>
              <a:buNone/>
            </a:pPr>
            <a:endParaRPr lang="fr-FR" dirty="0"/>
          </a:p>
          <a:p>
            <a:pPr algn="ctr">
              <a:buFontTx/>
              <a:buChar char="-"/>
            </a:pPr>
            <a:r>
              <a:rPr lang="fr-FR" dirty="0" err="1"/>
              <a:t>Donépézil</a:t>
            </a:r>
            <a:r>
              <a:rPr lang="fr-FR" dirty="0"/>
              <a:t>, </a:t>
            </a:r>
            <a:r>
              <a:rPr lang="fr-FR" dirty="0" err="1"/>
              <a:t>Rivastigmine</a:t>
            </a:r>
            <a:r>
              <a:rPr lang="fr-FR" dirty="0"/>
              <a:t>, </a:t>
            </a:r>
            <a:r>
              <a:rPr lang="fr-FR" dirty="0" err="1"/>
              <a:t>Galantamine</a:t>
            </a:r>
            <a:r>
              <a:rPr lang="fr-FR" dirty="0"/>
              <a:t> ( traversent la BHE) </a:t>
            </a:r>
          </a:p>
          <a:p>
            <a:pPr>
              <a:buNone/>
            </a:pPr>
            <a:r>
              <a:rPr lang="fr-FR" dirty="0" err="1"/>
              <a:t>Trt</a:t>
            </a:r>
            <a:r>
              <a:rPr lang="fr-FR" dirty="0"/>
              <a:t> de la maladie d’</a:t>
            </a:r>
            <a:r>
              <a:rPr lang="fr-FR" dirty="0" err="1"/>
              <a:t>alzheimer</a:t>
            </a:r>
            <a:r>
              <a:rPr lang="fr-FR" dirty="0"/>
              <a:t> </a:t>
            </a:r>
          </a:p>
          <a:p>
            <a:pPr>
              <a:buNone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Remarque :</a:t>
            </a:r>
          </a:p>
          <a:p>
            <a:pPr>
              <a:buNone/>
            </a:pPr>
            <a:r>
              <a:rPr lang="fr-FR" dirty="0"/>
              <a:t>Les </a:t>
            </a:r>
            <a:r>
              <a:rPr lang="fr-FR" dirty="0" err="1"/>
              <a:t>anticholinéstérasiques</a:t>
            </a:r>
            <a:r>
              <a:rPr lang="fr-FR" dirty="0"/>
              <a:t> irréversibles sont utilisés comme insecticides dits organophosphorés.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Les effets indésirables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u="sng" dirty="0"/>
              <a:t>Les effets </a:t>
            </a:r>
            <a:r>
              <a:rPr lang="fr-FR" u="sng" dirty="0" err="1"/>
              <a:t>muscariniques</a:t>
            </a:r>
            <a:r>
              <a:rPr lang="fr-FR" u="sng" dirty="0"/>
              <a:t> :</a:t>
            </a:r>
          </a:p>
          <a:p>
            <a:pPr>
              <a:buFontTx/>
              <a:buChar char="-"/>
            </a:pPr>
            <a:r>
              <a:rPr lang="fr-FR" dirty="0"/>
              <a:t>cardio-vasculaire: bradycardie, syncope, accentuation d’une insuffisance cardiaque</a:t>
            </a:r>
          </a:p>
          <a:p>
            <a:pPr>
              <a:buFontTx/>
              <a:buChar char="-"/>
            </a:pPr>
            <a:r>
              <a:rPr lang="fr-FR" dirty="0"/>
              <a:t>Bronchique: crise d’asthme, bronchospasme </a:t>
            </a:r>
            <a:r>
              <a:rPr lang="fr-FR" dirty="0">
                <a:solidFill>
                  <a:srgbClr val="FF0000"/>
                </a:solidFill>
              </a:rPr>
              <a:t>( contre indication en cas d’asthme)</a:t>
            </a:r>
          </a:p>
          <a:p>
            <a:pPr>
              <a:buFontTx/>
              <a:buChar char="-"/>
            </a:pPr>
            <a:r>
              <a:rPr lang="fr-FR" dirty="0"/>
              <a:t>Tube digestif: spasmes digestifs, diarrhées, nausées, vomissements, </a:t>
            </a:r>
            <a:r>
              <a:rPr lang="fr-FR" dirty="0" err="1"/>
              <a:t>hypersalivation</a:t>
            </a:r>
            <a:r>
              <a:rPr lang="fr-FR" dirty="0"/>
              <a:t>.</a:t>
            </a:r>
          </a:p>
          <a:p>
            <a:pPr>
              <a:buFontTx/>
              <a:buChar char="-"/>
            </a:pPr>
            <a:r>
              <a:rPr lang="fr-FR" dirty="0"/>
              <a:t>Oculaire: myosis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u="sng" dirty="0"/>
              <a:t>Les effets nicotiniques: </a:t>
            </a:r>
          </a:p>
          <a:p>
            <a:pPr>
              <a:buFontTx/>
              <a:buChar char="-"/>
            </a:pPr>
            <a:r>
              <a:rPr lang="fr-FR" dirty="0"/>
              <a:t>Crampes</a:t>
            </a:r>
          </a:p>
          <a:p>
            <a:pPr>
              <a:buFontTx/>
              <a:buChar char="-"/>
            </a:pPr>
            <a:r>
              <a:rPr lang="fr-FR" dirty="0"/>
              <a:t>Céphalées, états dépressifs.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II) Les médicaments parasympatholytiques 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"/>
          </p:nvPr>
        </p:nvGraphicFramePr>
        <p:xfrm>
          <a:off x="301625" y="1527175"/>
          <a:ext cx="85042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A) Atropine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fr-FR" dirty="0"/>
              <a:t>Atropine ou L-</a:t>
            </a:r>
            <a:r>
              <a:rPr lang="fr-FR" dirty="0" err="1"/>
              <a:t>hyoscyamine</a:t>
            </a:r>
            <a:endParaRPr lang="fr-FR" dirty="0"/>
          </a:p>
          <a:p>
            <a:pPr algn="ctr">
              <a:buNone/>
            </a:pPr>
            <a:r>
              <a:rPr lang="fr-FR" dirty="0" err="1"/>
              <a:t>Inj</a:t>
            </a:r>
            <a:r>
              <a:rPr lang="fr-FR" dirty="0"/>
              <a:t>: SM/SC/IV</a:t>
            </a:r>
          </a:p>
          <a:p>
            <a:pPr algn="ctr">
              <a:buNone/>
            </a:pPr>
            <a:r>
              <a:rPr lang="fr-FR" dirty="0"/>
              <a:t>Collyres </a:t>
            </a:r>
          </a:p>
          <a:p>
            <a:pPr marL="514350" indent="-514350" algn="ctr">
              <a:buNone/>
            </a:pPr>
            <a:r>
              <a:rPr lang="fr-FR" dirty="0"/>
              <a:t>Alcaloïde de la belladone ( </a:t>
            </a:r>
            <a:r>
              <a:rPr lang="fr-FR" i="1" dirty="0"/>
              <a:t>Atropa </a:t>
            </a:r>
            <a:r>
              <a:rPr lang="fr-FR" i="1" dirty="0" err="1"/>
              <a:t>belladona</a:t>
            </a:r>
            <a:r>
              <a:rPr lang="fr-FR" dirty="0"/>
              <a:t>)</a:t>
            </a:r>
          </a:p>
        </p:txBody>
      </p:sp>
      <p:pic>
        <p:nvPicPr>
          <p:cNvPr id="4" name="Picture 2" descr="E: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7554" y="3714752"/>
            <a:ext cx="1860473" cy="23042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260648"/>
            <a:ext cx="8503920" cy="5838400"/>
          </a:xfrm>
        </p:spPr>
        <p:txBody>
          <a:bodyPr/>
          <a:lstStyle/>
          <a:p>
            <a:pPr algn="ctr">
              <a:buNone/>
            </a:pPr>
            <a:r>
              <a:rPr lang="fr-FR" b="1" u="sng" dirty="0"/>
              <a:t>Actions pharmacologiques :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642910" y="1180425"/>
          <a:ext cx="7786742" cy="508876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3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97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Localisation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effets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351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Pupille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Mydriase</a:t>
                      </a:r>
                    </a:p>
                    <a:p>
                      <a:r>
                        <a:rPr lang="fr-FR" dirty="0"/>
                        <a:t>Hypertonie </a:t>
                      </a:r>
                    </a:p>
                    <a:p>
                      <a:r>
                        <a:rPr lang="fr-FR" dirty="0"/>
                        <a:t>Troubles de l’accommodation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977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Cœur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Accélération</a:t>
                      </a:r>
                      <a:r>
                        <a:rPr lang="fr-FR" baseline="0" dirty="0"/>
                        <a:t>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46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Bronches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Bronchodilatation</a:t>
                      </a:r>
                      <a:endParaRPr lang="fr-FR" dirty="0"/>
                    </a:p>
                    <a:p>
                      <a:r>
                        <a:rPr lang="fr-FR" dirty="0"/>
                        <a:t>Inhibition</a:t>
                      </a:r>
                      <a:r>
                        <a:rPr lang="fr-FR" baseline="0" dirty="0"/>
                        <a:t> de la sécrétion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5351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Tube digestif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Diminution de la sécrétion</a:t>
                      </a:r>
                      <a:r>
                        <a:rPr lang="fr-FR" baseline="0" dirty="0"/>
                        <a:t> basale</a:t>
                      </a:r>
                    </a:p>
                    <a:p>
                      <a:r>
                        <a:rPr lang="fr-FR" baseline="0" dirty="0"/>
                        <a:t>Action spasmolytique</a:t>
                      </a:r>
                      <a:endParaRPr lang="fr-FR" dirty="0"/>
                    </a:p>
                    <a:p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977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vessie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Relâchement</a:t>
                      </a:r>
                      <a:r>
                        <a:rPr lang="fr-FR" baseline="0" dirty="0"/>
                        <a:t>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977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Glandes salivaires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Inhibition</a:t>
                      </a:r>
                      <a:r>
                        <a:rPr lang="fr-FR" baseline="0" dirty="0"/>
                        <a:t>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977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Effets centraux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Agitation, désorientation,</a:t>
                      </a:r>
                      <a:r>
                        <a:rPr lang="fr-FR" baseline="0" dirty="0"/>
                        <a:t> hallucination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B) Les dérivés de l’Atropine: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fr-FR" u="sng" dirty="0"/>
              <a:t>Les dérivés naturels : </a:t>
            </a:r>
          </a:p>
          <a:p>
            <a:pPr marL="514350" indent="-514350" algn="ctr">
              <a:buNone/>
            </a:pPr>
            <a:r>
              <a:rPr lang="fr-FR" b="1" dirty="0"/>
              <a:t>SCOPOLAMINE</a:t>
            </a:r>
          </a:p>
          <a:p>
            <a:pPr marL="514350" indent="-514350">
              <a:buNone/>
            </a:pPr>
            <a:r>
              <a:rPr lang="fr-FR" b="1" dirty="0"/>
              <a:t>				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Propriétés voisine à l’atropine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Les effets centraux sont plus marqués (sédation)</a:t>
            </a:r>
          </a:p>
          <a:p>
            <a:pPr>
              <a:buFont typeface="Wingdings" pitchFamily="2" charset="2"/>
              <a:buChar char="§"/>
            </a:pPr>
            <a:r>
              <a:rPr lang="fr-FR" dirty="0"/>
              <a:t>utilisé dans le mal de transport</a:t>
            </a:r>
          </a:p>
          <a:p>
            <a:pPr marL="514350" indent="-514350">
              <a:buNone/>
            </a:pPr>
            <a:r>
              <a:rPr lang="fr-FR" b="1" dirty="0"/>
              <a:t> </a:t>
            </a:r>
            <a:endParaRPr lang="fr-FR" dirty="0"/>
          </a:p>
          <a:p>
            <a:pPr marL="514350" indent="-514350"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B) Les dérivés de l’Atropine: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/>
              <a:t>2) </a:t>
            </a:r>
            <a:r>
              <a:rPr lang="fr-FR" u="sng" dirty="0"/>
              <a:t>Les dérivés synthétiques :</a:t>
            </a:r>
          </a:p>
          <a:p>
            <a:pPr>
              <a:buFont typeface="Wingdings" pitchFamily="2" charset="2"/>
              <a:buChar char="q"/>
            </a:pPr>
            <a:r>
              <a:rPr lang="fr-FR" dirty="0"/>
              <a:t> Les amines tertiaires:</a:t>
            </a:r>
          </a:p>
          <a:p>
            <a:pPr>
              <a:buNone/>
            </a:pPr>
            <a:r>
              <a:rPr lang="fr-FR" dirty="0" err="1"/>
              <a:t>Trimébutine</a:t>
            </a:r>
            <a:r>
              <a:rPr lang="fr-FR" dirty="0"/>
              <a:t> (</a:t>
            </a:r>
            <a:r>
              <a:rPr lang="fr-FR" dirty="0" err="1"/>
              <a:t>débridat</a:t>
            </a:r>
            <a:r>
              <a:rPr lang="fr-FR" dirty="0"/>
              <a:t>)</a:t>
            </a:r>
          </a:p>
          <a:p>
            <a:pPr>
              <a:buNone/>
            </a:pPr>
            <a:r>
              <a:rPr lang="fr-FR" dirty="0" err="1"/>
              <a:t>Buzépide</a:t>
            </a:r>
            <a:r>
              <a:rPr lang="fr-FR" dirty="0"/>
              <a:t> (</a:t>
            </a:r>
            <a:r>
              <a:rPr lang="fr-FR" dirty="0" err="1"/>
              <a:t>dénoral</a:t>
            </a:r>
            <a:r>
              <a:rPr lang="fr-FR" dirty="0"/>
              <a:t>)</a:t>
            </a:r>
          </a:p>
          <a:p>
            <a:pPr>
              <a:buNone/>
            </a:pPr>
            <a:r>
              <a:rPr lang="fr-FR" dirty="0" err="1"/>
              <a:t>Mébévérine</a:t>
            </a:r>
            <a:r>
              <a:rPr lang="fr-FR" dirty="0"/>
              <a:t> (</a:t>
            </a:r>
            <a:r>
              <a:rPr lang="fr-FR" dirty="0" err="1"/>
              <a:t>duspatalin</a:t>
            </a:r>
            <a:r>
              <a:rPr lang="fr-FR" dirty="0"/>
              <a:t>)</a:t>
            </a:r>
          </a:p>
          <a:p>
            <a:pPr>
              <a:buNone/>
            </a:pPr>
            <a:r>
              <a:rPr lang="fr-FR" dirty="0" err="1"/>
              <a:t>Oxybutynine</a:t>
            </a:r>
            <a:r>
              <a:rPr lang="fr-FR" dirty="0"/>
              <a:t> (</a:t>
            </a:r>
            <a:r>
              <a:rPr lang="fr-FR" dirty="0" err="1"/>
              <a:t>ditropan</a:t>
            </a:r>
            <a:r>
              <a:rPr lang="fr-FR" dirty="0"/>
              <a:t>)</a:t>
            </a:r>
          </a:p>
          <a:p>
            <a:pPr>
              <a:buNone/>
            </a:pPr>
            <a:r>
              <a:rPr lang="fr-FR" dirty="0" err="1"/>
              <a:t>Tropicamide</a:t>
            </a:r>
            <a:r>
              <a:rPr lang="fr-FR" dirty="0"/>
              <a:t> </a:t>
            </a:r>
            <a:r>
              <a:rPr lang="fr-FR" i="1" dirty="0" err="1"/>
              <a:t>mydriaticum</a:t>
            </a:r>
            <a:endParaRPr lang="fr-FR" dirty="0"/>
          </a:p>
          <a:p>
            <a:pPr>
              <a:buFont typeface="Wingdings" pitchFamily="2" charset="2"/>
              <a:buChar char="q"/>
            </a:pPr>
            <a:r>
              <a:rPr lang="fr-FR" dirty="0"/>
              <a:t> les ammonium quaternaires: ( meilleurs spasmolytiques)</a:t>
            </a:r>
          </a:p>
          <a:p>
            <a:pPr>
              <a:buNone/>
            </a:pPr>
            <a:r>
              <a:rPr lang="fr-FR" dirty="0" err="1"/>
              <a:t>Prifinium</a:t>
            </a:r>
            <a:r>
              <a:rPr lang="fr-FR" dirty="0"/>
              <a:t> bromure ( </a:t>
            </a:r>
            <a:r>
              <a:rPr lang="fr-FR" dirty="0" err="1"/>
              <a:t>riabal</a:t>
            </a:r>
            <a:r>
              <a:rPr lang="fr-FR" dirty="0"/>
              <a:t> )</a:t>
            </a:r>
          </a:p>
          <a:p>
            <a:pPr>
              <a:buNone/>
            </a:pPr>
            <a:r>
              <a:rPr lang="fr-FR" dirty="0" err="1"/>
              <a:t>Tiémonium</a:t>
            </a:r>
            <a:r>
              <a:rPr lang="fr-FR" dirty="0"/>
              <a:t> </a:t>
            </a:r>
            <a:r>
              <a:rPr lang="fr-FR" dirty="0" err="1"/>
              <a:t>métilsulfate</a:t>
            </a:r>
            <a:r>
              <a:rPr lang="fr-FR" dirty="0"/>
              <a:t> ( </a:t>
            </a:r>
            <a:r>
              <a:rPr lang="fr-FR" dirty="0" err="1"/>
              <a:t>viscéralgine</a:t>
            </a:r>
            <a:r>
              <a:rPr lang="fr-FR" dirty="0"/>
              <a:t>)</a:t>
            </a:r>
          </a:p>
          <a:p>
            <a:pPr>
              <a:buNone/>
            </a:pPr>
            <a:r>
              <a:rPr lang="fr-FR" dirty="0" err="1"/>
              <a:t>Pinavérium</a:t>
            </a:r>
            <a:r>
              <a:rPr lang="fr-FR" dirty="0"/>
              <a:t> bromure ( </a:t>
            </a:r>
            <a:r>
              <a:rPr lang="fr-FR" dirty="0" err="1"/>
              <a:t>dicetel</a:t>
            </a:r>
            <a:r>
              <a:rPr lang="fr-FR" dirty="0"/>
              <a:t>)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u="sng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IV) Effets indésirables et contre-indications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sz="quarter" idx="1"/>
          </p:nvPr>
        </p:nvGraphicFramePr>
        <p:xfrm>
          <a:off x="301625" y="1527175"/>
          <a:ext cx="3694311" cy="4414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94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Effets indésirables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Sécheresse de la bouche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Hyperthermie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Sécrétions bronchiques épaisses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Mydriase, hypertonie oculaire risque de glaucome aigue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Accélération du rythme cardiaque </a:t>
                      </a:r>
                    </a:p>
                    <a:p>
                      <a:r>
                        <a:rPr lang="fr-FR" dirty="0"/>
                        <a:t>Risque d’angor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Rétention urinaire lors</a:t>
                      </a:r>
                      <a:r>
                        <a:rPr lang="fr-FR" baseline="0" dirty="0"/>
                        <a:t> de l’hypertrophie prostatique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Constipation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Excitation psychique, hallucinations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à coins arrondis 5"/>
          <p:cNvSpPr/>
          <p:nvPr/>
        </p:nvSpPr>
        <p:spPr>
          <a:xfrm>
            <a:off x="4139952" y="2492896"/>
            <a:ext cx="3600400" cy="50405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Bronchite chronique, mucoviscidose	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4139952" y="3068960"/>
            <a:ext cx="3600400" cy="50405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Glaucome à angle étroit 	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4139952" y="3717032"/>
            <a:ext cx="3600400" cy="50405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Insuffisance coronaire, troubles du rythme, hyperthyroïdie	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4139952" y="4365104"/>
            <a:ext cx="3600400" cy="50405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Hypertrophie prostatique	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4139952" y="5013176"/>
            <a:ext cx="3600400" cy="79208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IH, IR, grossesse et allaitement	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4211960" y="1700808"/>
            <a:ext cx="360040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Les contre-indications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7|6|9.4|8.7|2.8|6.8|34.2|5.4|3.7|6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Papier">
  <a:themeElements>
    <a:clrScheme name="Papi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i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i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1807</TotalTime>
  <Words>1346</Words>
  <Application>Microsoft Office PowerPoint</Application>
  <PresentationFormat>On-screen Show (4:3)</PresentationFormat>
  <Paragraphs>357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Papier</vt:lpstr>
      <vt:lpstr>Le système nerveux autonome</vt:lpstr>
      <vt:lpstr>Introduction </vt:lpstr>
      <vt:lpstr>PowerPoint Presentation</vt:lpstr>
      <vt:lpstr>Anatomie du SNA : </vt:lpstr>
      <vt:lpstr>PowerPoint Presentation</vt:lpstr>
      <vt:lpstr>Les neurotransmetteurs : </vt:lpstr>
      <vt:lpstr>Le système nerveux sympathique :</vt:lpstr>
      <vt:lpstr>PowerPoint Presentation</vt:lpstr>
      <vt:lpstr>PowerPoint Presentation</vt:lpstr>
      <vt:lpstr>PowerPoint Presentation</vt:lpstr>
      <vt:lpstr>PowerPoint Presentation</vt:lpstr>
      <vt:lpstr>Le système parasympathique</vt:lpstr>
      <vt:lpstr>PowerPoint Presentation</vt:lpstr>
      <vt:lpstr>PowerPoint Presentation</vt:lpstr>
      <vt:lpstr>PowerPoint Presentation</vt:lpstr>
      <vt:lpstr>Les médicaments du système nerveux sympathique</vt:lpstr>
      <vt:lpstr>PowerPoint Presentation</vt:lpstr>
      <vt:lpstr>Les sympathomimétiques :</vt:lpstr>
      <vt:lpstr>1) Les sympathomimétiques directs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2) Les sympathomimétiques indirects :</vt:lpstr>
      <vt:lpstr>Les sympatholytiques </vt:lpstr>
      <vt:lpstr>I) Les αlpha bloquants: </vt:lpstr>
      <vt:lpstr>II) Les β bloquants</vt:lpstr>
      <vt:lpstr>PowerPoint Presentation</vt:lpstr>
      <vt:lpstr>III) Les alcaloïdes de l’ergot de seigle :</vt:lpstr>
      <vt:lpstr>PowerPoint Presentation</vt:lpstr>
      <vt:lpstr>Médicaments du sys parasympathique</vt:lpstr>
      <vt:lpstr>I) Les parasympathomimètiques :</vt:lpstr>
      <vt:lpstr>a) Les parasympathomimétiques directs :</vt:lpstr>
      <vt:lpstr>PowerPoint Presentation</vt:lpstr>
      <vt:lpstr>PowerPoint Presentation</vt:lpstr>
      <vt:lpstr>b) Les parasympathomimétiques indirects </vt:lpstr>
      <vt:lpstr>PowerPoint Presentation</vt:lpstr>
      <vt:lpstr> Les effets indésirables </vt:lpstr>
      <vt:lpstr>PowerPoint Presentation</vt:lpstr>
      <vt:lpstr>II) Les médicaments parasympatholytiques </vt:lpstr>
      <vt:lpstr>A) Atropine :</vt:lpstr>
      <vt:lpstr>PowerPoint Presentation</vt:lpstr>
      <vt:lpstr>B) Les dérivés de l’Atropine:</vt:lpstr>
      <vt:lpstr>B) Les dérivés de l’Atropine:</vt:lpstr>
      <vt:lpstr>IV) Effets indésirables et contre-indications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système nerveux autonome</dc:title>
  <dc:creator>atlouche</dc:creator>
  <cp:lastModifiedBy>yas mine</cp:lastModifiedBy>
  <cp:revision>22</cp:revision>
  <dcterms:created xsi:type="dcterms:W3CDTF">2017-01-22T07:52:47Z</dcterms:created>
  <dcterms:modified xsi:type="dcterms:W3CDTF">2025-02-26T21:25:31Z</dcterms:modified>
</cp:coreProperties>
</file>