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  <p:sldId id="268" r:id="rId14"/>
    <p:sldId id="272" r:id="rId15"/>
    <p:sldId id="265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9DA9F7-2EBD-417F-AFC6-8BAF2B9B76B2}" type="doc">
      <dgm:prSet loTypeId="urn:microsoft.com/office/officeart/2005/8/layout/hList6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68082E90-4BD2-425E-B8F5-329B4546F12D}">
      <dgm:prSet phldrT="[Texte]"/>
      <dgm:spPr/>
      <dgm:t>
        <a:bodyPr/>
        <a:lstStyle/>
        <a:p>
          <a:r>
            <a:rPr lang="fr-FR" dirty="0"/>
            <a:t>Effets secondaires</a:t>
          </a:r>
        </a:p>
      </dgm:t>
    </dgm:pt>
    <dgm:pt modelId="{9503FE47-5868-4E4C-A440-A805986756D8}" type="parTrans" cxnId="{BA622773-5373-486E-AA55-A51E87E5680A}">
      <dgm:prSet/>
      <dgm:spPr/>
      <dgm:t>
        <a:bodyPr/>
        <a:lstStyle/>
        <a:p>
          <a:endParaRPr lang="fr-FR"/>
        </a:p>
      </dgm:t>
    </dgm:pt>
    <dgm:pt modelId="{2FDCBD3E-C7F3-4508-9F41-325A69E75E07}" type="sibTrans" cxnId="{BA622773-5373-486E-AA55-A51E87E5680A}">
      <dgm:prSet/>
      <dgm:spPr/>
      <dgm:t>
        <a:bodyPr/>
        <a:lstStyle/>
        <a:p>
          <a:endParaRPr lang="fr-FR"/>
        </a:p>
      </dgm:t>
    </dgm:pt>
    <dgm:pt modelId="{C6D65811-5CFB-459C-AFA9-0A53122EF638}">
      <dgm:prSet phldrT="[Texte]"/>
      <dgm:spPr/>
      <dgm:t>
        <a:bodyPr/>
        <a:lstStyle/>
        <a:p>
          <a:r>
            <a:rPr lang="fr-FR" dirty="0"/>
            <a:t>Effets indésirables</a:t>
          </a:r>
        </a:p>
      </dgm:t>
    </dgm:pt>
    <dgm:pt modelId="{14C69619-B093-4446-96F4-D450042B56F8}" type="parTrans" cxnId="{94324D8B-AC4F-48C5-9007-3354CC15C07F}">
      <dgm:prSet/>
      <dgm:spPr/>
      <dgm:t>
        <a:bodyPr/>
        <a:lstStyle/>
        <a:p>
          <a:endParaRPr lang="fr-FR"/>
        </a:p>
      </dgm:t>
    </dgm:pt>
    <dgm:pt modelId="{4FDFBC51-404F-4BAE-8A3C-A6AC3F4FFE6A}" type="sibTrans" cxnId="{94324D8B-AC4F-48C5-9007-3354CC15C07F}">
      <dgm:prSet/>
      <dgm:spPr/>
      <dgm:t>
        <a:bodyPr/>
        <a:lstStyle/>
        <a:p>
          <a:endParaRPr lang="fr-FR"/>
        </a:p>
      </dgm:t>
    </dgm:pt>
    <dgm:pt modelId="{D05DC1F4-3090-41FE-BCBC-B3E04E8DCB87}">
      <dgm:prSet phldrT="[Texte]"/>
      <dgm:spPr/>
      <dgm:t>
        <a:bodyPr/>
        <a:lstStyle/>
        <a:p>
          <a:r>
            <a:rPr lang="fr-FR" dirty="0"/>
            <a:t>Effets latéraux</a:t>
          </a:r>
        </a:p>
      </dgm:t>
    </dgm:pt>
    <dgm:pt modelId="{5663680D-38C0-4D8B-B6A5-D9C62A4B07DA}" type="parTrans" cxnId="{67DE27B3-9FAD-4893-8901-838CD1E1F5ED}">
      <dgm:prSet/>
      <dgm:spPr/>
      <dgm:t>
        <a:bodyPr/>
        <a:lstStyle/>
        <a:p>
          <a:endParaRPr lang="fr-FR"/>
        </a:p>
      </dgm:t>
    </dgm:pt>
    <dgm:pt modelId="{D8307000-2A0C-4D54-90A4-A3AD89F47244}" type="sibTrans" cxnId="{67DE27B3-9FAD-4893-8901-838CD1E1F5ED}">
      <dgm:prSet/>
      <dgm:spPr/>
      <dgm:t>
        <a:bodyPr/>
        <a:lstStyle/>
        <a:p>
          <a:endParaRPr lang="fr-FR"/>
        </a:p>
      </dgm:t>
    </dgm:pt>
    <dgm:pt modelId="{52D81111-ACEE-496C-A336-5C7C4BDB596E}" type="pres">
      <dgm:prSet presAssocID="{949DA9F7-2EBD-417F-AFC6-8BAF2B9B76B2}" presName="Name0" presStyleCnt="0">
        <dgm:presLayoutVars>
          <dgm:dir/>
          <dgm:resizeHandles val="exact"/>
        </dgm:presLayoutVars>
      </dgm:prSet>
      <dgm:spPr/>
    </dgm:pt>
    <dgm:pt modelId="{9B635E3D-169B-4921-BED3-D27E15278C63}" type="pres">
      <dgm:prSet presAssocID="{68082E90-4BD2-425E-B8F5-329B4546F12D}" presName="node" presStyleLbl="node1" presStyleIdx="0" presStyleCnt="3">
        <dgm:presLayoutVars>
          <dgm:bulletEnabled val="1"/>
        </dgm:presLayoutVars>
      </dgm:prSet>
      <dgm:spPr/>
    </dgm:pt>
    <dgm:pt modelId="{4CBC40B6-38CC-4314-844D-492C7999F5BA}" type="pres">
      <dgm:prSet presAssocID="{2FDCBD3E-C7F3-4508-9F41-325A69E75E07}" presName="sibTrans" presStyleCnt="0"/>
      <dgm:spPr/>
    </dgm:pt>
    <dgm:pt modelId="{D51FBB19-4CAC-4A7B-AA39-28110E483051}" type="pres">
      <dgm:prSet presAssocID="{C6D65811-5CFB-459C-AFA9-0A53122EF638}" presName="node" presStyleLbl="node1" presStyleIdx="1" presStyleCnt="3">
        <dgm:presLayoutVars>
          <dgm:bulletEnabled val="1"/>
        </dgm:presLayoutVars>
      </dgm:prSet>
      <dgm:spPr/>
    </dgm:pt>
    <dgm:pt modelId="{2C000996-DA85-4D7C-8000-E794185D5533}" type="pres">
      <dgm:prSet presAssocID="{4FDFBC51-404F-4BAE-8A3C-A6AC3F4FFE6A}" presName="sibTrans" presStyleCnt="0"/>
      <dgm:spPr/>
    </dgm:pt>
    <dgm:pt modelId="{275F25BD-BF2A-4B63-9B59-0AB021FA3D78}" type="pres">
      <dgm:prSet presAssocID="{D05DC1F4-3090-41FE-BCBC-B3E04E8DCB87}" presName="node" presStyleLbl="node1" presStyleIdx="2" presStyleCnt="3">
        <dgm:presLayoutVars>
          <dgm:bulletEnabled val="1"/>
        </dgm:presLayoutVars>
      </dgm:prSet>
      <dgm:spPr/>
    </dgm:pt>
  </dgm:ptLst>
  <dgm:cxnLst>
    <dgm:cxn modelId="{BA622773-5373-486E-AA55-A51E87E5680A}" srcId="{949DA9F7-2EBD-417F-AFC6-8BAF2B9B76B2}" destId="{68082E90-4BD2-425E-B8F5-329B4546F12D}" srcOrd="0" destOrd="0" parTransId="{9503FE47-5868-4E4C-A440-A805986756D8}" sibTransId="{2FDCBD3E-C7F3-4508-9F41-325A69E75E07}"/>
    <dgm:cxn modelId="{4774687F-A3E4-4FB8-97C9-A89689AAC7EE}" type="presOf" srcId="{949DA9F7-2EBD-417F-AFC6-8BAF2B9B76B2}" destId="{52D81111-ACEE-496C-A336-5C7C4BDB596E}" srcOrd="0" destOrd="0" presId="urn:microsoft.com/office/officeart/2005/8/layout/hList6"/>
    <dgm:cxn modelId="{94324D8B-AC4F-48C5-9007-3354CC15C07F}" srcId="{949DA9F7-2EBD-417F-AFC6-8BAF2B9B76B2}" destId="{C6D65811-5CFB-459C-AFA9-0A53122EF638}" srcOrd="1" destOrd="0" parTransId="{14C69619-B093-4446-96F4-D450042B56F8}" sibTransId="{4FDFBC51-404F-4BAE-8A3C-A6AC3F4FFE6A}"/>
    <dgm:cxn modelId="{67DE27B3-9FAD-4893-8901-838CD1E1F5ED}" srcId="{949DA9F7-2EBD-417F-AFC6-8BAF2B9B76B2}" destId="{D05DC1F4-3090-41FE-BCBC-B3E04E8DCB87}" srcOrd="2" destOrd="0" parTransId="{5663680D-38C0-4D8B-B6A5-D9C62A4B07DA}" sibTransId="{D8307000-2A0C-4D54-90A4-A3AD89F47244}"/>
    <dgm:cxn modelId="{41EDC8E4-EAA6-468C-89B4-F6ACECC6E495}" type="presOf" srcId="{C6D65811-5CFB-459C-AFA9-0A53122EF638}" destId="{D51FBB19-4CAC-4A7B-AA39-28110E483051}" srcOrd="0" destOrd="0" presId="urn:microsoft.com/office/officeart/2005/8/layout/hList6"/>
    <dgm:cxn modelId="{DB1734F0-978B-4542-9AD4-3C3D5265DF87}" type="presOf" srcId="{68082E90-4BD2-425E-B8F5-329B4546F12D}" destId="{9B635E3D-169B-4921-BED3-D27E15278C63}" srcOrd="0" destOrd="0" presId="urn:microsoft.com/office/officeart/2005/8/layout/hList6"/>
    <dgm:cxn modelId="{D56176FC-AB81-4F04-B154-9D002842CA00}" type="presOf" srcId="{D05DC1F4-3090-41FE-BCBC-B3E04E8DCB87}" destId="{275F25BD-BF2A-4B63-9B59-0AB021FA3D78}" srcOrd="0" destOrd="0" presId="urn:microsoft.com/office/officeart/2005/8/layout/hList6"/>
    <dgm:cxn modelId="{B4D1B5EA-A0B8-4B23-97FB-484731AE8DD9}" type="presParOf" srcId="{52D81111-ACEE-496C-A336-5C7C4BDB596E}" destId="{9B635E3D-169B-4921-BED3-D27E15278C63}" srcOrd="0" destOrd="0" presId="urn:microsoft.com/office/officeart/2005/8/layout/hList6"/>
    <dgm:cxn modelId="{5C89509D-D19E-4881-B2BA-4A2C6E7B5A02}" type="presParOf" srcId="{52D81111-ACEE-496C-A336-5C7C4BDB596E}" destId="{4CBC40B6-38CC-4314-844D-492C7999F5BA}" srcOrd="1" destOrd="0" presId="urn:microsoft.com/office/officeart/2005/8/layout/hList6"/>
    <dgm:cxn modelId="{DE31D679-FD07-4DB2-840C-7F2C723F0EF9}" type="presParOf" srcId="{52D81111-ACEE-496C-A336-5C7C4BDB596E}" destId="{D51FBB19-4CAC-4A7B-AA39-28110E483051}" srcOrd="2" destOrd="0" presId="urn:microsoft.com/office/officeart/2005/8/layout/hList6"/>
    <dgm:cxn modelId="{CE346F3D-FFDD-429C-BF57-277CB75EA93B}" type="presParOf" srcId="{52D81111-ACEE-496C-A336-5C7C4BDB596E}" destId="{2C000996-DA85-4D7C-8000-E794185D5533}" srcOrd="3" destOrd="0" presId="urn:microsoft.com/office/officeart/2005/8/layout/hList6"/>
    <dgm:cxn modelId="{348C3A03-0908-4B9C-928D-C156352441B1}" type="presParOf" srcId="{52D81111-ACEE-496C-A336-5C7C4BDB596E}" destId="{275F25BD-BF2A-4B63-9B59-0AB021FA3D78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45F90C7-B906-4CB9-9C2D-7530D8DEDA7F}" type="doc">
      <dgm:prSet loTypeId="urn:microsoft.com/office/officeart/2005/8/layout/list1" loCatId="list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fr-FR"/>
        </a:p>
      </dgm:t>
    </dgm:pt>
    <dgm:pt modelId="{89E76029-9E53-43E0-8BC1-EC328A59E3D7}">
      <dgm:prSet phldrT="[Texte]"/>
      <dgm:spPr/>
      <dgm:t>
        <a:bodyPr/>
        <a:lstStyle/>
        <a:p>
          <a:r>
            <a:rPr lang="fr-FR" dirty="0"/>
            <a:t>Accidents de type A ( augmenté) </a:t>
          </a:r>
        </a:p>
      </dgm:t>
    </dgm:pt>
    <dgm:pt modelId="{DF57315D-9F30-4DFD-8D97-01E47C0B438D}" type="parTrans" cxnId="{93784279-2B6A-4683-8D4F-F8F0446EADE5}">
      <dgm:prSet/>
      <dgm:spPr/>
      <dgm:t>
        <a:bodyPr/>
        <a:lstStyle/>
        <a:p>
          <a:endParaRPr lang="fr-FR"/>
        </a:p>
      </dgm:t>
    </dgm:pt>
    <dgm:pt modelId="{29EA87F1-E358-40EC-AF3F-1E5EC3A7AADD}" type="sibTrans" cxnId="{93784279-2B6A-4683-8D4F-F8F0446EADE5}">
      <dgm:prSet/>
      <dgm:spPr/>
      <dgm:t>
        <a:bodyPr/>
        <a:lstStyle/>
        <a:p>
          <a:endParaRPr lang="fr-FR"/>
        </a:p>
      </dgm:t>
    </dgm:pt>
    <dgm:pt modelId="{A19273DF-3A47-4DBD-A093-D6C1F9411283}">
      <dgm:prSet phldrT="[Texte]"/>
      <dgm:spPr/>
      <dgm:t>
        <a:bodyPr/>
        <a:lstStyle/>
        <a:p>
          <a:r>
            <a:rPr lang="fr-FR" dirty="0"/>
            <a:t>Accidents de type B ( bizarre)</a:t>
          </a:r>
        </a:p>
      </dgm:t>
    </dgm:pt>
    <dgm:pt modelId="{D320D029-42C8-4033-B14E-F2716B86DD57}" type="parTrans" cxnId="{2D926962-9AA0-4217-8D4E-75097BB1B3F5}">
      <dgm:prSet/>
      <dgm:spPr/>
      <dgm:t>
        <a:bodyPr/>
        <a:lstStyle/>
        <a:p>
          <a:endParaRPr lang="fr-FR"/>
        </a:p>
      </dgm:t>
    </dgm:pt>
    <dgm:pt modelId="{F7299AB6-B1D2-4410-BAB4-B8CDD57CA6CB}" type="sibTrans" cxnId="{2D926962-9AA0-4217-8D4E-75097BB1B3F5}">
      <dgm:prSet/>
      <dgm:spPr/>
      <dgm:t>
        <a:bodyPr/>
        <a:lstStyle/>
        <a:p>
          <a:endParaRPr lang="fr-FR"/>
        </a:p>
      </dgm:t>
    </dgm:pt>
    <dgm:pt modelId="{EBC66D15-5E5D-4554-B6F0-53BBC9641BD4}">
      <dgm:prSet phldrT="[Texte]"/>
      <dgm:spPr/>
      <dgm:t>
        <a:bodyPr/>
        <a:lstStyle/>
        <a:p>
          <a:r>
            <a:rPr lang="fr-FR" dirty="0"/>
            <a:t>Accidents de type  C ( continue)</a:t>
          </a:r>
        </a:p>
      </dgm:t>
    </dgm:pt>
    <dgm:pt modelId="{96E1F176-C4F7-4B53-B428-642E49749BBE}" type="parTrans" cxnId="{33178F38-6922-4DDE-AA88-E69F803BD8C0}">
      <dgm:prSet/>
      <dgm:spPr/>
      <dgm:t>
        <a:bodyPr/>
        <a:lstStyle/>
        <a:p>
          <a:endParaRPr lang="fr-FR"/>
        </a:p>
      </dgm:t>
    </dgm:pt>
    <dgm:pt modelId="{7469758D-7611-4E04-BCC2-2BCE4B8EA71B}" type="sibTrans" cxnId="{33178F38-6922-4DDE-AA88-E69F803BD8C0}">
      <dgm:prSet/>
      <dgm:spPr/>
      <dgm:t>
        <a:bodyPr/>
        <a:lstStyle/>
        <a:p>
          <a:endParaRPr lang="fr-FR"/>
        </a:p>
      </dgm:t>
    </dgm:pt>
    <dgm:pt modelId="{7DC7BA77-3BE6-41D0-96DA-B19F7FA9DC38}">
      <dgm:prSet phldrT="[Texte]"/>
      <dgm:spPr/>
      <dgm:t>
        <a:bodyPr/>
        <a:lstStyle/>
        <a:p>
          <a:r>
            <a:rPr lang="fr-FR" dirty="0"/>
            <a:t>Accidents de type  D ( </a:t>
          </a:r>
          <a:r>
            <a:rPr lang="fr-FR" dirty="0" err="1"/>
            <a:t>delayed</a:t>
          </a:r>
          <a:r>
            <a:rPr lang="fr-FR" dirty="0"/>
            <a:t>) retardé*</a:t>
          </a:r>
        </a:p>
      </dgm:t>
    </dgm:pt>
    <dgm:pt modelId="{DBCBD92C-8450-4D3E-A068-302ECDB63F7B}" type="parTrans" cxnId="{76666715-7B0F-436D-A7A5-98A7F75662F0}">
      <dgm:prSet/>
      <dgm:spPr/>
      <dgm:t>
        <a:bodyPr/>
        <a:lstStyle/>
        <a:p>
          <a:endParaRPr lang="fr-FR"/>
        </a:p>
      </dgm:t>
    </dgm:pt>
    <dgm:pt modelId="{A255644F-F6D5-4C3E-9E36-7CC98FC37485}" type="sibTrans" cxnId="{76666715-7B0F-436D-A7A5-98A7F75662F0}">
      <dgm:prSet/>
      <dgm:spPr/>
      <dgm:t>
        <a:bodyPr/>
        <a:lstStyle/>
        <a:p>
          <a:endParaRPr lang="fr-FR"/>
        </a:p>
      </dgm:t>
    </dgm:pt>
    <dgm:pt modelId="{FF52D8C4-1C3F-4733-9203-289959F88D03}" type="pres">
      <dgm:prSet presAssocID="{B45F90C7-B906-4CB9-9C2D-7530D8DEDA7F}" presName="linear" presStyleCnt="0">
        <dgm:presLayoutVars>
          <dgm:dir/>
          <dgm:animLvl val="lvl"/>
          <dgm:resizeHandles val="exact"/>
        </dgm:presLayoutVars>
      </dgm:prSet>
      <dgm:spPr/>
    </dgm:pt>
    <dgm:pt modelId="{6E032872-659A-4DD0-818B-1FF02052822A}" type="pres">
      <dgm:prSet presAssocID="{89E76029-9E53-43E0-8BC1-EC328A59E3D7}" presName="parentLin" presStyleCnt="0"/>
      <dgm:spPr/>
    </dgm:pt>
    <dgm:pt modelId="{B923359A-6075-4EB2-A89A-96A771282F37}" type="pres">
      <dgm:prSet presAssocID="{89E76029-9E53-43E0-8BC1-EC328A59E3D7}" presName="parentLeftMargin" presStyleLbl="node1" presStyleIdx="0" presStyleCnt="4"/>
      <dgm:spPr/>
    </dgm:pt>
    <dgm:pt modelId="{56254760-D71B-4E86-A537-919B9061406D}" type="pres">
      <dgm:prSet presAssocID="{89E76029-9E53-43E0-8BC1-EC328A59E3D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ABD0A4E-7B32-4BE3-A13F-DB9A089B5C78}" type="pres">
      <dgm:prSet presAssocID="{89E76029-9E53-43E0-8BC1-EC328A59E3D7}" presName="negativeSpace" presStyleCnt="0"/>
      <dgm:spPr/>
    </dgm:pt>
    <dgm:pt modelId="{E06E436A-2CC0-4031-8431-8C36151EF9E4}" type="pres">
      <dgm:prSet presAssocID="{89E76029-9E53-43E0-8BC1-EC328A59E3D7}" presName="childText" presStyleLbl="conFgAcc1" presStyleIdx="0" presStyleCnt="4">
        <dgm:presLayoutVars>
          <dgm:bulletEnabled val="1"/>
        </dgm:presLayoutVars>
      </dgm:prSet>
      <dgm:spPr/>
    </dgm:pt>
    <dgm:pt modelId="{673743A4-BC85-4EE1-BE09-874ED2829239}" type="pres">
      <dgm:prSet presAssocID="{29EA87F1-E358-40EC-AF3F-1E5EC3A7AADD}" presName="spaceBetweenRectangles" presStyleCnt="0"/>
      <dgm:spPr/>
    </dgm:pt>
    <dgm:pt modelId="{0591A673-51E4-4670-857B-FBCE4AA7277D}" type="pres">
      <dgm:prSet presAssocID="{A19273DF-3A47-4DBD-A093-D6C1F9411283}" presName="parentLin" presStyleCnt="0"/>
      <dgm:spPr/>
    </dgm:pt>
    <dgm:pt modelId="{DBB7CA8C-2F57-4EA6-9BB4-E32746535D13}" type="pres">
      <dgm:prSet presAssocID="{A19273DF-3A47-4DBD-A093-D6C1F9411283}" presName="parentLeftMargin" presStyleLbl="node1" presStyleIdx="0" presStyleCnt="4"/>
      <dgm:spPr/>
    </dgm:pt>
    <dgm:pt modelId="{23328AE0-EBDF-4A18-A13B-025B92DCFA60}" type="pres">
      <dgm:prSet presAssocID="{A19273DF-3A47-4DBD-A093-D6C1F9411283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81FC934-1C50-455F-B8FB-7AACB134FE2B}" type="pres">
      <dgm:prSet presAssocID="{A19273DF-3A47-4DBD-A093-D6C1F9411283}" presName="negativeSpace" presStyleCnt="0"/>
      <dgm:spPr/>
    </dgm:pt>
    <dgm:pt modelId="{DB7FB7F4-FDFB-4F5A-888C-C387DAA6917B}" type="pres">
      <dgm:prSet presAssocID="{A19273DF-3A47-4DBD-A093-D6C1F9411283}" presName="childText" presStyleLbl="conFgAcc1" presStyleIdx="1" presStyleCnt="4">
        <dgm:presLayoutVars>
          <dgm:bulletEnabled val="1"/>
        </dgm:presLayoutVars>
      </dgm:prSet>
      <dgm:spPr/>
    </dgm:pt>
    <dgm:pt modelId="{175D3764-7D0C-4662-8FB4-77EDEF191F29}" type="pres">
      <dgm:prSet presAssocID="{F7299AB6-B1D2-4410-BAB4-B8CDD57CA6CB}" presName="spaceBetweenRectangles" presStyleCnt="0"/>
      <dgm:spPr/>
    </dgm:pt>
    <dgm:pt modelId="{4089580D-38E1-4E85-892B-23494095F5E1}" type="pres">
      <dgm:prSet presAssocID="{EBC66D15-5E5D-4554-B6F0-53BBC9641BD4}" presName="parentLin" presStyleCnt="0"/>
      <dgm:spPr/>
    </dgm:pt>
    <dgm:pt modelId="{0DA85A27-B4E2-441C-944F-658B2B9BB834}" type="pres">
      <dgm:prSet presAssocID="{EBC66D15-5E5D-4554-B6F0-53BBC9641BD4}" presName="parentLeftMargin" presStyleLbl="node1" presStyleIdx="1" presStyleCnt="4"/>
      <dgm:spPr/>
    </dgm:pt>
    <dgm:pt modelId="{10400D50-A3A2-43E1-AE52-029F2A626E19}" type="pres">
      <dgm:prSet presAssocID="{EBC66D15-5E5D-4554-B6F0-53BBC9641BD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2A13878-C345-44AA-BD95-09B096BC1741}" type="pres">
      <dgm:prSet presAssocID="{EBC66D15-5E5D-4554-B6F0-53BBC9641BD4}" presName="negativeSpace" presStyleCnt="0"/>
      <dgm:spPr/>
    </dgm:pt>
    <dgm:pt modelId="{DCFCC761-0792-4F87-944C-C31490DB91B2}" type="pres">
      <dgm:prSet presAssocID="{EBC66D15-5E5D-4554-B6F0-53BBC9641BD4}" presName="childText" presStyleLbl="conFgAcc1" presStyleIdx="2" presStyleCnt="4">
        <dgm:presLayoutVars>
          <dgm:bulletEnabled val="1"/>
        </dgm:presLayoutVars>
      </dgm:prSet>
      <dgm:spPr/>
    </dgm:pt>
    <dgm:pt modelId="{F103813E-931A-4FBB-ABD3-E8D747F2C386}" type="pres">
      <dgm:prSet presAssocID="{7469758D-7611-4E04-BCC2-2BCE4B8EA71B}" presName="spaceBetweenRectangles" presStyleCnt="0"/>
      <dgm:spPr/>
    </dgm:pt>
    <dgm:pt modelId="{13D2BCE8-E8CE-4B4F-9C94-334317666261}" type="pres">
      <dgm:prSet presAssocID="{7DC7BA77-3BE6-41D0-96DA-B19F7FA9DC38}" presName="parentLin" presStyleCnt="0"/>
      <dgm:spPr/>
    </dgm:pt>
    <dgm:pt modelId="{E20D05DD-7F4F-45BC-81CB-74DC676FB9BC}" type="pres">
      <dgm:prSet presAssocID="{7DC7BA77-3BE6-41D0-96DA-B19F7FA9DC38}" presName="parentLeftMargin" presStyleLbl="node1" presStyleIdx="2" presStyleCnt="4"/>
      <dgm:spPr/>
    </dgm:pt>
    <dgm:pt modelId="{C7B0CE6A-D421-45DF-8601-B443E138B3BE}" type="pres">
      <dgm:prSet presAssocID="{7DC7BA77-3BE6-41D0-96DA-B19F7FA9DC3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98CAEE29-61E6-4DBF-833B-FC52DB62C74F}" type="pres">
      <dgm:prSet presAssocID="{7DC7BA77-3BE6-41D0-96DA-B19F7FA9DC38}" presName="negativeSpace" presStyleCnt="0"/>
      <dgm:spPr/>
    </dgm:pt>
    <dgm:pt modelId="{96890872-3F20-464C-9620-8285551D4BFE}" type="pres">
      <dgm:prSet presAssocID="{7DC7BA77-3BE6-41D0-96DA-B19F7FA9DC3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6666715-7B0F-436D-A7A5-98A7F75662F0}" srcId="{B45F90C7-B906-4CB9-9C2D-7530D8DEDA7F}" destId="{7DC7BA77-3BE6-41D0-96DA-B19F7FA9DC38}" srcOrd="3" destOrd="0" parTransId="{DBCBD92C-8450-4D3E-A068-302ECDB63F7B}" sibTransId="{A255644F-F6D5-4C3E-9E36-7CC98FC37485}"/>
    <dgm:cxn modelId="{49A0CA1A-2D57-4D22-8203-90B55CE59A54}" type="presOf" srcId="{EBC66D15-5E5D-4554-B6F0-53BBC9641BD4}" destId="{0DA85A27-B4E2-441C-944F-658B2B9BB834}" srcOrd="0" destOrd="0" presId="urn:microsoft.com/office/officeart/2005/8/layout/list1"/>
    <dgm:cxn modelId="{43DE3B2D-5189-4B27-ABC1-46FC5E06551A}" type="presOf" srcId="{A19273DF-3A47-4DBD-A093-D6C1F9411283}" destId="{DBB7CA8C-2F57-4EA6-9BB4-E32746535D13}" srcOrd="0" destOrd="0" presId="urn:microsoft.com/office/officeart/2005/8/layout/list1"/>
    <dgm:cxn modelId="{33178F38-6922-4DDE-AA88-E69F803BD8C0}" srcId="{B45F90C7-B906-4CB9-9C2D-7530D8DEDA7F}" destId="{EBC66D15-5E5D-4554-B6F0-53BBC9641BD4}" srcOrd="2" destOrd="0" parTransId="{96E1F176-C4F7-4B53-B428-642E49749BBE}" sibTransId="{7469758D-7611-4E04-BCC2-2BCE4B8EA71B}"/>
    <dgm:cxn modelId="{2E71A138-56F7-4AB6-BD03-EFF8624D926B}" type="presOf" srcId="{EBC66D15-5E5D-4554-B6F0-53BBC9641BD4}" destId="{10400D50-A3A2-43E1-AE52-029F2A626E19}" srcOrd="1" destOrd="0" presId="urn:microsoft.com/office/officeart/2005/8/layout/list1"/>
    <dgm:cxn modelId="{2D926962-9AA0-4217-8D4E-75097BB1B3F5}" srcId="{B45F90C7-B906-4CB9-9C2D-7530D8DEDA7F}" destId="{A19273DF-3A47-4DBD-A093-D6C1F9411283}" srcOrd="1" destOrd="0" parTransId="{D320D029-42C8-4033-B14E-F2716B86DD57}" sibTransId="{F7299AB6-B1D2-4410-BAB4-B8CDD57CA6CB}"/>
    <dgm:cxn modelId="{7A3C0167-A22B-467E-9D2C-D7595B62625D}" type="presOf" srcId="{A19273DF-3A47-4DBD-A093-D6C1F9411283}" destId="{23328AE0-EBDF-4A18-A13B-025B92DCFA60}" srcOrd="1" destOrd="0" presId="urn:microsoft.com/office/officeart/2005/8/layout/list1"/>
    <dgm:cxn modelId="{93784279-2B6A-4683-8D4F-F8F0446EADE5}" srcId="{B45F90C7-B906-4CB9-9C2D-7530D8DEDA7F}" destId="{89E76029-9E53-43E0-8BC1-EC328A59E3D7}" srcOrd="0" destOrd="0" parTransId="{DF57315D-9F30-4DFD-8D97-01E47C0B438D}" sibTransId="{29EA87F1-E358-40EC-AF3F-1E5EC3A7AADD}"/>
    <dgm:cxn modelId="{01EF5C99-3CA5-448B-A49E-018A41BC6D38}" type="presOf" srcId="{7DC7BA77-3BE6-41D0-96DA-B19F7FA9DC38}" destId="{E20D05DD-7F4F-45BC-81CB-74DC676FB9BC}" srcOrd="0" destOrd="0" presId="urn:microsoft.com/office/officeart/2005/8/layout/list1"/>
    <dgm:cxn modelId="{6A875BC8-F4A7-434B-A788-E73272D335FB}" type="presOf" srcId="{B45F90C7-B906-4CB9-9C2D-7530D8DEDA7F}" destId="{FF52D8C4-1C3F-4733-9203-289959F88D03}" srcOrd="0" destOrd="0" presId="urn:microsoft.com/office/officeart/2005/8/layout/list1"/>
    <dgm:cxn modelId="{F9DB4FE0-7498-4A86-BE0C-A04251DFE08D}" type="presOf" srcId="{89E76029-9E53-43E0-8BC1-EC328A59E3D7}" destId="{56254760-D71B-4E86-A537-919B9061406D}" srcOrd="1" destOrd="0" presId="urn:microsoft.com/office/officeart/2005/8/layout/list1"/>
    <dgm:cxn modelId="{DA44CEE0-2479-4961-A31E-9C6F74218B13}" type="presOf" srcId="{7DC7BA77-3BE6-41D0-96DA-B19F7FA9DC38}" destId="{C7B0CE6A-D421-45DF-8601-B443E138B3BE}" srcOrd="1" destOrd="0" presId="urn:microsoft.com/office/officeart/2005/8/layout/list1"/>
    <dgm:cxn modelId="{5FD67AE8-1DBF-443C-86D1-86A915F28AC7}" type="presOf" srcId="{89E76029-9E53-43E0-8BC1-EC328A59E3D7}" destId="{B923359A-6075-4EB2-A89A-96A771282F37}" srcOrd="0" destOrd="0" presId="urn:microsoft.com/office/officeart/2005/8/layout/list1"/>
    <dgm:cxn modelId="{86D735F0-4BEA-44E0-8B64-F453B5E1D755}" type="presParOf" srcId="{FF52D8C4-1C3F-4733-9203-289959F88D03}" destId="{6E032872-659A-4DD0-818B-1FF02052822A}" srcOrd="0" destOrd="0" presId="urn:microsoft.com/office/officeart/2005/8/layout/list1"/>
    <dgm:cxn modelId="{EEEB8FFE-3D2C-4312-86CB-3EDD06517460}" type="presParOf" srcId="{6E032872-659A-4DD0-818B-1FF02052822A}" destId="{B923359A-6075-4EB2-A89A-96A771282F37}" srcOrd="0" destOrd="0" presId="urn:microsoft.com/office/officeart/2005/8/layout/list1"/>
    <dgm:cxn modelId="{056EE00E-7546-4D4E-8134-4427B325FCD3}" type="presParOf" srcId="{6E032872-659A-4DD0-818B-1FF02052822A}" destId="{56254760-D71B-4E86-A537-919B9061406D}" srcOrd="1" destOrd="0" presId="urn:microsoft.com/office/officeart/2005/8/layout/list1"/>
    <dgm:cxn modelId="{2735D633-468D-40E0-ADA6-53ED1A7F6741}" type="presParOf" srcId="{FF52D8C4-1C3F-4733-9203-289959F88D03}" destId="{0ABD0A4E-7B32-4BE3-A13F-DB9A089B5C78}" srcOrd="1" destOrd="0" presId="urn:microsoft.com/office/officeart/2005/8/layout/list1"/>
    <dgm:cxn modelId="{71CA2E8C-A214-4581-967D-C2D1C00E623B}" type="presParOf" srcId="{FF52D8C4-1C3F-4733-9203-289959F88D03}" destId="{E06E436A-2CC0-4031-8431-8C36151EF9E4}" srcOrd="2" destOrd="0" presId="urn:microsoft.com/office/officeart/2005/8/layout/list1"/>
    <dgm:cxn modelId="{95731BBD-9AF4-4E4F-8A75-576C9C2C3740}" type="presParOf" srcId="{FF52D8C4-1C3F-4733-9203-289959F88D03}" destId="{673743A4-BC85-4EE1-BE09-874ED2829239}" srcOrd="3" destOrd="0" presId="urn:microsoft.com/office/officeart/2005/8/layout/list1"/>
    <dgm:cxn modelId="{5E349760-5284-4BBF-B01E-E378B012F03C}" type="presParOf" srcId="{FF52D8C4-1C3F-4733-9203-289959F88D03}" destId="{0591A673-51E4-4670-857B-FBCE4AA7277D}" srcOrd="4" destOrd="0" presId="urn:microsoft.com/office/officeart/2005/8/layout/list1"/>
    <dgm:cxn modelId="{2D43B82F-A2C8-46BA-AAA4-B836EF4C30F4}" type="presParOf" srcId="{0591A673-51E4-4670-857B-FBCE4AA7277D}" destId="{DBB7CA8C-2F57-4EA6-9BB4-E32746535D13}" srcOrd="0" destOrd="0" presId="urn:microsoft.com/office/officeart/2005/8/layout/list1"/>
    <dgm:cxn modelId="{47368806-2609-4BE9-A46C-85E813628525}" type="presParOf" srcId="{0591A673-51E4-4670-857B-FBCE4AA7277D}" destId="{23328AE0-EBDF-4A18-A13B-025B92DCFA60}" srcOrd="1" destOrd="0" presId="urn:microsoft.com/office/officeart/2005/8/layout/list1"/>
    <dgm:cxn modelId="{344F9523-0802-4ED1-B9B8-785B68629EC9}" type="presParOf" srcId="{FF52D8C4-1C3F-4733-9203-289959F88D03}" destId="{D81FC934-1C50-455F-B8FB-7AACB134FE2B}" srcOrd="5" destOrd="0" presId="urn:microsoft.com/office/officeart/2005/8/layout/list1"/>
    <dgm:cxn modelId="{00E67549-A89B-459D-B432-B83455BC8585}" type="presParOf" srcId="{FF52D8C4-1C3F-4733-9203-289959F88D03}" destId="{DB7FB7F4-FDFB-4F5A-888C-C387DAA6917B}" srcOrd="6" destOrd="0" presId="urn:microsoft.com/office/officeart/2005/8/layout/list1"/>
    <dgm:cxn modelId="{AAADD476-00A9-453F-BF50-4957DD3D695C}" type="presParOf" srcId="{FF52D8C4-1C3F-4733-9203-289959F88D03}" destId="{175D3764-7D0C-4662-8FB4-77EDEF191F29}" srcOrd="7" destOrd="0" presId="urn:microsoft.com/office/officeart/2005/8/layout/list1"/>
    <dgm:cxn modelId="{EA4A09E0-8103-4BDA-A23E-2295BECF0B72}" type="presParOf" srcId="{FF52D8C4-1C3F-4733-9203-289959F88D03}" destId="{4089580D-38E1-4E85-892B-23494095F5E1}" srcOrd="8" destOrd="0" presId="urn:microsoft.com/office/officeart/2005/8/layout/list1"/>
    <dgm:cxn modelId="{2BC3E002-FEAC-474A-A8C9-9719C7A534AD}" type="presParOf" srcId="{4089580D-38E1-4E85-892B-23494095F5E1}" destId="{0DA85A27-B4E2-441C-944F-658B2B9BB834}" srcOrd="0" destOrd="0" presId="urn:microsoft.com/office/officeart/2005/8/layout/list1"/>
    <dgm:cxn modelId="{890B0C35-6913-4715-B7D6-EE798450BEB7}" type="presParOf" srcId="{4089580D-38E1-4E85-892B-23494095F5E1}" destId="{10400D50-A3A2-43E1-AE52-029F2A626E19}" srcOrd="1" destOrd="0" presId="urn:microsoft.com/office/officeart/2005/8/layout/list1"/>
    <dgm:cxn modelId="{11D34055-2238-4D50-8603-A5E5C5EDC863}" type="presParOf" srcId="{FF52D8C4-1C3F-4733-9203-289959F88D03}" destId="{B2A13878-C345-44AA-BD95-09B096BC1741}" srcOrd="9" destOrd="0" presId="urn:microsoft.com/office/officeart/2005/8/layout/list1"/>
    <dgm:cxn modelId="{DDD0500C-863B-4E70-9DE6-A1251B9EEEA0}" type="presParOf" srcId="{FF52D8C4-1C3F-4733-9203-289959F88D03}" destId="{DCFCC761-0792-4F87-944C-C31490DB91B2}" srcOrd="10" destOrd="0" presId="urn:microsoft.com/office/officeart/2005/8/layout/list1"/>
    <dgm:cxn modelId="{B2063140-3394-4D3D-8B82-82F262CCCDA1}" type="presParOf" srcId="{FF52D8C4-1C3F-4733-9203-289959F88D03}" destId="{F103813E-931A-4FBB-ABD3-E8D747F2C386}" srcOrd="11" destOrd="0" presId="urn:microsoft.com/office/officeart/2005/8/layout/list1"/>
    <dgm:cxn modelId="{F8805556-735B-4187-8327-9AD9533CBF51}" type="presParOf" srcId="{FF52D8C4-1C3F-4733-9203-289959F88D03}" destId="{13D2BCE8-E8CE-4B4F-9C94-334317666261}" srcOrd="12" destOrd="0" presId="urn:microsoft.com/office/officeart/2005/8/layout/list1"/>
    <dgm:cxn modelId="{C12A8E10-225F-4804-93D5-225D65AF9C97}" type="presParOf" srcId="{13D2BCE8-E8CE-4B4F-9C94-334317666261}" destId="{E20D05DD-7F4F-45BC-81CB-74DC676FB9BC}" srcOrd="0" destOrd="0" presId="urn:microsoft.com/office/officeart/2005/8/layout/list1"/>
    <dgm:cxn modelId="{E6AF2035-8D57-4573-A316-B343C9C1E586}" type="presParOf" srcId="{13D2BCE8-E8CE-4B4F-9C94-334317666261}" destId="{C7B0CE6A-D421-45DF-8601-B443E138B3BE}" srcOrd="1" destOrd="0" presId="urn:microsoft.com/office/officeart/2005/8/layout/list1"/>
    <dgm:cxn modelId="{2E315BFC-AB34-4AE6-AFB0-8AC88E133C53}" type="presParOf" srcId="{FF52D8C4-1C3F-4733-9203-289959F88D03}" destId="{98CAEE29-61E6-4DBF-833B-FC52DB62C74F}" srcOrd="13" destOrd="0" presId="urn:microsoft.com/office/officeart/2005/8/layout/list1"/>
    <dgm:cxn modelId="{AB6A6F29-1F6D-4018-AF3B-33E2D3AE23E0}" type="presParOf" srcId="{FF52D8C4-1C3F-4733-9203-289959F88D03}" destId="{96890872-3F20-464C-9620-8285551D4BF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3F6E307-C9CF-4EAA-AB02-DFC6CD15D707}" type="doc">
      <dgm:prSet loTypeId="urn:microsoft.com/office/officeart/2005/8/layout/lProcess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fr-DZ"/>
        </a:p>
      </dgm:t>
    </dgm:pt>
    <dgm:pt modelId="{247F2DC5-5127-4503-A2C2-193F507D6FB3}">
      <dgm:prSet phldrT="[Texte]"/>
      <dgm:spPr/>
      <dgm:t>
        <a:bodyPr/>
        <a:lstStyle/>
        <a:p>
          <a:r>
            <a:rPr lang="fr-FR" dirty="0"/>
            <a:t>Lie aux </a:t>
          </a:r>
          <a:r>
            <a:rPr lang="fr-FR" dirty="0" err="1"/>
            <a:t>mdt</a:t>
          </a:r>
          <a:endParaRPr lang="fr-DZ" dirty="0"/>
        </a:p>
      </dgm:t>
    </dgm:pt>
    <dgm:pt modelId="{2CA06962-014E-4E89-B778-8833C21FB0B5}" type="parTrans" cxnId="{4BBDF8BC-4BF0-4896-9345-72AD6EF17FBF}">
      <dgm:prSet/>
      <dgm:spPr/>
      <dgm:t>
        <a:bodyPr/>
        <a:lstStyle/>
        <a:p>
          <a:endParaRPr lang="fr-DZ"/>
        </a:p>
      </dgm:t>
    </dgm:pt>
    <dgm:pt modelId="{8F83A253-88D7-49BD-855F-FA35B6ACB991}" type="sibTrans" cxnId="{4BBDF8BC-4BF0-4896-9345-72AD6EF17FBF}">
      <dgm:prSet/>
      <dgm:spPr/>
      <dgm:t>
        <a:bodyPr/>
        <a:lstStyle/>
        <a:p>
          <a:endParaRPr lang="fr-DZ"/>
        </a:p>
      </dgm:t>
    </dgm:pt>
    <dgm:pt modelId="{5ED16E7A-FBA5-4422-8344-0AD9858D53BD}">
      <dgm:prSet phldrT="[Texte]"/>
      <dgm:spPr/>
      <dgm:t>
        <a:bodyPr/>
        <a:lstStyle/>
        <a:p>
          <a:r>
            <a:rPr lang="fr-FR" dirty="0"/>
            <a:t>polymédication</a:t>
          </a:r>
          <a:endParaRPr lang="fr-DZ" dirty="0"/>
        </a:p>
      </dgm:t>
    </dgm:pt>
    <dgm:pt modelId="{9A135975-3E41-46FF-936B-48FC418D63EC}" type="parTrans" cxnId="{E69B4CE8-7851-48DD-AD41-2A0DAA60A466}">
      <dgm:prSet/>
      <dgm:spPr/>
      <dgm:t>
        <a:bodyPr/>
        <a:lstStyle/>
        <a:p>
          <a:endParaRPr lang="fr-DZ"/>
        </a:p>
      </dgm:t>
    </dgm:pt>
    <dgm:pt modelId="{C7E0B367-F523-40CA-87F8-06D880D037EE}" type="sibTrans" cxnId="{E69B4CE8-7851-48DD-AD41-2A0DAA60A466}">
      <dgm:prSet/>
      <dgm:spPr/>
      <dgm:t>
        <a:bodyPr/>
        <a:lstStyle/>
        <a:p>
          <a:endParaRPr lang="fr-DZ"/>
        </a:p>
      </dgm:t>
    </dgm:pt>
    <dgm:pt modelId="{9C37E63E-2D2B-4E6F-A514-CF1473758CCB}">
      <dgm:prSet phldrT="[Texte]"/>
      <dgm:spPr/>
      <dgm:t>
        <a:bodyPr/>
        <a:lstStyle/>
        <a:p>
          <a:r>
            <a:rPr lang="fr-FR" dirty="0"/>
            <a:t>Qualité du </a:t>
          </a:r>
          <a:r>
            <a:rPr lang="fr-FR" dirty="0" err="1"/>
            <a:t>mdt</a:t>
          </a:r>
          <a:endParaRPr lang="fr-DZ" dirty="0"/>
        </a:p>
      </dgm:t>
    </dgm:pt>
    <dgm:pt modelId="{32552D9C-1FD5-4774-A50A-8A31DC52BAB5}" type="parTrans" cxnId="{1B2464ED-BE28-4DA8-AB1C-1C74942B2673}">
      <dgm:prSet/>
      <dgm:spPr/>
      <dgm:t>
        <a:bodyPr/>
        <a:lstStyle/>
        <a:p>
          <a:endParaRPr lang="fr-DZ"/>
        </a:p>
      </dgm:t>
    </dgm:pt>
    <dgm:pt modelId="{403AF390-A73E-4C9D-8E76-AE469D583D71}" type="sibTrans" cxnId="{1B2464ED-BE28-4DA8-AB1C-1C74942B2673}">
      <dgm:prSet/>
      <dgm:spPr/>
      <dgm:t>
        <a:bodyPr/>
        <a:lstStyle/>
        <a:p>
          <a:endParaRPr lang="fr-DZ"/>
        </a:p>
      </dgm:t>
    </dgm:pt>
    <dgm:pt modelId="{6F43AC82-1529-48E2-8EA8-D01C4A2BB203}">
      <dgm:prSet phldrT="[Texte]"/>
      <dgm:spPr/>
      <dgm:t>
        <a:bodyPr/>
        <a:lstStyle/>
        <a:p>
          <a:r>
            <a:rPr lang="fr-FR" dirty="0"/>
            <a:t>Mode d’utilisation</a:t>
          </a:r>
          <a:endParaRPr lang="fr-DZ" dirty="0"/>
        </a:p>
      </dgm:t>
    </dgm:pt>
    <dgm:pt modelId="{929B9AEE-94AC-4F9C-8FB1-072012D16D95}" type="parTrans" cxnId="{8FFE4EB1-02FA-4CAD-AF11-EBBA0D0B60F2}">
      <dgm:prSet/>
      <dgm:spPr/>
      <dgm:t>
        <a:bodyPr/>
        <a:lstStyle/>
        <a:p>
          <a:endParaRPr lang="fr-DZ"/>
        </a:p>
      </dgm:t>
    </dgm:pt>
    <dgm:pt modelId="{6AA7AA2F-BEA5-44B2-A715-855C59B8066A}" type="sibTrans" cxnId="{8FFE4EB1-02FA-4CAD-AF11-EBBA0D0B60F2}">
      <dgm:prSet/>
      <dgm:spPr/>
      <dgm:t>
        <a:bodyPr/>
        <a:lstStyle/>
        <a:p>
          <a:endParaRPr lang="fr-DZ"/>
        </a:p>
      </dgm:t>
    </dgm:pt>
    <dgm:pt modelId="{C1E09C2E-71DB-4173-9CA9-9AD9CEE84C5D}">
      <dgm:prSet phldrT="[Texte]"/>
      <dgm:spPr/>
      <dgm:t>
        <a:bodyPr/>
        <a:lstStyle/>
        <a:p>
          <a:r>
            <a:rPr lang="fr-FR" dirty="0"/>
            <a:t>pharmacodépendance</a:t>
          </a:r>
          <a:endParaRPr lang="fr-DZ" dirty="0"/>
        </a:p>
      </dgm:t>
    </dgm:pt>
    <dgm:pt modelId="{2B72D80C-994C-4101-922D-2E3BB7670550}" type="parTrans" cxnId="{CEE7CB5E-2C12-43EF-BDB0-3F5ED8E23CF2}">
      <dgm:prSet/>
      <dgm:spPr/>
      <dgm:t>
        <a:bodyPr/>
        <a:lstStyle/>
        <a:p>
          <a:endParaRPr lang="fr-DZ"/>
        </a:p>
      </dgm:t>
    </dgm:pt>
    <dgm:pt modelId="{F63E448E-0336-494B-B6AD-96C71E19DFC9}" type="sibTrans" cxnId="{CEE7CB5E-2C12-43EF-BDB0-3F5ED8E23CF2}">
      <dgm:prSet/>
      <dgm:spPr/>
      <dgm:t>
        <a:bodyPr/>
        <a:lstStyle/>
        <a:p>
          <a:endParaRPr lang="fr-DZ"/>
        </a:p>
      </dgm:t>
    </dgm:pt>
    <dgm:pt modelId="{A6FF9B97-A38B-4F56-B3FE-0A6CE44939F2}">
      <dgm:prSet phldrT="[Texte]"/>
      <dgm:spPr/>
      <dgm:t>
        <a:bodyPr/>
        <a:lstStyle/>
        <a:p>
          <a:r>
            <a:rPr lang="fr-FR" dirty="0"/>
            <a:t>Erreur médicamenteuse </a:t>
          </a:r>
          <a:endParaRPr lang="fr-DZ" dirty="0"/>
        </a:p>
      </dgm:t>
    </dgm:pt>
    <dgm:pt modelId="{8D4A85F1-A992-4841-98F1-EBE246D8FE74}" type="parTrans" cxnId="{FC1A64E7-1792-4D21-8AB0-9A7B08493B4A}">
      <dgm:prSet/>
      <dgm:spPr/>
      <dgm:t>
        <a:bodyPr/>
        <a:lstStyle/>
        <a:p>
          <a:endParaRPr lang="fr-DZ"/>
        </a:p>
      </dgm:t>
    </dgm:pt>
    <dgm:pt modelId="{3257CB86-16F0-41B9-91A6-7984AA89D02B}" type="sibTrans" cxnId="{FC1A64E7-1792-4D21-8AB0-9A7B08493B4A}">
      <dgm:prSet/>
      <dgm:spPr/>
      <dgm:t>
        <a:bodyPr/>
        <a:lstStyle/>
        <a:p>
          <a:endParaRPr lang="fr-DZ"/>
        </a:p>
      </dgm:t>
    </dgm:pt>
    <dgm:pt modelId="{21EF9A65-38BE-4DC8-A45C-66F62B08F566}">
      <dgm:prSet phldrT="[Texte]"/>
      <dgm:spPr/>
      <dgm:t>
        <a:bodyPr/>
        <a:lstStyle/>
        <a:p>
          <a:r>
            <a:rPr lang="fr-FR" dirty="0"/>
            <a:t>Patient </a:t>
          </a:r>
          <a:endParaRPr lang="fr-DZ" dirty="0"/>
        </a:p>
      </dgm:t>
    </dgm:pt>
    <dgm:pt modelId="{FAC15E82-9E90-4FCC-8632-C37C054A22EC}" type="parTrans" cxnId="{3562744F-A0D6-4F1A-8502-0AF38F50078E}">
      <dgm:prSet/>
      <dgm:spPr/>
      <dgm:t>
        <a:bodyPr/>
        <a:lstStyle/>
        <a:p>
          <a:endParaRPr lang="fr-DZ"/>
        </a:p>
      </dgm:t>
    </dgm:pt>
    <dgm:pt modelId="{B7032E62-E0D4-48A3-B114-189C7D0821F8}" type="sibTrans" cxnId="{3562744F-A0D6-4F1A-8502-0AF38F50078E}">
      <dgm:prSet/>
      <dgm:spPr/>
      <dgm:t>
        <a:bodyPr/>
        <a:lstStyle/>
        <a:p>
          <a:endParaRPr lang="fr-DZ"/>
        </a:p>
      </dgm:t>
    </dgm:pt>
    <dgm:pt modelId="{38923007-F256-490F-BDB3-EB53792ADFAA}">
      <dgm:prSet phldrT="[Texte]"/>
      <dgm:spPr/>
      <dgm:t>
        <a:bodyPr/>
        <a:lstStyle/>
        <a:p>
          <a:r>
            <a:rPr lang="fr-FR" dirty="0"/>
            <a:t>Age </a:t>
          </a:r>
          <a:endParaRPr lang="fr-DZ" dirty="0"/>
        </a:p>
      </dgm:t>
    </dgm:pt>
    <dgm:pt modelId="{1E59DC35-AFF4-4C9E-93B6-40B1FE380213}" type="parTrans" cxnId="{A6738FF6-1C59-4535-A7EF-2267F344E70B}">
      <dgm:prSet/>
      <dgm:spPr/>
      <dgm:t>
        <a:bodyPr/>
        <a:lstStyle/>
        <a:p>
          <a:endParaRPr lang="fr-DZ"/>
        </a:p>
      </dgm:t>
    </dgm:pt>
    <dgm:pt modelId="{E321B6ED-4A9C-4321-B469-34B484B57185}" type="sibTrans" cxnId="{A6738FF6-1C59-4535-A7EF-2267F344E70B}">
      <dgm:prSet/>
      <dgm:spPr/>
      <dgm:t>
        <a:bodyPr/>
        <a:lstStyle/>
        <a:p>
          <a:endParaRPr lang="fr-DZ"/>
        </a:p>
      </dgm:t>
    </dgm:pt>
    <dgm:pt modelId="{0BD5D292-EF9E-479C-881B-99CB188E45F3}">
      <dgm:prSet phldrT="[Texte]"/>
      <dgm:spPr/>
      <dgm:t>
        <a:bodyPr/>
        <a:lstStyle/>
        <a:p>
          <a:r>
            <a:rPr lang="fr-FR" dirty="0"/>
            <a:t>Sexe </a:t>
          </a:r>
          <a:endParaRPr lang="fr-DZ" dirty="0"/>
        </a:p>
      </dgm:t>
    </dgm:pt>
    <dgm:pt modelId="{977B49D7-D4AF-4919-93A1-0F2712BBFA41}" type="parTrans" cxnId="{E785F759-2544-4D6A-ADB1-D30F3A87356F}">
      <dgm:prSet/>
      <dgm:spPr/>
      <dgm:t>
        <a:bodyPr/>
        <a:lstStyle/>
        <a:p>
          <a:endParaRPr lang="fr-DZ"/>
        </a:p>
      </dgm:t>
    </dgm:pt>
    <dgm:pt modelId="{E156A0AC-1E99-4029-9519-F382CC44C9DE}" type="sibTrans" cxnId="{E785F759-2544-4D6A-ADB1-D30F3A87356F}">
      <dgm:prSet/>
      <dgm:spPr/>
      <dgm:t>
        <a:bodyPr/>
        <a:lstStyle/>
        <a:p>
          <a:endParaRPr lang="fr-DZ"/>
        </a:p>
      </dgm:t>
    </dgm:pt>
    <dgm:pt modelId="{8AAC7848-5569-45D0-8C91-6AEA31D2CDBA}">
      <dgm:prSet phldrT="[Texte]"/>
      <dgm:spPr/>
      <dgm:t>
        <a:bodyPr/>
        <a:lstStyle/>
        <a:p>
          <a:r>
            <a:rPr lang="fr-FR" dirty="0"/>
            <a:t>Activité intrinsèque </a:t>
          </a:r>
          <a:endParaRPr lang="fr-DZ" dirty="0"/>
        </a:p>
      </dgm:t>
    </dgm:pt>
    <dgm:pt modelId="{7FC848BE-05C6-4C5B-BFA3-A95019AC7309}" type="parTrans" cxnId="{FC0CADAF-0898-42CF-9AFC-93B480324CD9}">
      <dgm:prSet/>
      <dgm:spPr/>
    </dgm:pt>
    <dgm:pt modelId="{1C319DB0-BA00-44B4-96E5-1F6E75DD8F26}" type="sibTrans" cxnId="{FC0CADAF-0898-42CF-9AFC-93B480324CD9}">
      <dgm:prSet/>
      <dgm:spPr/>
    </dgm:pt>
    <dgm:pt modelId="{D706AC86-2570-4C2C-87AA-B1F9DF80E582}">
      <dgm:prSet phldrT="[Texte]"/>
      <dgm:spPr/>
      <dgm:t>
        <a:bodyPr/>
        <a:lstStyle/>
        <a:p>
          <a:r>
            <a:rPr lang="fr-FR" dirty="0"/>
            <a:t>Mésusage </a:t>
          </a:r>
          <a:endParaRPr lang="fr-DZ" dirty="0"/>
        </a:p>
      </dgm:t>
    </dgm:pt>
    <dgm:pt modelId="{701BC0E9-8EC2-4993-B8C6-E5153549D1DA}" type="parTrans" cxnId="{B3D3F66C-7441-4AA5-8C3F-EB403A8F811C}">
      <dgm:prSet/>
      <dgm:spPr/>
    </dgm:pt>
    <dgm:pt modelId="{A3793B35-7A43-4977-811F-87D3B137045D}" type="sibTrans" cxnId="{B3D3F66C-7441-4AA5-8C3F-EB403A8F811C}">
      <dgm:prSet/>
      <dgm:spPr/>
    </dgm:pt>
    <dgm:pt modelId="{440028F4-2013-4F36-B1C5-6169AF7872EA}">
      <dgm:prSet phldrT="[Texte]"/>
      <dgm:spPr/>
      <dgm:t>
        <a:bodyPr/>
        <a:lstStyle/>
        <a:p>
          <a:r>
            <a:rPr lang="fr-FR" dirty="0"/>
            <a:t>grossesse</a:t>
          </a:r>
          <a:endParaRPr lang="fr-DZ" dirty="0"/>
        </a:p>
      </dgm:t>
    </dgm:pt>
    <dgm:pt modelId="{AF573FBB-8D65-4B81-AC7F-049F44D48731}" type="parTrans" cxnId="{B303BA19-8F56-4D8F-A24B-28C0129F70CB}">
      <dgm:prSet/>
      <dgm:spPr/>
    </dgm:pt>
    <dgm:pt modelId="{26B876AA-1496-4206-843B-1BD2DCAC319F}" type="sibTrans" cxnId="{B303BA19-8F56-4D8F-A24B-28C0129F70CB}">
      <dgm:prSet/>
      <dgm:spPr/>
    </dgm:pt>
    <dgm:pt modelId="{063CCAF9-19AD-4C81-8E79-4EEE4EDCAB1D}" type="pres">
      <dgm:prSet presAssocID="{B3F6E307-C9CF-4EAA-AB02-DFC6CD15D707}" presName="theList" presStyleCnt="0">
        <dgm:presLayoutVars>
          <dgm:dir/>
          <dgm:animLvl val="lvl"/>
          <dgm:resizeHandles val="exact"/>
        </dgm:presLayoutVars>
      </dgm:prSet>
      <dgm:spPr/>
    </dgm:pt>
    <dgm:pt modelId="{C942C930-0349-43BA-A46E-D1D562DBF0FB}" type="pres">
      <dgm:prSet presAssocID="{247F2DC5-5127-4503-A2C2-193F507D6FB3}" presName="compNode" presStyleCnt="0"/>
      <dgm:spPr/>
    </dgm:pt>
    <dgm:pt modelId="{E11C5E63-5954-4697-88F0-9BA05A4B7A49}" type="pres">
      <dgm:prSet presAssocID="{247F2DC5-5127-4503-A2C2-193F507D6FB3}" presName="aNode" presStyleLbl="bgShp" presStyleIdx="0" presStyleCnt="3"/>
      <dgm:spPr/>
    </dgm:pt>
    <dgm:pt modelId="{B07E990A-C926-45E8-A266-42883308608E}" type="pres">
      <dgm:prSet presAssocID="{247F2DC5-5127-4503-A2C2-193F507D6FB3}" presName="textNode" presStyleLbl="bgShp" presStyleIdx="0" presStyleCnt="3"/>
      <dgm:spPr/>
    </dgm:pt>
    <dgm:pt modelId="{A5A30BA4-E009-4561-91CE-F332CF6B69DE}" type="pres">
      <dgm:prSet presAssocID="{247F2DC5-5127-4503-A2C2-193F507D6FB3}" presName="compChildNode" presStyleCnt="0"/>
      <dgm:spPr/>
    </dgm:pt>
    <dgm:pt modelId="{B9CDF250-5397-4360-8A49-D124B421DB96}" type="pres">
      <dgm:prSet presAssocID="{247F2DC5-5127-4503-A2C2-193F507D6FB3}" presName="theInnerList" presStyleCnt="0"/>
      <dgm:spPr/>
    </dgm:pt>
    <dgm:pt modelId="{2418EFDE-A571-40D1-8CF0-6E4A7C56718F}" type="pres">
      <dgm:prSet presAssocID="{5ED16E7A-FBA5-4422-8344-0AD9858D53BD}" presName="childNode" presStyleLbl="node1" presStyleIdx="0" presStyleCnt="9">
        <dgm:presLayoutVars>
          <dgm:bulletEnabled val="1"/>
        </dgm:presLayoutVars>
      </dgm:prSet>
      <dgm:spPr/>
    </dgm:pt>
    <dgm:pt modelId="{0190D20E-06F4-4B3A-B629-C685E73450D4}" type="pres">
      <dgm:prSet presAssocID="{5ED16E7A-FBA5-4422-8344-0AD9858D53BD}" presName="aSpace2" presStyleCnt="0"/>
      <dgm:spPr/>
    </dgm:pt>
    <dgm:pt modelId="{68FA5549-A1FC-46AC-BCED-5CF91BE63838}" type="pres">
      <dgm:prSet presAssocID="{9C37E63E-2D2B-4E6F-A514-CF1473758CCB}" presName="childNode" presStyleLbl="node1" presStyleIdx="1" presStyleCnt="9">
        <dgm:presLayoutVars>
          <dgm:bulletEnabled val="1"/>
        </dgm:presLayoutVars>
      </dgm:prSet>
      <dgm:spPr/>
    </dgm:pt>
    <dgm:pt modelId="{A9C77381-D422-4D5D-AE81-F584A5D86F73}" type="pres">
      <dgm:prSet presAssocID="{9C37E63E-2D2B-4E6F-A514-CF1473758CCB}" presName="aSpace2" presStyleCnt="0"/>
      <dgm:spPr/>
    </dgm:pt>
    <dgm:pt modelId="{FF9F3E43-D420-4376-9598-FE691F154C6C}" type="pres">
      <dgm:prSet presAssocID="{8AAC7848-5569-45D0-8C91-6AEA31D2CDBA}" presName="childNode" presStyleLbl="node1" presStyleIdx="2" presStyleCnt="9">
        <dgm:presLayoutVars>
          <dgm:bulletEnabled val="1"/>
        </dgm:presLayoutVars>
      </dgm:prSet>
      <dgm:spPr/>
    </dgm:pt>
    <dgm:pt modelId="{63A99F8B-12B2-44C8-BFFA-183F46305356}" type="pres">
      <dgm:prSet presAssocID="{247F2DC5-5127-4503-A2C2-193F507D6FB3}" presName="aSpace" presStyleCnt="0"/>
      <dgm:spPr/>
    </dgm:pt>
    <dgm:pt modelId="{2546CF29-241E-44C7-AC64-4A4B0F7E751C}" type="pres">
      <dgm:prSet presAssocID="{6F43AC82-1529-48E2-8EA8-D01C4A2BB203}" presName="compNode" presStyleCnt="0"/>
      <dgm:spPr/>
    </dgm:pt>
    <dgm:pt modelId="{4AC7418D-BE03-407B-A683-539A43C0177B}" type="pres">
      <dgm:prSet presAssocID="{6F43AC82-1529-48E2-8EA8-D01C4A2BB203}" presName="aNode" presStyleLbl="bgShp" presStyleIdx="1" presStyleCnt="3"/>
      <dgm:spPr/>
    </dgm:pt>
    <dgm:pt modelId="{7FBD678D-A2F8-4EC3-8320-B698FD2BBB4D}" type="pres">
      <dgm:prSet presAssocID="{6F43AC82-1529-48E2-8EA8-D01C4A2BB203}" presName="textNode" presStyleLbl="bgShp" presStyleIdx="1" presStyleCnt="3"/>
      <dgm:spPr/>
    </dgm:pt>
    <dgm:pt modelId="{E8CD9E19-BC2C-45A2-ADDC-1B97E0C50493}" type="pres">
      <dgm:prSet presAssocID="{6F43AC82-1529-48E2-8EA8-D01C4A2BB203}" presName="compChildNode" presStyleCnt="0"/>
      <dgm:spPr/>
    </dgm:pt>
    <dgm:pt modelId="{648BE297-627C-4A69-A267-0A7587B83C84}" type="pres">
      <dgm:prSet presAssocID="{6F43AC82-1529-48E2-8EA8-D01C4A2BB203}" presName="theInnerList" presStyleCnt="0"/>
      <dgm:spPr/>
    </dgm:pt>
    <dgm:pt modelId="{3DD613AA-7649-4EE6-BA60-74951CEDCB49}" type="pres">
      <dgm:prSet presAssocID="{C1E09C2E-71DB-4173-9CA9-9AD9CEE84C5D}" presName="childNode" presStyleLbl="node1" presStyleIdx="3" presStyleCnt="9">
        <dgm:presLayoutVars>
          <dgm:bulletEnabled val="1"/>
        </dgm:presLayoutVars>
      </dgm:prSet>
      <dgm:spPr/>
    </dgm:pt>
    <dgm:pt modelId="{4A750C56-9504-45DB-ACC8-C79D80F98173}" type="pres">
      <dgm:prSet presAssocID="{C1E09C2E-71DB-4173-9CA9-9AD9CEE84C5D}" presName="aSpace2" presStyleCnt="0"/>
      <dgm:spPr/>
    </dgm:pt>
    <dgm:pt modelId="{8C75AA84-449B-41E0-9A9C-C3737BCA9A41}" type="pres">
      <dgm:prSet presAssocID="{A6FF9B97-A38B-4F56-B3FE-0A6CE44939F2}" presName="childNode" presStyleLbl="node1" presStyleIdx="4" presStyleCnt="9">
        <dgm:presLayoutVars>
          <dgm:bulletEnabled val="1"/>
        </dgm:presLayoutVars>
      </dgm:prSet>
      <dgm:spPr/>
    </dgm:pt>
    <dgm:pt modelId="{D0EBF150-B938-4A78-A912-C32F4B849F75}" type="pres">
      <dgm:prSet presAssocID="{A6FF9B97-A38B-4F56-B3FE-0A6CE44939F2}" presName="aSpace2" presStyleCnt="0"/>
      <dgm:spPr/>
    </dgm:pt>
    <dgm:pt modelId="{482D9BF3-3474-49DE-B3D5-8D6111194193}" type="pres">
      <dgm:prSet presAssocID="{D706AC86-2570-4C2C-87AA-B1F9DF80E582}" presName="childNode" presStyleLbl="node1" presStyleIdx="5" presStyleCnt="9">
        <dgm:presLayoutVars>
          <dgm:bulletEnabled val="1"/>
        </dgm:presLayoutVars>
      </dgm:prSet>
      <dgm:spPr/>
    </dgm:pt>
    <dgm:pt modelId="{3591FB7F-9656-4897-B2A5-E131E9BDFFA7}" type="pres">
      <dgm:prSet presAssocID="{6F43AC82-1529-48E2-8EA8-D01C4A2BB203}" presName="aSpace" presStyleCnt="0"/>
      <dgm:spPr/>
    </dgm:pt>
    <dgm:pt modelId="{FC9D26EA-6248-4347-8B5E-22C4937E5255}" type="pres">
      <dgm:prSet presAssocID="{21EF9A65-38BE-4DC8-A45C-66F62B08F566}" presName="compNode" presStyleCnt="0"/>
      <dgm:spPr/>
    </dgm:pt>
    <dgm:pt modelId="{C152FC07-6765-4C56-82EE-53BCAFF346E9}" type="pres">
      <dgm:prSet presAssocID="{21EF9A65-38BE-4DC8-A45C-66F62B08F566}" presName="aNode" presStyleLbl="bgShp" presStyleIdx="2" presStyleCnt="3"/>
      <dgm:spPr/>
    </dgm:pt>
    <dgm:pt modelId="{62D48DA3-5353-4576-843E-BDA7E1D29150}" type="pres">
      <dgm:prSet presAssocID="{21EF9A65-38BE-4DC8-A45C-66F62B08F566}" presName="textNode" presStyleLbl="bgShp" presStyleIdx="2" presStyleCnt="3"/>
      <dgm:spPr/>
    </dgm:pt>
    <dgm:pt modelId="{B753C54B-2659-43D3-A777-DF3304A0BB9C}" type="pres">
      <dgm:prSet presAssocID="{21EF9A65-38BE-4DC8-A45C-66F62B08F566}" presName="compChildNode" presStyleCnt="0"/>
      <dgm:spPr/>
    </dgm:pt>
    <dgm:pt modelId="{FB11E980-60C2-4A73-B0FF-F3F8486D9920}" type="pres">
      <dgm:prSet presAssocID="{21EF9A65-38BE-4DC8-A45C-66F62B08F566}" presName="theInnerList" presStyleCnt="0"/>
      <dgm:spPr/>
    </dgm:pt>
    <dgm:pt modelId="{2E0DA2E1-9C55-481E-A352-DC8EA6CD0915}" type="pres">
      <dgm:prSet presAssocID="{38923007-F256-490F-BDB3-EB53792ADFAA}" presName="childNode" presStyleLbl="node1" presStyleIdx="6" presStyleCnt="9">
        <dgm:presLayoutVars>
          <dgm:bulletEnabled val="1"/>
        </dgm:presLayoutVars>
      </dgm:prSet>
      <dgm:spPr/>
    </dgm:pt>
    <dgm:pt modelId="{EDF3E223-2341-4FBC-A173-C730040B0B8D}" type="pres">
      <dgm:prSet presAssocID="{38923007-F256-490F-BDB3-EB53792ADFAA}" presName="aSpace2" presStyleCnt="0"/>
      <dgm:spPr/>
    </dgm:pt>
    <dgm:pt modelId="{C488748B-4EF6-49F7-9E0A-A42987FEA609}" type="pres">
      <dgm:prSet presAssocID="{0BD5D292-EF9E-479C-881B-99CB188E45F3}" presName="childNode" presStyleLbl="node1" presStyleIdx="7" presStyleCnt="9">
        <dgm:presLayoutVars>
          <dgm:bulletEnabled val="1"/>
        </dgm:presLayoutVars>
      </dgm:prSet>
      <dgm:spPr/>
    </dgm:pt>
    <dgm:pt modelId="{7CE742F1-6857-458A-874B-3FB0D5AF90E2}" type="pres">
      <dgm:prSet presAssocID="{0BD5D292-EF9E-479C-881B-99CB188E45F3}" presName="aSpace2" presStyleCnt="0"/>
      <dgm:spPr/>
    </dgm:pt>
    <dgm:pt modelId="{6CE6F04D-50D7-4675-9471-A96F9D35230B}" type="pres">
      <dgm:prSet presAssocID="{440028F4-2013-4F36-B1C5-6169AF7872EA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4063270C-3161-473F-8F1C-FC4238241CC7}" type="presOf" srcId="{B3F6E307-C9CF-4EAA-AB02-DFC6CD15D707}" destId="{063CCAF9-19AD-4C81-8E79-4EEE4EDCAB1D}" srcOrd="0" destOrd="0" presId="urn:microsoft.com/office/officeart/2005/8/layout/lProcess2"/>
    <dgm:cxn modelId="{FD3C830C-0C6B-46BB-AFBB-25550BC15FF7}" type="presOf" srcId="{440028F4-2013-4F36-B1C5-6169AF7872EA}" destId="{6CE6F04D-50D7-4675-9471-A96F9D35230B}" srcOrd="0" destOrd="0" presId="urn:microsoft.com/office/officeart/2005/8/layout/lProcess2"/>
    <dgm:cxn modelId="{EA064311-4C64-45AC-81B7-11BF0E15910B}" type="presOf" srcId="{0BD5D292-EF9E-479C-881B-99CB188E45F3}" destId="{C488748B-4EF6-49F7-9E0A-A42987FEA609}" srcOrd="0" destOrd="0" presId="urn:microsoft.com/office/officeart/2005/8/layout/lProcess2"/>
    <dgm:cxn modelId="{2148D215-C19B-4623-909C-3C27C78DD3D6}" type="presOf" srcId="{8AAC7848-5569-45D0-8C91-6AEA31D2CDBA}" destId="{FF9F3E43-D420-4376-9598-FE691F154C6C}" srcOrd="0" destOrd="0" presId="urn:microsoft.com/office/officeart/2005/8/layout/lProcess2"/>
    <dgm:cxn modelId="{B303BA19-8F56-4D8F-A24B-28C0129F70CB}" srcId="{21EF9A65-38BE-4DC8-A45C-66F62B08F566}" destId="{440028F4-2013-4F36-B1C5-6169AF7872EA}" srcOrd="2" destOrd="0" parTransId="{AF573FBB-8D65-4B81-AC7F-049F44D48731}" sibTransId="{26B876AA-1496-4206-843B-1BD2DCAC319F}"/>
    <dgm:cxn modelId="{4DFB0E2A-7796-4345-9588-7F7FF2737625}" type="presOf" srcId="{A6FF9B97-A38B-4F56-B3FE-0A6CE44939F2}" destId="{8C75AA84-449B-41E0-9A9C-C3737BCA9A41}" srcOrd="0" destOrd="0" presId="urn:microsoft.com/office/officeart/2005/8/layout/lProcess2"/>
    <dgm:cxn modelId="{CEE7CB5E-2C12-43EF-BDB0-3F5ED8E23CF2}" srcId="{6F43AC82-1529-48E2-8EA8-D01C4A2BB203}" destId="{C1E09C2E-71DB-4173-9CA9-9AD9CEE84C5D}" srcOrd="0" destOrd="0" parTransId="{2B72D80C-994C-4101-922D-2E3BB7670550}" sibTransId="{F63E448E-0336-494B-B6AD-96C71E19DFC9}"/>
    <dgm:cxn modelId="{FAEFFC41-B488-4245-A140-E748525BEA9C}" type="presOf" srcId="{38923007-F256-490F-BDB3-EB53792ADFAA}" destId="{2E0DA2E1-9C55-481E-A352-DC8EA6CD0915}" srcOrd="0" destOrd="0" presId="urn:microsoft.com/office/officeart/2005/8/layout/lProcess2"/>
    <dgm:cxn modelId="{8372D562-8D9F-4DDC-A1E8-22436AFF8AF3}" type="presOf" srcId="{9C37E63E-2D2B-4E6F-A514-CF1473758CCB}" destId="{68FA5549-A1FC-46AC-BCED-5CF91BE63838}" srcOrd="0" destOrd="0" presId="urn:microsoft.com/office/officeart/2005/8/layout/lProcess2"/>
    <dgm:cxn modelId="{B3D3F66C-7441-4AA5-8C3F-EB403A8F811C}" srcId="{6F43AC82-1529-48E2-8EA8-D01C4A2BB203}" destId="{D706AC86-2570-4C2C-87AA-B1F9DF80E582}" srcOrd="2" destOrd="0" parTransId="{701BC0E9-8EC2-4993-B8C6-E5153549D1DA}" sibTransId="{A3793B35-7A43-4977-811F-87D3B137045D}"/>
    <dgm:cxn modelId="{3562744F-A0D6-4F1A-8502-0AF38F50078E}" srcId="{B3F6E307-C9CF-4EAA-AB02-DFC6CD15D707}" destId="{21EF9A65-38BE-4DC8-A45C-66F62B08F566}" srcOrd="2" destOrd="0" parTransId="{FAC15E82-9E90-4FCC-8632-C37C054A22EC}" sibTransId="{B7032E62-E0D4-48A3-B114-189C7D0821F8}"/>
    <dgm:cxn modelId="{9484EC55-76FD-45E2-8308-3FB2A92AAF59}" type="presOf" srcId="{D706AC86-2570-4C2C-87AA-B1F9DF80E582}" destId="{482D9BF3-3474-49DE-B3D5-8D6111194193}" srcOrd="0" destOrd="0" presId="urn:microsoft.com/office/officeart/2005/8/layout/lProcess2"/>
    <dgm:cxn modelId="{D493AF79-F756-44D9-8480-D5EEDC489858}" type="presOf" srcId="{6F43AC82-1529-48E2-8EA8-D01C4A2BB203}" destId="{4AC7418D-BE03-407B-A683-539A43C0177B}" srcOrd="0" destOrd="0" presId="urn:microsoft.com/office/officeart/2005/8/layout/lProcess2"/>
    <dgm:cxn modelId="{E785F759-2544-4D6A-ADB1-D30F3A87356F}" srcId="{21EF9A65-38BE-4DC8-A45C-66F62B08F566}" destId="{0BD5D292-EF9E-479C-881B-99CB188E45F3}" srcOrd="1" destOrd="0" parTransId="{977B49D7-D4AF-4919-93A1-0F2712BBFA41}" sibTransId="{E156A0AC-1E99-4029-9519-F382CC44C9DE}"/>
    <dgm:cxn modelId="{98FD5F8F-FB7C-4DE4-A9A8-4F53429CC503}" type="presOf" srcId="{C1E09C2E-71DB-4173-9CA9-9AD9CEE84C5D}" destId="{3DD613AA-7649-4EE6-BA60-74951CEDCB49}" srcOrd="0" destOrd="0" presId="urn:microsoft.com/office/officeart/2005/8/layout/lProcess2"/>
    <dgm:cxn modelId="{FC0CADAF-0898-42CF-9AFC-93B480324CD9}" srcId="{247F2DC5-5127-4503-A2C2-193F507D6FB3}" destId="{8AAC7848-5569-45D0-8C91-6AEA31D2CDBA}" srcOrd="2" destOrd="0" parTransId="{7FC848BE-05C6-4C5B-BFA3-A95019AC7309}" sibTransId="{1C319DB0-BA00-44B4-96E5-1F6E75DD8F26}"/>
    <dgm:cxn modelId="{5AB6BCB0-BF4D-40A4-96A8-1191E9072113}" type="presOf" srcId="{247F2DC5-5127-4503-A2C2-193F507D6FB3}" destId="{E11C5E63-5954-4697-88F0-9BA05A4B7A49}" srcOrd="0" destOrd="0" presId="urn:microsoft.com/office/officeart/2005/8/layout/lProcess2"/>
    <dgm:cxn modelId="{8FFE4EB1-02FA-4CAD-AF11-EBBA0D0B60F2}" srcId="{B3F6E307-C9CF-4EAA-AB02-DFC6CD15D707}" destId="{6F43AC82-1529-48E2-8EA8-D01C4A2BB203}" srcOrd="1" destOrd="0" parTransId="{929B9AEE-94AC-4F9C-8FB1-072012D16D95}" sibTransId="{6AA7AA2F-BEA5-44B2-A715-855C59B8066A}"/>
    <dgm:cxn modelId="{4BBDF8BC-4BF0-4896-9345-72AD6EF17FBF}" srcId="{B3F6E307-C9CF-4EAA-AB02-DFC6CD15D707}" destId="{247F2DC5-5127-4503-A2C2-193F507D6FB3}" srcOrd="0" destOrd="0" parTransId="{2CA06962-014E-4E89-B778-8833C21FB0B5}" sibTransId="{8F83A253-88D7-49BD-855F-FA35B6ACB991}"/>
    <dgm:cxn modelId="{36F5C2CB-808E-4808-BDF8-F490F2019503}" type="presOf" srcId="{21EF9A65-38BE-4DC8-A45C-66F62B08F566}" destId="{C152FC07-6765-4C56-82EE-53BCAFF346E9}" srcOrd="0" destOrd="0" presId="urn:microsoft.com/office/officeart/2005/8/layout/lProcess2"/>
    <dgm:cxn modelId="{843003D4-728F-4068-A133-D6EC9FCBEB8B}" type="presOf" srcId="{6F43AC82-1529-48E2-8EA8-D01C4A2BB203}" destId="{7FBD678D-A2F8-4EC3-8320-B698FD2BBB4D}" srcOrd="1" destOrd="0" presId="urn:microsoft.com/office/officeart/2005/8/layout/lProcess2"/>
    <dgm:cxn modelId="{6575B6D6-B740-4A14-A1EA-4A2B0EA37652}" type="presOf" srcId="{5ED16E7A-FBA5-4422-8344-0AD9858D53BD}" destId="{2418EFDE-A571-40D1-8CF0-6E4A7C56718F}" srcOrd="0" destOrd="0" presId="urn:microsoft.com/office/officeart/2005/8/layout/lProcess2"/>
    <dgm:cxn modelId="{FC1A64E7-1792-4D21-8AB0-9A7B08493B4A}" srcId="{6F43AC82-1529-48E2-8EA8-D01C4A2BB203}" destId="{A6FF9B97-A38B-4F56-B3FE-0A6CE44939F2}" srcOrd="1" destOrd="0" parTransId="{8D4A85F1-A992-4841-98F1-EBE246D8FE74}" sibTransId="{3257CB86-16F0-41B9-91A6-7984AA89D02B}"/>
    <dgm:cxn modelId="{E69B4CE8-7851-48DD-AD41-2A0DAA60A466}" srcId="{247F2DC5-5127-4503-A2C2-193F507D6FB3}" destId="{5ED16E7A-FBA5-4422-8344-0AD9858D53BD}" srcOrd="0" destOrd="0" parTransId="{9A135975-3E41-46FF-936B-48FC418D63EC}" sibTransId="{C7E0B367-F523-40CA-87F8-06D880D037EE}"/>
    <dgm:cxn modelId="{1B2464ED-BE28-4DA8-AB1C-1C74942B2673}" srcId="{247F2DC5-5127-4503-A2C2-193F507D6FB3}" destId="{9C37E63E-2D2B-4E6F-A514-CF1473758CCB}" srcOrd="1" destOrd="0" parTransId="{32552D9C-1FD5-4774-A50A-8A31DC52BAB5}" sibTransId="{403AF390-A73E-4C9D-8E76-AE469D583D71}"/>
    <dgm:cxn modelId="{5E7E38F1-4873-42E0-9168-54F14BCCE5CD}" type="presOf" srcId="{247F2DC5-5127-4503-A2C2-193F507D6FB3}" destId="{B07E990A-C926-45E8-A266-42883308608E}" srcOrd="1" destOrd="0" presId="urn:microsoft.com/office/officeart/2005/8/layout/lProcess2"/>
    <dgm:cxn modelId="{132B5FF1-6743-46A5-AF32-9DD24BBFC9A7}" type="presOf" srcId="{21EF9A65-38BE-4DC8-A45C-66F62B08F566}" destId="{62D48DA3-5353-4576-843E-BDA7E1D29150}" srcOrd="1" destOrd="0" presId="urn:microsoft.com/office/officeart/2005/8/layout/lProcess2"/>
    <dgm:cxn modelId="{A6738FF6-1C59-4535-A7EF-2267F344E70B}" srcId="{21EF9A65-38BE-4DC8-A45C-66F62B08F566}" destId="{38923007-F256-490F-BDB3-EB53792ADFAA}" srcOrd="0" destOrd="0" parTransId="{1E59DC35-AFF4-4C9E-93B6-40B1FE380213}" sibTransId="{E321B6ED-4A9C-4321-B469-34B484B57185}"/>
    <dgm:cxn modelId="{7B0E8350-0EA7-4E66-A378-E261EC8EE6F4}" type="presParOf" srcId="{063CCAF9-19AD-4C81-8E79-4EEE4EDCAB1D}" destId="{C942C930-0349-43BA-A46E-D1D562DBF0FB}" srcOrd="0" destOrd="0" presId="urn:microsoft.com/office/officeart/2005/8/layout/lProcess2"/>
    <dgm:cxn modelId="{04FA6A06-B256-4C0C-B07B-E23FA80AA8F0}" type="presParOf" srcId="{C942C930-0349-43BA-A46E-D1D562DBF0FB}" destId="{E11C5E63-5954-4697-88F0-9BA05A4B7A49}" srcOrd="0" destOrd="0" presId="urn:microsoft.com/office/officeart/2005/8/layout/lProcess2"/>
    <dgm:cxn modelId="{AE8ECC2C-3A76-4CBC-B1AC-777F1DD8801B}" type="presParOf" srcId="{C942C930-0349-43BA-A46E-D1D562DBF0FB}" destId="{B07E990A-C926-45E8-A266-42883308608E}" srcOrd="1" destOrd="0" presId="urn:microsoft.com/office/officeart/2005/8/layout/lProcess2"/>
    <dgm:cxn modelId="{8D438376-7508-44F3-BEBE-264BB6E7F826}" type="presParOf" srcId="{C942C930-0349-43BA-A46E-D1D562DBF0FB}" destId="{A5A30BA4-E009-4561-91CE-F332CF6B69DE}" srcOrd="2" destOrd="0" presId="urn:microsoft.com/office/officeart/2005/8/layout/lProcess2"/>
    <dgm:cxn modelId="{9C4E912B-BD17-4741-A010-A097DA96E564}" type="presParOf" srcId="{A5A30BA4-E009-4561-91CE-F332CF6B69DE}" destId="{B9CDF250-5397-4360-8A49-D124B421DB96}" srcOrd="0" destOrd="0" presId="urn:microsoft.com/office/officeart/2005/8/layout/lProcess2"/>
    <dgm:cxn modelId="{7396C275-1A65-4A04-AFAD-50B4E3CB8E6A}" type="presParOf" srcId="{B9CDF250-5397-4360-8A49-D124B421DB96}" destId="{2418EFDE-A571-40D1-8CF0-6E4A7C56718F}" srcOrd="0" destOrd="0" presId="urn:microsoft.com/office/officeart/2005/8/layout/lProcess2"/>
    <dgm:cxn modelId="{6F2862BF-6FA1-4717-A947-A95E91C9E970}" type="presParOf" srcId="{B9CDF250-5397-4360-8A49-D124B421DB96}" destId="{0190D20E-06F4-4B3A-B629-C685E73450D4}" srcOrd="1" destOrd="0" presId="urn:microsoft.com/office/officeart/2005/8/layout/lProcess2"/>
    <dgm:cxn modelId="{0B66F38F-86E2-4414-A31C-E60A99AB3F1A}" type="presParOf" srcId="{B9CDF250-5397-4360-8A49-D124B421DB96}" destId="{68FA5549-A1FC-46AC-BCED-5CF91BE63838}" srcOrd="2" destOrd="0" presId="urn:microsoft.com/office/officeart/2005/8/layout/lProcess2"/>
    <dgm:cxn modelId="{4E426A78-CCED-4EFA-87E0-D14101FB2A63}" type="presParOf" srcId="{B9CDF250-5397-4360-8A49-D124B421DB96}" destId="{A9C77381-D422-4D5D-AE81-F584A5D86F73}" srcOrd="3" destOrd="0" presId="urn:microsoft.com/office/officeart/2005/8/layout/lProcess2"/>
    <dgm:cxn modelId="{2253C34E-EE95-4DC3-9861-095B54503D47}" type="presParOf" srcId="{B9CDF250-5397-4360-8A49-D124B421DB96}" destId="{FF9F3E43-D420-4376-9598-FE691F154C6C}" srcOrd="4" destOrd="0" presId="urn:microsoft.com/office/officeart/2005/8/layout/lProcess2"/>
    <dgm:cxn modelId="{4F9426EB-054A-4CE7-AA8F-F3777C178A76}" type="presParOf" srcId="{063CCAF9-19AD-4C81-8E79-4EEE4EDCAB1D}" destId="{63A99F8B-12B2-44C8-BFFA-183F46305356}" srcOrd="1" destOrd="0" presId="urn:microsoft.com/office/officeart/2005/8/layout/lProcess2"/>
    <dgm:cxn modelId="{49D5D02B-752C-4C07-A57C-0641B7908907}" type="presParOf" srcId="{063CCAF9-19AD-4C81-8E79-4EEE4EDCAB1D}" destId="{2546CF29-241E-44C7-AC64-4A4B0F7E751C}" srcOrd="2" destOrd="0" presId="urn:microsoft.com/office/officeart/2005/8/layout/lProcess2"/>
    <dgm:cxn modelId="{1271C558-A9B4-4E38-B522-58B0C1317D5A}" type="presParOf" srcId="{2546CF29-241E-44C7-AC64-4A4B0F7E751C}" destId="{4AC7418D-BE03-407B-A683-539A43C0177B}" srcOrd="0" destOrd="0" presId="urn:microsoft.com/office/officeart/2005/8/layout/lProcess2"/>
    <dgm:cxn modelId="{C9D8B55E-B5F8-47C7-8633-1969AB79C07D}" type="presParOf" srcId="{2546CF29-241E-44C7-AC64-4A4B0F7E751C}" destId="{7FBD678D-A2F8-4EC3-8320-B698FD2BBB4D}" srcOrd="1" destOrd="0" presId="urn:microsoft.com/office/officeart/2005/8/layout/lProcess2"/>
    <dgm:cxn modelId="{C25D720B-AEBE-47CA-8A8F-6E8717448663}" type="presParOf" srcId="{2546CF29-241E-44C7-AC64-4A4B0F7E751C}" destId="{E8CD9E19-BC2C-45A2-ADDC-1B97E0C50493}" srcOrd="2" destOrd="0" presId="urn:microsoft.com/office/officeart/2005/8/layout/lProcess2"/>
    <dgm:cxn modelId="{E0BBB28C-E71A-4710-8285-6BFB3FB092B8}" type="presParOf" srcId="{E8CD9E19-BC2C-45A2-ADDC-1B97E0C50493}" destId="{648BE297-627C-4A69-A267-0A7587B83C84}" srcOrd="0" destOrd="0" presId="urn:microsoft.com/office/officeart/2005/8/layout/lProcess2"/>
    <dgm:cxn modelId="{7A7128B7-0472-4FD5-BC9C-B731D0BDEC07}" type="presParOf" srcId="{648BE297-627C-4A69-A267-0A7587B83C84}" destId="{3DD613AA-7649-4EE6-BA60-74951CEDCB49}" srcOrd="0" destOrd="0" presId="urn:microsoft.com/office/officeart/2005/8/layout/lProcess2"/>
    <dgm:cxn modelId="{18C19862-C500-4ADC-BC2B-217B1AE81AB2}" type="presParOf" srcId="{648BE297-627C-4A69-A267-0A7587B83C84}" destId="{4A750C56-9504-45DB-ACC8-C79D80F98173}" srcOrd="1" destOrd="0" presId="urn:microsoft.com/office/officeart/2005/8/layout/lProcess2"/>
    <dgm:cxn modelId="{AF81C306-50F4-4750-844F-8EBB3CA62325}" type="presParOf" srcId="{648BE297-627C-4A69-A267-0A7587B83C84}" destId="{8C75AA84-449B-41E0-9A9C-C3737BCA9A41}" srcOrd="2" destOrd="0" presId="urn:microsoft.com/office/officeart/2005/8/layout/lProcess2"/>
    <dgm:cxn modelId="{EB371579-BB05-4134-8CC8-AD07170E680A}" type="presParOf" srcId="{648BE297-627C-4A69-A267-0A7587B83C84}" destId="{D0EBF150-B938-4A78-A912-C32F4B849F75}" srcOrd="3" destOrd="0" presId="urn:microsoft.com/office/officeart/2005/8/layout/lProcess2"/>
    <dgm:cxn modelId="{AFBECF58-BBA9-4585-A616-8334116F49B7}" type="presParOf" srcId="{648BE297-627C-4A69-A267-0A7587B83C84}" destId="{482D9BF3-3474-49DE-B3D5-8D6111194193}" srcOrd="4" destOrd="0" presId="urn:microsoft.com/office/officeart/2005/8/layout/lProcess2"/>
    <dgm:cxn modelId="{9CD73263-1378-40AB-96FD-B9D74AC85A01}" type="presParOf" srcId="{063CCAF9-19AD-4C81-8E79-4EEE4EDCAB1D}" destId="{3591FB7F-9656-4897-B2A5-E131E9BDFFA7}" srcOrd="3" destOrd="0" presId="urn:microsoft.com/office/officeart/2005/8/layout/lProcess2"/>
    <dgm:cxn modelId="{9615DC82-D16C-4EA3-95B2-9BDD3EFD564C}" type="presParOf" srcId="{063CCAF9-19AD-4C81-8E79-4EEE4EDCAB1D}" destId="{FC9D26EA-6248-4347-8B5E-22C4937E5255}" srcOrd="4" destOrd="0" presId="urn:microsoft.com/office/officeart/2005/8/layout/lProcess2"/>
    <dgm:cxn modelId="{FD86B48E-41D2-4E55-8324-469D9785AF61}" type="presParOf" srcId="{FC9D26EA-6248-4347-8B5E-22C4937E5255}" destId="{C152FC07-6765-4C56-82EE-53BCAFF346E9}" srcOrd="0" destOrd="0" presId="urn:microsoft.com/office/officeart/2005/8/layout/lProcess2"/>
    <dgm:cxn modelId="{350AD737-8798-48C0-837C-BF75DE720B5D}" type="presParOf" srcId="{FC9D26EA-6248-4347-8B5E-22C4937E5255}" destId="{62D48DA3-5353-4576-843E-BDA7E1D29150}" srcOrd="1" destOrd="0" presId="urn:microsoft.com/office/officeart/2005/8/layout/lProcess2"/>
    <dgm:cxn modelId="{65C05DF0-241D-4870-A88A-C3509CFA4703}" type="presParOf" srcId="{FC9D26EA-6248-4347-8B5E-22C4937E5255}" destId="{B753C54B-2659-43D3-A777-DF3304A0BB9C}" srcOrd="2" destOrd="0" presId="urn:microsoft.com/office/officeart/2005/8/layout/lProcess2"/>
    <dgm:cxn modelId="{829A8E6A-3959-4389-9C4A-A0F8E3B28CB5}" type="presParOf" srcId="{B753C54B-2659-43D3-A777-DF3304A0BB9C}" destId="{FB11E980-60C2-4A73-B0FF-F3F8486D9920}" srcOrd="0" destOrd="0" presId="urn:microsoft.com/office/officeart/2005/8/layout/lProcess2"/>
    <dgm:cxn modelId="{DD230BC0-F188-48FC-8E30-5B1375CE8F98}" type="presParOf" srcId="{FB11E980-60C2-4A73-B0FF-F3F8486D9920}" destId="{2E0DA2E1-9C55-481E-A352-DC8EA6CD0915}" srcOrd="0" destOrd="0" presId="urn:microsoft.com/office/officeart/2005/8/layout/lProcess2"/>
    <dgm:cxn modelId="{F48DFE88-F4EF-491D-AD4F-3150D9E275F9}" type="presParOf" srcId="{FB11E980-60C2-4A73-B0FF-F3F8486D9920}" destId="{EDF3E223-2341-4FBC-A173-C730040B0B8D}" srcOrd="1" destOrd="0" presId="urn:microsoft.com/office/officeart/2005/8/layout/lProcess2"/>
    <dgm:cxn modelId="{1B2B6A8A-0F17-4768-A45F-FFC2D5717CBE}" type="presParOf" srcId="{FB11E980-60C2-4A73-B0FF-F3F8486D9920}" destId="{C488748B-4EF6-49F7-9E0A-A42987FEA609}" srcOrd="2" destOrd="0" presId="urn:microsoft.com/office/officeart/2005/8/layout/lProcess2"/>
    <dgm:cxn modelId="{0FE9DBF8-2E30-4A69-B245-45FE81799EB1}" type="presParOf" srcId="{FB11E980-60C2-4A73-B0FF-F3F8486D9920}" destId="{7CE742F1-6857-458A-874B-3FB0D5AF90E2}" srcOrd="3" destOrd="0" presId="urn:microsoft.com/office/officeart/2005/8/layout/lProcess2"/>
    <dgm:cxn modelId="{DDCC643B-A976-4458-A274-D5CAC798491A}" type="presParOf" srcId="{FB11E980-60C2-4A73-B0FF-F3F8486D9920}" destId="{6CE6F04D-50D7-4675-9471-A96F9D35230B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A9149DA-DC96-4ED0-86A0-AEAEF7B264E7}" type="doc">
      <dgm:prSet loTypeId="urn:microsoft.com/office/officeart/2005/8/layout/process1" loCatId="process" qsTypeId="urn:microsoft.com/office/officeart/2005/8/quickstyle/simple1" qsCatId="simple" csTypeId="urn:microsoft.com/office/officeart/2005/8/colors/colorful1" csCatId="colorful" phldr="1"/>
      <dgm:spPr/>
    </dgm:pt>
    <dgm:pt modelId="{1B410BB5-1E06-4357-A87F-497CF3B2D06D}">
      <dgm:prSet phldrT="[Texte]"/>
      <dgm:spPr/>
      <dgm:t>
        <a:bodyPr/>
        <a:lstStyle/>
        <a:p>
          <a:r>
            <a:rPr lang="fr-FR" dirty="0"/>
            <a:t>Essais précliniques</a:t>
          </a:r>
          <a:endParaRPr lang="fr-DZ" dirty="0"/>
        </a:p>
      </dgm:t>
    </dgm:pt>
    <dgm:pt modelId="{73C460C0-6F30-4270-BDFC-5813752E206F}" type="parTrans" cxnId="{FB1C5DE9-27F1-4B1E-BA27-1DFBE1092A25}">
      <dgm:prSet/>
      <dgm:spPr/>
      <dgm:t>
        <a:bodyPr/>
        <a:lstStyle/>
        <a:p>
          <a:endParaRPr lang="fr-DZ"/>
        </a:p>
      </dgm:t>
    </dgm:pt>
    <dgm:pt modelId="{629D36BD-1813-4BC8-B348-8539E5E47756}" type="sibTrans" cxnId="{FB1C5DE9-27F1-4B1E-BA27-1DFBE1092A25}">
      <dgm:prSet/>
      <dgm:spPr/>
      <dgm:t>
        <a:bodyPr/>
        <a:lstStyle/>
        <a:p>
          <a:endParaRPr lang="fr-DZ"/>
        </a:p>
      </dgm:t>
    </dgm:pt>
    <dgm:pt modelId="{4BA518A5-10BD-4A72-967C-6F5CCFF776B9}">
      <dgm:prSet phldrT="[Texte]"/>
      <dgm:spPr/>
      <dgm:t>
        <a:bodyPr/>
        <a:lstStyle/>
        <a:p>
          <a:r>
            <a:rPr lang="fr-FR" dirty="0"/>
            <a:t>Essais cliniques</a:t>
          </a:r>
          <a:endParaRPr lang="fr-DZ" dirty="0"/>
        </a:p>
      </dgm:t>
    </dgm:pt>
    <dgm:pt modelId="{453E44E8-848A-4BB2-88C6-037CBE544220}" type="parTrans" cxnId="{C4C66F94-868D-49F5-9DFA-32F8573BE66E}">
      <dgm:prSet/>
      <dgm:spPr/>
      <dgm:t>
        <a:bodyPr/>
        <a:lstStyle/>
        <a:p>
          <a:endParaRPr lang="fr-DZ"/>
        </a:p>
      </dgm:t>
    </dgm:pt>
    <dgm:pt modelId="{901C9A7B-BCEF-4D0C-9863-3A2A46F8E01D}" type="sibTrans" cxnId="{C4C66F94-868D-49F5-9DFA-32F8573BE66E}">
      <dgm:prSet/>
      <dgm:spPr/>
      <dgm:t>
        <a:bodyPr/>
        <a:lstStyle/>
        <a:p>
          <a:endParaRPr lang="fr-DZ"/>
        </a:p>
      </dgm:t>
    </dgm:pt>
    <dgm:pt modelId="{5C618297-CEEA-4BDC-AAD6-8824070ECEC8}">
      <dgm:prSet phldrT="[Texte]"/>
      <dgm:spPr/>
      <dgm:t>
        <a:bodyPr/>
        <a:lstStyle/>
        <a:p>
          <a:r>
            <a:rPr lang="fr-FR" dirty="0"/>
            <a:t>Obtention AMM</a:t>
          </a:r>
          <a:endParaRPr lang="fr-DZ" dirty="0"/>
        </a:p>
      </dgm:t>
    </dgm:pt>
    <dgm:pt modelId="{10655F4D-3073-47F8-AD67-5087B330BD66}" type="parTrans" cxnId="{BE0A7EDB-6849-4AB3-8F27-11FB4D28AC48}">
      <dgm:prSet/>
      <dgm:spPr/>
      <dgm:t>
        <a:bodyPr/>
        <a:lstStyle/>
        <a:p>
          <a:endParaRPr lang="fr-DZ"/>
        </a:p>
      </dgm:t>
    </dgm:pt>
    <dgm:pt modelId="{099FD6F7-A6D5-403E-987C-E26B83A2146B}" type="sibTrans" cxnId="{BE0A7EDB-6849-4AB3-8F27-11FB4D28AC48}">
      <dgm:prSet/>
      <dgm:spPr/>
      <dgm:t>
        <a:bodyPr/>
        <a:lstStyle/>
        <a:p>
          <a:endParaRPr lang="fr-DZ"/>
        </a:p>
      </dgm:t>
    </dgm:pt>
    <dgm:pt modelId="{5E041A79-BE1F-4368-AF30-871F2C73352F}">
      <dgm:prSet phldrT="[Texte]"/>
      <dgm:spPr/>
      <dgm:t>
        <a:bodyPr/>
        <a:lstStyle/>
        <a:p>
          <a:r>
            <a:rPr lang="fr-FR" dirty="0"/>
            <a:t>pharmacovigilance</a:t>
          </a:r>
          <a:endParaRPr lang="fr-DZ" dirty="0"/>
        </a:p>
      </dgm:t>
    </dgm:pt>
    <dgm:pt modelId="{AD10C6C0-5A33-4269-BF61-5E29F112FDE1}" type="parTrans" cxnId="{D2A49A1F-6648-42E9-9543-AB5F1F060FB7}">
      <dgm:prSet/>
      <dgm:spPr/>
      <dgm:t>
        <a:bodyPr/>
        <a:lstStyle/>
        <a:p>
          <a:endParaRPr lang="fr-DZ"/>
        </a:p>
      </dgm:t>
    </dgm:pt>
    <dgm:pt modelId="{E9530192-82EB-4FA1-9DAB-A1D38428AC42}" type="sibTrans" cxnId="{D2A49A1F-6648-42E9-9543-AB5F1F060FB7}">
      <dgm:prSet/>
      <dgm:spPr/>
      <dgm:t>
        <a:bodyPr/>
        <a:lstStyle/>
        <a:p>
          <a:endParaRPr lang="fr-DZ"/>
        </a:p>
      </dgm:t>
    </dgm:pt>
    <dgm:pt modelId="{E4C57D08-E15C-43A7-9314-861A0B770174}" type="pres">
      <dgm:prSet presAssocID="{CA9149DA-DC96-4ED0-86A0-AEAEF7B264E7}" presName="Name0" presStyleCnt="0">
        <dgm:presLayoutVars>
          <dgm:dir/>
          <dgm:resizeHandles val="exact"/>
        </dgm:presLayoutVars>
      </dgm:prSet>
      <dgm:spPr/>
    </dgm:pt>
    <dgm:pt modelId="{36951DF9-6AAA-4553-86EC-2CF9C38D13D9}" type="pres">
      <dgm:prSet presAssocID="{1B410BB5-1E06-4357-A87F-497CF3B2D06D}" presName="node" presStyleLbl="node1" presStyleIdx="0" presStyleCnt="4">
        <dgm:presLayoutVars>
          <dgm:bulletEnabled val="1"/>
        </dgm:presLayoutVars>
      </dgm:prSet>
      <dgm:spPr/>
    </dgm:pt>
    <dgm:pt modelId="{C078DDDB-EAEF-4066-AFC0-1AAA019304FF}" type="pres">
      <dgm:prSet presAssocID="{629D36BD-1813-4BC8-B348-8539E5E47756}" presName="sibTrans" presStyleLbl="sibTrans2D1" presStyleIdx="0" presStyleCnt="3"/>
      <dgm:spPr/>
    </dgm:pt>
    <dgm:pt modelId="{9EBA0111-AA65-4C39-A476-BDEB34C734EE}" type="pres">
      <dgm:prSet presAssocID="{629D36BD-1813-4BC8-B348-8539E5E47756}" presName="connectorText" presStyleLbl="sibTrans2D1" presStyleIdx="0" presStyleCnt="3"/>
      <dgm:spPr/>
    </dgm:pt>
    <dgm:pt modelId="{1CF48550-96C1-4476-AF32-DFCA7C24B17A}" type="pres">
      <dgm:prSet presAssocID="{4BA518A5-10BD-4A72-967C-6F5CCFF776B9}" presName="node" presStyleLbl="node1" presStyleIdx="1" presStyleCnt="4">
        <dgm:presLayoutVars>
          <dgm:bulletEnabled val="1"/>
        </dgm:presLayoutVars>
      </dgm:prSet>
      <dgm:spPr/>
    </dgm:pt>
    <dgm:pt modelId="{9A915109-9A58-46B0-9112-5B634A247536}" type="pres">
      <dgm:prSet presAssocID="{901C9A7B-BCEF-4D0C-9863-3A2A46F8E01D}" presName="sibTrans" presStyleLbl="sibTrans2D1" presStyleIdx="1" presStyleCnt="3"/>
      <dgm:spPr/>
    </dgm:pt>
    <dgm:pt modelId="{D3457A40-0625-48DE-B263-302AF637243C}" type="pres">
      <dgm:prSet presAssocID="{901C9A7B-BCEF-4D0C-9863-3A2A46F8E01D}" presName="connectorText" presStyleLbl="sibTrans2D1" presStyleIdx="1" presStyleCnt="3"/>
      <dgm:spPr/>
    </dgm:pt>
    <dgm:pt modelId="{3E68E9A1-A6E1-4C52-932E-57B9E3C506CC}" type="pres">
      <dgm:prSet presAssocID="{5C618297-CEEA-4BDC-AAD6-8824070ECEC8}" presName="node" presStyleLbl="node1" presStyleIdx="2" presStyleCnt="4">
        <dgm:presLayoutVars>
          <dgm:bulletEnabled val="1"/>
        </dgm:presLayoutVars>
      </dgm:prSet>
      <dgm:spPr/>
    </dgm:pt>
    <dgm:pt modelId="{385BEFB1-8872-4A63-8776-E83861CD81E3}" type="pres">
      <dgm:prSet presAssocID="{099FD6F7-A6D5-403E-987C-E26B83A2146B}" presName="sibTrans" presStyleLbl="sibTrans2D1" presStyleIdx="2" presStyleCnt="3"/>
      <dgm:spPr/>
    </dgm:pt>
    <dgm:pt modelId="{DF9A2A1A-776D-4FFB-AFB7-B532DCB05ED0}" type="pres">
      <dgm:prSet presAssocID="{099FD6F7-A6D5-403E-987C-E26B83A2146B}" presName="connectorText" presStyleLbl="sibTrans2D1" presStyleIdx="2" presStyleCnt="3"/>
      <dgm:spPr/>
    </dgm:pt>
    <dgm:pt modelId="{F668D4D9-4267-458E-86B1-E97F47051D9E}" type="pres">
      <dgm:prSet presAssocID="{5E041A79-BE1F-4368-AF30-871F2C73352F}" presName="node" presStyleLbl="node1" presStyleIdx="3" presStyleCnt="4">
        <dgm:presLayoutVars>
          <dgm:bulletEnabled val="1"/>
        </dgm:presLayoutVars>
      </dgm:prSet>
      <dgm:spPr/>
    </dgm:pt>
  </dgm:ptLst>
  <dgm:cxnLst>
    <dgm:cxn modelId="{D2A49A1F-6648-42E9-9543-AB5F1F060FB7}" srcId="{CA9149DA-DC96-4ED0-86A0-AEAEF7B264E7}" destId="{5E041A79-BE1F-4368-AF30-871F2C73352F}" srcOrd="3" destOrd="0" parTransId="{AD10C6C0-5A33-4269-BF61-5E29F112FDE1}" sibTransId="{E9530192-82EB-4FA1-9DAB-A1D38428AC42}"/>
    <dgm:cxn modelId="{A3285447-5E65-401B-8C40-1324FEB5C87F}" type="presOf" srcId="{901C9A7B-BCEF-4D0C-9863-3A2A46F8E01D}" destId="{D3457A40-0625-48DE-B263-302AF637243C}" srcOrd="1" destOrd="0" presId="urn:microsoft.com/office/officeart/2005/8/layout/process1"/>
    <dgm:cxn modelId="{17F7BD6B-964A-4473-9489-846C9AB031DF}" type="presOf" srcId="{099FD6F7-A6D5-403E-987C-E26B83A2146B}" destId="{DF9A2A1A-776D-4FFB-AFB7-B532DCB05ED0}" srcOrd="1" destOrd="0" presId="urn:microsoft.com/office/officeart/2005/8/layout/process1"/>
    <dgm:cxn modelId="{8C61754D-6368-4DA4-8172-B5C8377E3E4F}" type="presOf" srcId="{901C9A7B-BCEF-4D0C-9863-3A2A46F8E01D}" destId="{9A915109-9A58-46B0-9112-5B634A247536}" srcOrd="0" destOrd="0" presId="urn:microsoft.com/office/officeart/2005/8/layout/process1"/>
    <dgm:cxn modelId="{C4C66F94-868D-49F5-9DFA-32F8573BE66E}" srcId="{CA9149DA-DC96-4ED0-86A0-AEAEF7B264E7}" destId="{4BA518A5-10BD-4A72-967C-6F5CCFF776B9}" srcOrd="1" destOrd="0" parTransId="{453E44E8-848A-4BB2-88C6-037CBE544220}" sibTransId="{901C9A7B-BCEF-4D0C-9863-3A2A46F8E01D}"/>
    <dgm:cxn modelId="{3D15579B-B8B5-41E5-A169-9BB1C9B593C7}" type="presOf" srcId="{1B410BB5-1E06-4357-A87F-497CF3B2D06D}" destId="{36951DF9-6AAA-4553-86EC-2CF9C38D13D9}" srcOrd="0" destOrd="0" presId="urn:microsoft.com/office/officeart/2005/8/layout/process1"/>
    <dgm:cxn modelId="{0B2931AF-C803-4167-8F56-953F1EB34937}" type="presOf" srcId="{099FD6F7-A6D5-403E-987C-E26B83A2146B}" destId="{385BEFB1-8872-4A63-8776-E83861CD81E3}" srcOrd="0" destOrd="0" presId="urn:microsoft.com/office/officeart/2005/8/layout/process1"/>
    <dgm:cxn modelId="{74F8EDB4-A1D8-4DC6-87E8-59DFA081E952}" type="presOf" srcId="{4BA518A5-10BD-4A72-967C-6F5CCFF776B9}" destId="{1CF48550-96C1-4476-AF32-DFCA7C24B17A}" srcOrd="0" destOrd="0" presId="urn:microsoft.com/office/officeart/2005/8/layout/process1"/>
    <dgm:cxn modelId="{14406AD8-22F5-471A-9811-EB1AEB3D8AB7}" type="presOf" srcId="{5C618297-CEEA-4BDC-AAD6-8824070ECEC8}" destId="{3E68E9A1-A6E1-4C52-932E-57B9E3C506CC}" srcOrd="0" destOrd="0" presId="urn:microsoft.com/office/officeart/2005/8/layout/process1"/>
    <dgm:cxn modelId="{BE0A7EDB-6849-4AB3-8F27-11FB4D28AC48}" srcId="{CA9149DA-DC96-4ED0-86A0-AEAEF7B264E7}" destId="{5C618297-CEEA-4BDC-AAD6-8824070ECEC8}" srcOrd="2" destOrd="0" parTransId="{10655F4D-3073-47F8-AD67-5087B330BD66}" sibTransId="{099FD6F7-A6D5-403E-987C-E26B83A2146B}"/>
    <dgm:cxn modelId="{FB1C5DE9-27F1-4B1E-BA27-1DFBE1092A25}" srcId="{CA9149DA-DC96-4ED0-86A0-AEAEF7B264E7}" destId="{1B410BB5-1E06-4357-A87F-497CF3B2D06D}" srcOrd="0" destOrd="0" parTransId="{73C460C0-6F30-4270-BDFC-5813752E206F}" sibTransId="{629D36BD-1813-4BC8-B348-8539E5E47756}"/>
    <dgm:cxn modelId="{8A4451EA-C79C-4B65-9E58-252D109D1C0C}" type="presOf" srcId="{CA9149DA-DC96-4ED0-86A0-AEAEF7B264E7}" destId="{E4C57D08-E15C-43A7-9314-861A0B770174}" srcOrd="0" destOrd="0" presId="urn:microsoft.com/office/officeart/2005/8/layout/process1"/>
    <dgm:cxn modelId="{2A09F6F3-99D2-4CBB-A950-F669D8403F1F}" type="presOf" srcId="{5E041A79-BE1F-4368-AF30-871F2C73352F}" destId="{F668D4D9-4267-458E-86B1-E97F47051D9E}" srcOrd="0" destOrd="0" presId="urn:microsoft.com/office/officeart/2005/8/layout/process1"/>
    <dgm:cxn modelId="{9681ABFB-D735-4675-99D4-68AEB34DB93E}" type="presOf" srcId="{629D36BD-1813-4BC8-B348-8539E5E47756}" destId="{C078DDDB-EAEF-4066-AFC0-1AAA019304FF}" srcOrd="0" destOrd="0" presId="urn:microsoft.com/office/officeart/2005/8/layout/process1"/>
    <dgm:cxn modelId="{FF092AFC-FDF5-4703-A286-4E8B07C547CE}" type="presOf" srcId="{629D36BD-1813-4BC8-B348-8539E5E47756}" destId="{9EBA0111-AA65-4C39-A476-BDEB34C734EE}" srcOrd="1" destOrd="0" presId="urn:microsoft.com/office/officeart/2005/8/layout/process1"/>
    <dgm:cxn modelId="{9F4D8004-1CDC-40EA-991F-77950005E09F}" type="presParOf" srcId="{E4C57D08-E15C-43A7-9314-861A0B770174}" destId="{36951DF9-6AAA-4553-86EC-2CF9C38D13D9}" srcOrd="0" destOrd="0" presId="urn:microsoft.com/office/officeart/2005/8/layout/process1"/>
    <dgm:cxn modelId="{EA51F5BF-1ACA-4F33-A40B-F5387732EC41}" type="presParOf" srcId="{E4C57D08-E15C-43A7-9314-861A0B770174}" destId="{C078DDDB-EAEF-4066-AFC0-1AAA019304FF}" srcOrd="1" destOrd="0" presId="urn:microsoft.com/office/officeart/2005/8/layout/process1"/>
    <dgm:cxn modelId="{F2EFDAF2-4831-41B6-B798-B68A9FAA2B54}" type="presParOf" srcId="{C078DDDB-EAEF-4066-AFC0-1AAA019304FF}" destId="{9EBA0111-AA65-4C39-A476-BDEB34C734EE}" srcOrd="0" destOrd="0" presId="urn:microsoft.com/office/officeart/2005/8/layout/process1"/>
    <dgm:cxn modelId="{225A63A3-8834-42A3-8EAC-DDAA0F7C01A5}" type="presParOf" srcId="{E4C57D08-E15C-43A7-9314-861A0B770174}" destId="{1CF48550-96C1-4476-AF32-DFCA7C24B17A}" srcOrd="2" destOrd="0" presId="urn:microsoft.com/office/officeart/2005/8/layout/process1"/>
    <dgm:cxn modelId="{5A4D072F-44A3-4B5D-A0BB-E76D784DFEEB}" type="presParOf" srcId="{E4C57D08-E15C-43A7-9314-861A0B770174}" destId="{9A915109-9A58-46B0-9112-5B634A247536}" srcOrd="3" destOrd="0" presId="urn:microsoft.com/office/officeart/2005/8/layout/process1"/>
    <dgm:cxn modelId="{AFC5B1B7-AA4B-44EE-8C0A-4FC75DDAD151}" type="presParOf" srcId="{9A915109-9A58-46B0-9112-5B634A247536}" destId="{D3457A40-0625-48DE-B263-302AF637243C}" srcOrd="0" destOrd="0" presId="urn:microsoft.com/office/officeart/2005/8/layout/process1"/>
    <dgm:cxn modelId="{759453C6-3885-4711-9FBD-CCEDFEC9F1B3}" type="presParOf" srcId="{E4C57D08-E15C-43A7-9314-861A0B770174}" destId="{3E68E9A1-A6E1-4C52-932E-57B9E3C506CC}" srcOrd="4" destOrd="0" presId="urn:microsoft.com/office/officeart/2005/8/layout/process1"/>
    <dgm:cxn modelId="{44A43A19-32B5-4133-9859-AD814720F363}" type="presParOf" srcId="{E4C57D08-E15C-43A7-9314-861A0B770174}" destId="{385BEFB1-8872-4A63-8776-E83861CD81E3}" srcOrd="5" destOrd="0" presId="urn:microsoft.com/office/officeart/2005/8/layout/process1"/>
    <dgm:cxn modelId="{6411D73F-DF97-4A05-8F14-E6EC72958224}" type="presParOf" srcId="{385BEFB1-8872-4A63-8776-E83861CD81E3}" destId="{DF9A2A1A-776D-4FFB-AFB7-B532DCB05ED0}" srcOrd="0" destOrd="0" presId="urn:microsoft.com/office/officeart/2005/8/layout/process1"/>
    <dgm:cxn modelId="{697BB005-F863-4C0B-8664-05E5B732A80C}" type="presParOf" srcId="{E4C57D08-E15C-43A7-9314-861A0B770174}" destId="{F668D4D9-4267-458E-86B1-E97F47051D9E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635E3D-169B-4921-BED3-D27E15278C63}">
      <dsp:nvSpPr>
        <dsp:cNvPr id="0" name=""/>
        <dsp:cNvSpPr/>
      </dsp:nvSpPr>
      <dsp:spPr>
        <a:xfrm rot="16200000">
          <a:off x="-887747" y="888751"/>
          <a:ext cx="4389437" cy="2611933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53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Effets secondaires</a:t>
          </a:r>
        </a:p>
      </dsp:txBody>
      <dsp:txXfrm rot="5400000">
        <a:off x="1005" y="877886"/>
        <a:ext cx="2611933" cy="2633663"/>
      </dsp:txXfrm>
    </dsp:sp>
    <dsp:sp modelId="{D51FBB19-4CAC-4A7B-AA39-28110E483051}">
      <dsp:nvSpPr>
        <dsp:cNvPr id="0" name=""/>
        <dsp:cNvSpPr/>
      </dsp:nvSpPr>
      <dsp:spPr>
        <a:xfrm rot="16200000">
          <a:off x="1920081" y="888751"/>
          <a:ext cx="4389437" cy="2611933"/>
        </a:xfrm>
        <a:prstGeom prst="flowChartManualOperation">
          <a:avLst/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53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Effets indésirables</a:t>
          </a:r>
        </a:p>
      </dsp:txBody>
      <dsp:txXfrm rot="5400000">
        <a:off x="2808833" y="877886"/>
        <a:ext cx="2611933" cy="2633663"/>
      </dsp:txXfrm>
    </dsp:sp>
    <dsp:sp modelId="{275F25BD-BF2A-4B63-9B59-0AB021FA3D78}">
      <dsp:nvSpPr>
        <dsp:cNvPr id="0" name=""/>
        <dsp:cNvSpPr/>
      </dsp:nvSpPr>
      <dsp:spPr>
        <a:xfrm rot="16200000">
          <a:off x="4727910" y="888751"/>
          <a:ext cx="4389437" cy="2611933"/>
        </a:xfrm>
        <a:prstGeom prst="flowChartManualOperation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50" tIns="0" rIns="210530" bIns="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/>
            <a:t>Effets latéraux</a:t>
          </a:r>
        </a:p>
      </dsp:txBody>
      <dsp:txXfrm rot="5400000">
        <a:off x="5616662" y="877886"/>
        <a:ext cx="2611933" cy="26336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6E436A-2CC0-4031-8431-8C36151EF9E4}">
      <dsp:nvSpPr>
        <dsp:cNvPr id="0" name=""/>
        <dsp:cNvSpPr/>
      </dsp:nvSpPr>
      <dsp:spPr>
        <a:xfrm>
          <a:off x="0" y="786579"/>
          <a:ext cx="60960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54760-D71B-4E86-A537-919B9061406D}">
      <dsp:nvSpPr>
        <dsp:cNvPr id="0" name=""/>
        <dsp:cNvSpPr/>
      </dsp:nvSpPr>
      <dsp:spPr>
        <a:xfrm>
          <a:off x="304800" y="535659"/>
          <a:ext cx="4267200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Accidents de type A ( augmenté) </a:t>
          </a:r>
        </a:p>
      </dsp:txBody>
      <dsp:txXfrm>
        <a:off x="329298" y="560157"/>
        <a:ext cx="4218204" cy="452844"/>
      </dsp:txXfrm>
    </dsp:sp>
    <dsp:sp modelId="{DB7FB7F4-FDFB-4F5A-888C-C387DAA6917B}">
      <dsp:nvSpPr>
        <dsp:cNvPr id="0" name=""/>
        <dsp:cNvSpPr/>
      </dsp:nvSpPr>
      <dsp:spPr>
        <a:xfrm>
          <a:off x="0" y="1557699"/>
          <a:ext cx="60960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328AE0-EBDF-4A18-A13B-025B92DCFA60}">
      <dsp:nvSpPr>
        <dsp:cNvPr id="0" name=""/>
        <dsp:cNvSpPr/>
      </dsp:nvSpPr>
      <dsp:spPr>
        <a:xfrm>
          <a:off x="304800" y="1306779"/>
          <a:ext cx="4267200" cy="50184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Accidents de type B ( bizarre)</a:t>
          </a:r>
        </a:p>
      </dsp:txBody>
      <dsp:txXfrm>
        <a:off x="329298" y="1331277"/>
        <a:ext cx="4218204" cy="452844"/>
      </dsp:txXfrm>
    </dsp:sp>
    <dsp:sp modelId="{DCFCC761-0792-4F87-944C-C31490DB91B2}">
      <dsp:nvSpPr>
        <dsp:cNvPr id="0" name=""/>
        <dsp:cNvSpPr/>
      </dsp:nvSpPr>
      <dsp:spPr>
        <a:xfrm>
          <a:off x="0" y="2328819"/>
          <a:ext cx="60960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400D50-A3A2-43E1-AE52-029F2A626E19}">
      <dsp:nvSpPr>
        <dsp:cNvPr id="0" name=""/>
        <dsp:cNvSpPr/>
      </dsp:nvSpPr>
      <dsp:spPr>
        <a:xfrm>
          <a:off x="304800" y="2077899"/>
          <a:ext cx="4267200" cy="5018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Accidents de type  C ( continue)</a:t>
          </a:r>
        </a:p>
      </dsp:txBody>
      <dsp:txXfrm>
        <a:off x="329298" y="2102397"/>
        <a:ext cx="4218204" cy="452844"/>
      </dsp:txXfrm>
    </dsp:sp>
    <dsp:sp modelId="{96890872-3F20-464C-9620-8285551D4BFE}">
      <dsp:nvSpPr>
        <dsp:cNvPr id="0" name=""/>
        <dsp:cNvSpPr/>
      </dsp:nvSpPr>
      <dsp:spPr>
        <a:xfrm>
          <a:off x="0" y="3099940"/>
          <a:ext cx="6096000" cy="42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B0CE6A-D421-45DF-8601-B443E138B3BE}">
      <dsp:nvSpPr>
        <dsp:cNvPr id="0" name=""/>
        <dsp:cNvSpPr/>
      </dsp:nvSpPr>
      <dsp:spPr>
        <a:xfrm>
          <a:off x="304800" y="2849020"/>
          <a:ext cx="4267200" cy="5018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kern="1200" dirty="0"/>
            <a:t>Accidents de type  D ( </a:t>
          </a:r>
          <a:r>
            <a:rPr lang="fr-FR" sz="1700" kern="1200" dirty="0" err="1"/>
            <a:t>delayed</a:t>
          </a:r>
          <a:r>
            <a:rPr lang="fr-FR" sz="1700" kern="1200" dirty="0"/>
            <a:t>) retardé*</a:t>
          </a:r>
        </a:p>
      </dsp:txBody>
      <dsp:txXfrm>
        <a:off x="329298" y="2873518"/>
        <a:ext cx="4218204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1C5E63-5954-4697-88F0-9BA05A4B7A49}">
      <dsp:nvSpPr>
        <dsp:cNvPr id="0" name=""/>
        <dsp:cNvSpPr/>
      </dsp:nvSpPr>
      <dsp:spPr>
        <a:xfrm>
          <a:off x="1004" y="0"/>
          <a:ext cx="2611933" cy="43894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Lie aux </a:t>
          </a:r>
          <a:r>
            <a:rPr lang="fr-FR" sz="3500" kern="1200" dirty="0" err="1"/>
            <a:t>mdt</a:t>
          </a:r>
          <a:endParaRPr lang="fr-DZ" sz="3500" kern="1200" dirty="0"/>
        </a:p>
      </dsp:txBody>
      <dsp:txXfrm>
        <a:off x="1004" y="0"/>
        <a:ext cx="2611933" cy="1316831"/>
      </dsp:txXfrm>
    </dsp:sp>
    <dsp:sp modelId="{2418EFDE-A571-40D1-8CF0-6E4A7C56718F}">
      <dsp:nvSpPr>
        <dsp:cNvPr id="0" name=""/>
        <dsp:cNvSpPr/>
      </dsp:nvSpPr>
      <dsp:spPr>
        <a:xfrm>
          <a:off x="262197" y="1317206"/>
          <a:ext cx="2089546" cy="8623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polymédication</a:t>
          </a:r>
          <a:endParaRPr lang="fr-DZ" sz="1600" kern="1200" dirty="0"/>
        </a:p>
      </dsp:txBody>
      <dsp:txXfrm>
        <a:off x="287454" y="1342463"/>
        <a:ext cx="2039032" cy="811834"/>
      </dsp:txXfrm>
    </dsp:sp>
    <dsp:sp modelId="{68FA5549-A1FC-46AC-BCED-5CF91BE63838}">
      <dsp:nvSpPr>
        <dsp:cNvPr id="0" name=""/>
        <dsp:cNvSpPr/>
      </dsp:nvSpPr>
      <dsp:spPr>
        <a:xfrm>
          <a:off x="262197" y="2312223"/>
          <a:ext cx="2089546" cy="862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Qualité du </a:t>
          </a:r>
          <a:r>
            <a:rPr lang="fr-FR" sz="1600" kern="1200" dirty="0" err="1"/>
            <a:t>mdt</a:t>
          </a:r>
          <a:endParaRPr lang="fr-DZ" sz="1600" kern="1200" dirty="0"/>
        </a:p>
      </dsp:txBody>
      <dsp:txXfrm>
        <a:off x="287454" y="2337480"/>
        <a:ext cx="2039032" cy="811834"/>
      </dsp:txXfrm>
    </dsp:sp>
    <dsp:sp modelId="{FF9F3E43-D420-4376-9598-FE691F154C6C}">
      <dsp:nvSpPr>
        <dsp:cNvPr id="0" name=""/>
        <dsp:cNvSpPr/>
      </dsp:nvSpPr>
      <dsp:spPr>
        <a:xfrm>
          <a:off x="262197" y="3307241"/>
          <a:ext cx="2089546" cy="8623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Activité intrinsèque </a:t>
          </a:r>
          <a:endParaRPr lang="fr-DZ" sz="1600" kern="1200" dirty="0"/>
        </a:p>
      </dsp:txBody>
      <dsp:txXfrm>
        <a:off x="287454" y="3332498"/>
        <a:ext cx="2039032" cy="811834"/>
      </dsp:txXfrm>
    </dsp:sp>
    <dsp:sp modelId="{4AC7418D-BE03-407B-A683-539A43C0177B}">
      <dsp:nvSpPr>
        <dsp:cNvPr id="0" name=""/>
        <dsp:cNvSpPr/>
      </dsp:nvSpPr>
      <dsp:spPr>
        <a:xfrm>
          <a:off x="2808833" y="0"/>
          <a:ext cx="2611933" cy="43894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Mode d’utilisation</a:t>
          </a:r>
          <a:endParaRPr lang="fr-DZ" sz="3500" kern="1200" dirty="0"/>
        </a:p>
      </dsp:txBody>
      <dsp:txXfrm>
        <a:off x="2808833" y="0"/>
        <a:ext cx="2611933" cy="1316831"/>
      </dsp:txXfrm>
    </dsp:sp>
    <dsp:sp modelId="{3DD613AA-7649-4EE6-BA60-74951CEDCB49}">
      <dsp:nvSpPr>
        <dsp:cNvPr id="0" name=""/>
        <dsp:cNvSpPr/>
      </dsp:nvSpPr>
      <dsp:spPr>
        <a:xfrm>
          <a:off x="3070026" y="1317206"/>
          <a:ext cx="2089546" cy="8623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pharmacodépendance</a:t>
          </a:r>
          <a:endParaRPr lang="fr-DZ" sz="1600" kern="1200" dirty="0"/>
        </a:p>
      </dsp:txBody>
      <dsp:txXfrm>
        <a:off x="3095283" y="1342463"/>
        <a:ext cx="2039032" cy="811834"/>
      </dsp:txXfrm>
    </dsp:sp>
    <dsp:sp modelId="{8C75AA84-449B-41E0-9A9C-C3737BCA9A41}">
      <dsp:nvSpPr>
        <dsp:cNvPr id="0" name=""/>
        <dsp:cNvSpPr/>
      </dsp:nvSpPr>
      <dsp:spPr>
        <a:xfrm>
          <a:off x="3070026" y="2312223"/>
          <a:ext cx="2089546" cy="862348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Erreur médicamenteuse </a:t>
          </a:r>
          <a:endParaRPr lang="fr-DZ" sz="1600" kern="1200" dirty="0"/>
        </a:p>
      </dsp:txBody>
      <dsp:txXfrm>
        <a:off x="3095283" y="2337480"/>
        <a:ext cx="2039032" cy="811834"/>
      </dsp:txXfrm>
    </dsp:sp>
    <dsp:sp modelId="{482D9BF3-3474-49DE-B3D5-8D6111194193}">
      <dsp:nvSpPr>
        <dsp:cNvPr id="0" name=""/>
        <dsp:cNvSpPr/>
      </dsp:nvSpPr>
      <dsp:spPr>
        <a:xfrm>
          <a:off x="3070026" y="3307241"/>
          <a:ext cx="2089546" cy="86234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Mésusage </a:t>
          </a:r>
          <a:endParaRPr lang="fr-DZ" sz="1600" kern="1200" dirty="0"/>
        </a:p>
      </dsp:txBody>
      <dsp:txXfrm>
        <a:off x="3095283" y="3332498"/>
        <a:ext cx="2039032" cy="811834"/>
      </dsp:txXfrm>
    </dsp:sp>
    <dsp:sp modelId="{C152FC07-6765-4C56-82EE-53BCAFF346E9}">
      <dsp:nvSpPr>
        <dsp:cNvPr id="0" name=""/>
        <dsp:cNvSpPr/>
      </dsp:nvSpPr>
      <dsp:spPr>
        <a:xfrm>
          <a:off x="5616661" y="0"/>
          <a:ext cx="2611933" cy="438943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500" kern="1200" dirty="0"/>
            <a:t>Patient </a:t>
          </a:r>
          <a:endParaRPr lang="fr-DZ" sz="3500" kern="1200" dirty="0"/>
        </a:p>
      </dsp:txBody>
      <dsp:txXfrm>
        <a:off x="5616661" y="0"/>
        <a:ext cx="2611933" cy="1316831"/>
      </dsp:txXfrm>
    </dsp:sp>
    <dsp:sp modelId="{2E0DA2E1-9C55-481E-A352-DC8EA6CD0915}">
      <dsp:nvSpPr>
        <dsp:cNvPr id="0" name=""/>
        <dsp:cNvSpPr/>
      </dsp:nvSpPr>
      <dsp:spPr>
        <a:xfrm>
          <a:off x="5877855" y="1317206"/>
          <a:ext cx="2089546" cy="86234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Age </a:t>
          </a:r>
          <a:endParaRPr lang="fr-DZ" sz="1600" kern="1200" dirty="0"/>
        </a:p>
      </dsp:txBody>
      <dsp:txXfrm>
        <a:off x="5903112" y="1342463"/>
        <a:ext cx="2039032" cy="811834"/>
      </dsp:txXfrm>
    </dsp:sp>
    <dsp:sp modelId="{C488748B-4EF6-49F7-9E0A-A42987FEA609}">
      <dsp:nvSpPr>
        <dsp:cNvPr id="0" name=""/>
        <dsp:cNvSpPr/>
      </dsp:nvSpPr>
      <dsp:spPr>
        <a:xfrm>
          <a:off x="5877855" y="2312223"/>
          <a:ext cx="2089546" cy="86234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Sexe </a:t>
          </a:r>
          <a:endParaRPr lang="fr-DZ" sz="1600" kern="1200" dirty="0"/>
        </a:p>
      </dsp:txBody>
      <dsp:txXfrm>
        <a:off x="5903112" y="2337480"/>
        <a:ext cx="2039032" cy="811834"/>
      </dsp:txXfrm>
    </dsp:sp>
    <dsp:sp modelId="{6CE6F04D-50D7-4675-9471-A96F9D35230B}">
      <dsp:nvSpPr>
        <dsp:cNvPr id="0" name=""/>
        <dsp:cNvSpPr/>
      </dsp:nvSpPr>
      <dsp:spPr>
        <a:xfrm>
          <a:off x="5877855" y="3307241"/>
          <a:ext cx="2089546" cy="86234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600" kern="1200" dirty="0"/>
            <a:t>grossesse</a:t>
          </a:r>
          <a:endParaRPr lang="fr-DZ" sz="1600" kern="1200" dirty="0"/>
        </a:p>
      </dsp:txBody>
      <dsp:txXfrm>
        <a:off x="5903112" y="3332498"/>
        <a:ext cx="2039032" cy="811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951DF9-6AAA-4553-86EC-2CF9C38D13D9}">
      <dsp:nvSpPr>
        <dsp:cNvPr id="0" name=""/>
        <dsp:cNvSpPr/>
      </dsp:nvSpPr>
      <dsp:spPr>
        <a:xfrm>
          <a:off x="3290" y="612447"/>
          <a:ext cx="1438894" cy="8633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Essais précliniques</a:t>
          </a:r>
          <a:endParaRPr lang="fr-DZ" sz="1200" kern="1200" dirty="0"/>
        </a:p>
      </dsp:txBody>
      <dsp:txXfrm>
        <a:off x="28576" y="637733"/>
        <a:ext cx="1388322" cy="812764"/>
      </dsp:txXfrm>
    </dsp:sp>
    <dsp:sp modelId="{C078DDDB-EAEF-4066-AFC0-1AAA019304FF}">
      <dsp:nvSpPr>
        <dsp:cNvPr id="0" name=""/>
        <dsp:cNvSpPr/>
      </dsp:nvSpPr>
      <dsp:spPr>
        <a:xfrm>
          <a:off x="1586074" y="865693"/>
          <a:ext cx="305045" cy="3568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DZ" sz="1000" kern="1200"/>
        </a:p>
      </dsp:txBody>
      <dsp:txXfrm>
        <a:off x="1586074" y="937062"/>
        <a:ext cx="213532" cy="214107"/>
      </dsp:txXfrm>
    </dsp:sp>
    <dsp:sp modelId="{1CF48550-96C1-4476-AF32-DFCA7C24B17A}">
      <dsp:nvSpPr>
        <dsp:cNvPr id="0" name=""/>
        <dsp:cNvSpPr/>
      </dsp:nvSpPr>
      <dsp:spPr>
        <a:xfrm>
          <a:off x="2017742" y="612447"/>
          <a:ext cx="1438894" cy="8633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Essais cliniques</a:t>
          </a:r>
          <a:endParaRPr lang="fr-DZ" sz="1200" kern="1200" dirty="0"/>
        </a:p>
      </dsp:txBody>
      <dsp:txXfrm>
        <a:off x="2043028" y="637733"/>
        <a:ext cx="1388322" cy="812764"/>
      </dsp:txXfrm>
    </dsp:sp>
    <dsp:sp modelId="{9A915109-9A58-46B0-9112-5B634A247536}">
      <dsp:nvSpPr>
        <dsp:cNvPr id="0" name=""/>
        <dsp:cNvSpPr/>
      </dsp:nvSpPr>
      <dsp:spPr>
        <a:xfrm>
          <a:off x="3600526" y="865693"/>
          <a:ext cx="305045" cy="3568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DZ" sz="1000" kern="1200"/>
        </a:p>
      </dsp:txBody>
      <dsp:txXfrm>
        <a:off x="3600526" y="937062"/>
        <a:ext cx="213532" cy="214107"/>
      </dsp:txXfrm>
    </dsp:sp>
    <dsp:sp modelId="{3E68E9A1-A6E1-4C52-932E-57B9E3C506CC}">
      <dsp:nvSpPr>
        <dsp:cNvPr id="0" name=""/>
        <dsp:cNvSpPr/>
      </dsp:nvSpPr>
      <dsp:spPr>
        <a:xfrm>
          <a:off x="4032194" y="612447"/>
          <a:ext cx="1438894" cy="8633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Obtention AMM</a:t>
          </a:r>
          <a:endParaRPr lang="fr-DZ" sz="1200" kern="1200" dirty="0"/>
        </a:p>
      </dsp:txBody>
      <dsp:txXfrm>
        <a:off x="4057480" y="637733"/>
        <a:ext cx="1388322" cy="812764"/>
      </dsp:txXfrm>
    </dsp:sp>
    <dsp:sp modelId="{385BEFB1-8872-4A63-8776-E83861CD81E3}">
      <dsp:nvSpPr>
        <dsp:cNvPr id="0" name=""/>
        <dsp:cNvSpPr/>
      </dsp:nvSpPr>
      <dsp:spPr>
        <a:xfrm>
          <a:off x="5614978" y="865693"/>
          <a:ext cx="305045" cy="356845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DZ" sz="1000" kern="1200"/>
        </a:p>
      </dsp:txBody>
      <dsp:txXfrm>
        <a:off x="5614978" y="937062"/>
        <a:ext cx="213532" cy="214107"/>
      </dsp:txXfrm>
    </dsp:sp>
    <dsp:sp modelId="{F668D4D9-4267-458E-86B1-E97F47051D9E}">
      <dsp:nvSpPr>
        <dsp:cNvPr id="0" name=""/>
        <dsp:cNvSpPr/>
      </dsp:nvSpPr>
      <dsp:spPr>
        <a:xfrm>
          <a:off x="6046646" y="612447"/>
          <a:ext cx="1438894" cy="8633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200" kern="1200" dirty="0"/>
            <a:t>pharmacovigilance</a:t>
          </a:r>
          <a:endParaRPr lang="fr-DZ" sz="1200" kern="1200" dirty="0"/>
        </a:p>
      </dsp:txBody>
      <dsp:txXfrm>
        <a:off x="6071932" y="637733"/>
        <a:ext cx="1388322" cy="81276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7" name="Sous-titr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/>
              <a:t>Cliquez pour modifier le style des sous-titres du masque</a:t>
            </a:r>
            <a:endParaRPr kumimoji="0" lang="en-US"/>
          </a:p>
        </p:txBody>
      </p:sp>
      <p:sp>
        <p:nvSpPr>
          <p:cNvPr id="30" name="Espace réservé de la date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19" name="Espace réservé du pied de page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u numéro de diapositiv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gner et arrondir un rectangle à un seul coin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angle rect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/>
              <a:t>Cliquez sur l'icône pour ajouter une image</a:t>
            </a:r>
            <a:endParaRPr kumimoji="0" lang="en-US" dirty="0"/>
          </a:p>
        </p:txBody>
      </p:sp>
      <p:sp>
        <p:nvSpPr>
          <p:cNvPr id="10" name="Forme lib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e lib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fr-FR"/>
              <a:t>Cliquez pour modifier les styles du texte du masque</a:t>
            </a:r>
          </a:p>
          <a:p>
            <a:pPr lvl="1" eaLnBrk="1" latinLnBrk="0" hangingPunct="1"/>
            <a:r>
              <a:rPr lang="fr-FR"/>
              <a:t>Deuxième niveau</a:t>
            </a:r>
          </a:p>
          <a:p>
            <a:pPr lvl="2" eaLnBrk="1" latinLnBrk="0" hangingPunct="1"/>
            <a:r>
              <a:rPr lang="fr-FR"/>
              <a:t>Troisième niveau</a:t>
            </a:r>
          </a:p>
          <a:p>
            <a:pPr lvl="3" eaLnBrk="1" latinLnBrk="0" hangingPunct="1"/>
            <a:r>
              <a:rPr lang="fr-FR"/>
              <a:t>Quatrième niveau</a:t>
            </a:r>
          </a:p>
          <a:p>
            <a:pPr lvl="4" eaLnBrk="1" latinLnBrk="0" hangingPunct="1"/>
            <a:r>
              <a:rPr lang="fr-FR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e lib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e lib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ce réservé du titre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30" name="Espace réservé du texte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  <p:sp>
        <p:nvSpPr>
          <p:cNvPr id="10" name="Espace réservé de la date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E5D35E11-35E8-4169-8A1B-F64B3ED54AAD}" type="datetimeFigureOut">
              <a:rPr lang="fr-FR" smtClean="0"/>
              <a:pPr/>
              <a:t>26/01/2025</a:t>
            </a:fld>
            <a:endParaRPr lang="fr-FR"/>
          </a:p>
        </p:txBody>
      </p:sp>
      <p:sp>
        <p:nvSpPr>
          <p:cNvPr id="22" name="Espace réservé du pied de page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18" name="Espace réservé du numéro de diapositiv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88A45062-0D9B-44E0-84F9-B20B348A58F5}" type="slidenum">
              <a:rPr lang="fr-FR" smtClean="0"/>
              <a:pPr/>
              <a:t>‹N°›</a:t>
            </a:fld>
            <a:endParaRPr lang="fr-FR"/>
          </a:p>
        </p:txBody>
      </p:sp>
      <p:grpSp>
        <p:nvGrpSpPr>
          <p:cNvPr id="2" name="Groupe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e lib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e lib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Les effets indésirables 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Dr </a:t>
            </a:r>
            <a:r>
              <a:rPr lang="fr-FR" dirty="0" err="1"/>
              <a:t>Bendaoud</a:t>
            </a:r>
            <a:r>
              <a:rPr lang="fr-FR" dirty="0"/>
              <a:t>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Introduction: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Il n’y a pas de médicament qui soit toujours inoffensif chez tous les patients, l’art de prescrire repose donc sur la balance bénéfice/ risque.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I) Définition :</a:t>
            </a:r>
          </a:p>
        </p:txBody>
      </p:sp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</p:nvPr>
        </p:nvGraphicFramePr>
        <p:xfrm>
          <a:off x="457200" y="1935163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/>
              <a:t>Ce sont des manifestations </a:t>
            </a:r>
            <a:r>
              <a:rPr lang="fr-FR" b="1" dirty="0"/>
              <a:t>nocives</a:t>
            </a:r>
            <a:r>
              <a:rPr lang="fr-FR" dirty="0"/>
              <a:t> pour le malade, conséquence de la prise </a:t>
            </a:r>
            <a:r>
              <a:rPr lang="fr-FR" b="1" dirty="0"/>
              <a:t>d’un</a:t>
            </a:r>
            <a:r>
              <a:rPr lang="fr-FR" dirty="0"/>
              <a:t> ou de </a:t>
            </a:r>
            <a:r>
              <a:rPr lang="fr-FR" b="1" dirty="0"/>
              <a:t>plusieurs</a:t>
            </a:r>
            <a:r>
              <a:rPr lang="fr-FR" dirty="0"/>
              <a:t> médicaments.</a:t>
            </a:r>
          </a:p>
          <a:p>
            <a:pPr>
              <a:buNone/>
            </a:pPr>
            <a:r>
              <a:rPr lang="fr-FR" dirty="0"/>
              <a:t>C’est une réaction </a:t>
            </a:r>
            <a:r>
              <a:rPr lang="fr-FR" b="1" dirty="0"/>
              <a:t>non voulue </a:t>
            </a:r>
            <a:r>
              <a:rPr lang="fr-FR" dirty="0"/>
              <a:t>se produisant à des posologies </a:t>
            </a:r>
            <a:r>
              <a:rPr lang="fr-FR" b="1" dirty="0"/>
              <a:t>normales</a:t>
            </a:r>
            <a:r>
              <a:rPr lang="fr-FR" dirty="0"/>
              <a:t> ou lors d’un </a:t>
            </a:r>
            <a:r>
              <a:rPr lang="fr-FR" b="1" dirty="0"/>
              <a:t>mésusage</a:t>
            </a:r>
            <a:r>
              <a:rPr lang="fr-FR" dirty="0"/>
              <a:t> du médicament, syndrome de </a:t>
            </a:r>
            <a:r>
              <a:rPr lang="fr-FR" b="1" dirty="0"/>
              <a:t>sevrage</a:t>
            </a:r>
            <a:r>
              <a:rPr lang="fr-FR" dirty="0"/>
              <a:t>, de </a:t>
            </a:r>
            <a:r>
              <a:rPr lang="fr-FR" b="1" dirty="0"/>
              <a:t>pharmacodépendance</a:t>
            </a:r>
            <a:r>
              <a:rPr lang="fr-FR" dirty="0"/>
              <a:t> ou </a:t>
            </a:r>
            <a:r>
              <a:rPr lang="fr-FR" b="1" dirty="0"/>
              <a:t>d’erreur</a:t>
            </a:r>
            <a:r>
              <a:rPr lang="fr-FR" dirty="0"/>
              <a:t> médicamenteuse.</a:t>
            </a:r>
          </a:p>
          <a:p>
            <a:pPr>
              <a:buNone/>
            </a:pPr>
            <a:r>
              <a:rPr lang="fr-FR" dirty="0"/>
              <a:t>Leur gravité est très variable ,peut aller d’un simple inconfort jusqu’à une atteinte organique laissant des séquelles permanentes ou même risque de décès.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II) Classification des effets indésirables: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FR" dirty="0"/>
              <a:t>Les effets indésirables ont été classés en 4 grandes catégories: A, B, C, D. Selon le caractère plus ou moins attendu de l’effet et la durée d’exposition au médicament.</a:t>
            </a:r>
          </a:p>
        </p:txBody>
      </p:sp>
      <p:graphicFrame>
        <p:nvGraphicFramePr>
          <p:cNvPr id="4" name="Diagramme 3"/>
          <p:cNvGraphicFramePr/>
          <p:nvPr/>
        </p:nvGraphicFramePr>
        <p:xfrm>
          <a:off x="1860376" y="310941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71472" y="928670"/>
            <a:ext cx="8229600" cy="5610244"/>
          </a:xfrm>
        </p:spPr>
        <p:txBody>
          <a:bodyPr>
            <a:normAutofit/>
          </a:bodyPr>
          <a:lstStyle/>
          <a:p>
            <a:pPr lvl="0"/>
            <a:r>
              <a:rPr lang="fr-FR" b="1" u="sng" dirty="0"/>
              <a:t>Accidents de type A:</a:t>
            </a:r>
          </a:p>
          <a:p>
            <a:pPr lvl="0">
              <a:buNone/>
            </a:pPr>
            <a:r>
              <a:rPr lang="fr-FR" dirty="0"/>
              <a:t>- Conséquence directe des propriétés pharmacologiques du médicament.</a:t>
            </a:r>
          </a:p>
          <a:p>
            <a:pPr lvl="0">
              <a:buFontTx/>
              <a:buChar char="-"/>
            </a:pPr>
            <a:r>
              <a:rPr lang="fr-FR" dirty="0"/>
              <a:t>Survenue prévisible</a:t>
            </a:r>
          </a:p>
          <a:p>
            <a:pPr lvl="0">
              <a:buFontTx/>
              <a:buChar char="-"/>
            </a:pPr>
            <a:r>
              <a:rPr lang="fr-FR" dirty="0"/>
              <a:t>Ils peuvent être évités ( ajuster les doses et respecter les précautions d’emploi)</a:t>
            </a:r>
          </a:p>
          <a:p>
            <a:pPr lvl="0">
              <a:buFontTx/>
              <a:buChar char="-"/>
            </a:pPr>
            <a:r>
              <a:rPr lang="fr-FR" dirty="0"/>
              <a:t>Parfois sont inévitables ( mais sans gravité) </a:t>
            </a:r>
          </a:p>
          <a:p>
            <a:pPr lvl="0">
              <a:buFontTx/>
              <a:buChar char="-"/>
            </a:pPr>
            <a:r>
              <a:rPr lang="fr-FR" dirty="0"/>
              <a:t>On distingue 2 sous classes :</a:t>
            </a:r>
          </a:p>
          <a:p>
            <a:pPr lvl="0">
              <a:buFont typeface="Arial" charset="0"/>
              <a:buChar char="•"/>
            </a:pPr>
            <a:r>
              <a:rPr lang="fr-FR" dirty="0"/>
              <a:t>accidents inhérents à l’effet thérapeutique. Ex : antihypertenseurs et hypotension</a:t>
            </a:r>
          </a:p>
          <a:p>
            <a:pPr lvl="0">
              <a:buFont typeface="Arial" charset="0"/>
              <a:buChar char="•"/>
            </a:pPr>
            <a:r>
              <a:rPr lang="fr-FR" dirty="0"/>
              <a:t>Accidents sans rapport avec l’effet thérapeutique: ex: AINS et ulcère </a:t>
            </a:r>
            <a:r>
              <a:rPr lang="fr-FR" dirty="0" err="1"/>
              <a:t>gastro-duodénal</a:t>
            </a:r>
            <a:r>
              <a:rPr lang="fr-FR" dirty="0"/>
              <a:t>. 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857232"/>
            <a:ext cx="8229600" cy="5467368"/>
          </a:xfrm>
        </p:spPr>
        <p:txBody>
          <a:bodyPr>
            <a:normAutofit/>
          </a:bodyPr>
          <a:lstStyle/>
          <a:p>
            <a:r>
              <a:rPr lang="fr-FR" b="1" u="sng" dirty="0"/>
              <a:t>Accidents de type B: ( bizarre) :</a:t>
            </a:r>
          </a:p>
          <a:p>
            <a:pPr>
              <a:buNone/>
            </a:pPr>
            <a:r>
              <a:rPr lang="fr-FR" dirty="0"/>
              <a:t>- Ce sont des effets sans aucun lien avec les propriétés du médicaments.</a:t>
            </a:r>
          </a:p>
          <a:p>
            <a:pPr>
              <a:buFontTx/>
              <a:buChar char="-"/>
            </a:pPr>
            <a:r>
              <a:rPr lang="fr-FR" dirty="0"/>
              <a:t>Imprévisibles ( à n’importe quel stade du traitement)</a:t>
            </a:r>
          </a:p>
          <a:p>
            <a:pPr>
              <a:buFontTx/>
              <a:buChar char="-"/>
            </a:pPr>
            <a:r>
              <a:rPr lang="fr-FR" dirty="0"/>
              <a:t>Rare </a:t>
            </a:r>
          </a:p>
          <a:p>
            <a:pPr>
              <a:buFontTx/>
              <a:buChar char="-"/>
            </a:pPr>
            <a:r>
              <a:rPr lang="fr-FR" dirty="0"/>
              <a:t>Ils peuvent être soit « allergiques » ou bien « idiosyncrasiques ».</a:t>
            </a:r>
          </a:p>
          <a:p>
            <a:pPr>
              <a:buNone/>
            </a:pPr>
            <a:r>
              <a:rPr lang="fr-FR" dirty="0"/>
              <a:t>Ex: choc anaphylactique après injection IV des produits de contraste.</a:t>
            </a:r>
          </a:p>
          <a:p>
            <a:pPr>
              <a:buFontTx/>
              <a:buChar char="-"/>
            </a:pPr>
            <a:r>
              <a:rPr lang="fr-FR" dirty="0"/>
              <a:t>Une prescription ultérieure est donc à éviter.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785794"/>
            <a:ext cx="8229600" cy="5538806"/>
          </a:xfrm>
        </p:spPr>
        <p:txBody>
          <a:bodyPr/>
          <a:lstStyle/>
          <a:p>
            <a:pPr lvl="0"/>
            <a:r>
              <a:rPr lang="fr-FR" b="1" u="sng" dirty="0"/>
              <a:t>Accidents de type C ( continue):</a:t>
            </a:r>
          </a:p>
          <a:p>
            <a:pPr lvl="0">
              <a:buNone/>
            </a:pPr>
            <a:r>
              <a:rPr lang="fr-FR" dirty="0"/>
              <a:t>Ce sont des effets liés à l’administration prolongée .</a:t>
            </a:r>
          </a:p>
          <a:p>
            <a:pPr lvl="0">
              <a:buNone/>
            </a:pPr>
            <a:r>
              <a:rPr lang="fr-FR" dirty="0"/>
              <a:t> Le mécanisme de survenue de ces effets est inconnu et rare. </a:t>
            </a:r>
          </a:p>
          <a:p>
            <a:pPr lvl="0">
              <a:buNone/>
            </a:pPr>
            <a:r>
              <a:rPr lang="fr-FR" dirty="0"/>
              <a:t>Le délai de survenue est retardé et lié à une toxicité cumulative, une accumulation insidieuse ou des réactions mutagènes ou oncogènes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253054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fr-FR" b="1" u="sng" dirty="0"/>
              <a:t>Accidents de type « D »: ( </a:t>
            </a:r>
            <a:r>
              <a:rPr lang="fr-FR" b="1" u="sng" dirty="0" err="1"/>
              <a:t>delayed</a:t>
            </a:r>
            <a:r>
              <a:rPr lang="fr-FR" b="1" u="sng" dirty="0"/>
              <a:t>) (retardé)</a:t>
            </a:r>
          </a:p>
          <a:p>
            <a:pPr lvl="0">
              <a:buNone/>
            </a:pPr>
            <a:r>
              <a:rPr lang="fr-FR" dirty="0"/>
              <a:t>Ce sont des accidents qui arrivent </a:t>
            </a:r>
            <a:r>
              <a:rPr lang="fr-FR" dirty="0" err="1"/>
              <a:t>pls</a:t>
            </a:r>
            <a:r>
              <a:rPr lang="fr-FR" dirty="0"/>
              <a:t> mois ou mm années après la prise du médicament.</a:t>
            </a:r>
          </a:p>
          <a:p>
            <a:pPr lvl="0">
              <a:buNone/>
            </a:pPr>
            <a:r>
              <a:rPr lang="fr-FR" dirty="0"/>
              <a:t>Ex: survenue d’un second cancer après chimiothérapie efficace.</a:t>
            </a:r>
          </a:p>
          <a:p>
            <a:pPr lvl="0">
              <a:buNone/>
            </a:pPr>
            <a:endParaRPr lang="fr-FR" dirty="0"/>
          </a:p>
          <a:p>
            <a:r>
              <a:rPr lang="fr-FR" b="1" u="sng" dirty="0"/>
              <a:t>Type E (End of use): </a:t>
            </a:r>
            <a:r>
              <a:rPr lang="fr-FR" dirty="0"/>
              <a:t>Il s’agit de réactions témoignant d’un syndrome de sevrage secondaire à l’arrêt de médicament. Exemples de médicaments responsables d’un syndrome de sevrage: Opiacés, benzodiazépines, béta bloquants,…</a:t>
            </a:r>
          </a:p>
          <a:p>
            <a:pPr lvl="0">
              <a:buNone/>
            </a:pPr>
            <a:r>
              <a:rPr lang="fr-FR" i="1" dirty="0"/>
              <a:t>Ex: </a:t>
            </a:r>
          </a:p>
          <a:p>
            <a:pPr lvl="0">
              <a:buNone/>
            </a:pPr>
            <a:r>
              <a:rPr lang="fr-FR" i="1" dirty="0"/>
              <a:t>dépendance aux </a:t>
            </a:r>
            <a:r>
              <a:rPr lang="el-GR" i="1" dirty="0"/>
              <a:t>β</a:t>
            </a:r>
            <a:r>
              <a:rPr lang="fr-FR" i="1" dirty="0"/>
              <a:t> 2 sympathomimétiques dans le traitement de l’asthme ( arrêt brutal du traitement est contre-indiqué)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6F2CBB-22AD-2493-17F8-435CA3F4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DZ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77F1FB-D3A7-60D8-A5C0-5A2224246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u="sng" dirty="0"/>
              <a:t>Type F (Failure) : </a:t>
            </a:r>
            <a:r>
              <a:rPr lang="fr-FR" dirty="0"/>
              <a:t>Ils sont en rapport avec l’absence d’efficacité thérapeutique du produit. </a:t>
            </a:r>
          </a:p>
          <a:p>
            <a:pPr marL="0" indent="0">
              <a:buNone/>
            </a:pPr>
            <a:endParaRPr lang="fr-FR" dirty="0"/>
          </a:p>
          <a:p>
            <a:r>
              <a:rPr lang="fr-FR" b="1" u="sng" dirty="0"/>
              <a:t>Type G (</a:t>
            </a:r>
            <a:r>
              <a:rPr lang="fr-FR" b="1" u="sng" dirty="0" err="1"/>
              <a:t>Genetic</a:t>
            </a:r>
            <a:r>
              <a:rPr lang="fr-FR" b="1" u="sng" dirty="0"/>
              <a:t>/</a:t>
            </a:r>
            <a:r>
              <a:rPr lang="fr-FR" b="1" u="sng" dirty="0" err="1"/>
              <a:t>Genomic</a:t>
            </a:r>
            <a:r>
              <a:rPr lang="fr-FR" b="1" u="sng" dirty="0"/>
              <a:t>): </a:t>
            </a:r>
            <a:r>
              <a:rPr lang="fr-FR" dirty="0"/>
              <a:t>ils déterminent la susceptibilité individuelle à développer des EIM.</a:t>
            </a: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2064809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8424FF-38FB-43FB-91F1-A4D818250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IV) Facteurs favorisants EIM:</a:t>
            </a:r>
            <a:endParaRPr lang="fr-DZ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E1E098-E481-1C3E-3F23-C9ED90D05D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L’activité du médicament, son utilisation et sa qualité ;</a:t>
            </a:r>
          </a:p>
          <a:p>
            <a:r>
              <a:rPr lang="fr-FR" dirty="0"/>
              <a:t> Le patient, le professionnel de santé et les modalités d’utilisation ;</a:t>
            </a:r>
          </a:p>
          <a:p>
            <a:r>
              <a:rPr lang="fr-FR" dirty="0"/>
              <a:t> La gestion du risque.</a:t>
            </a: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1099345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891DE3-3C37-2480-DB82-A10708BBF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Facteurs favorisants EIM</a:t>
            </a:r>
            <a:endParaRPr lang="fr-DZ" dirty="0"/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5CCE7913-772C-AE68-4364-CF376EAC41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884229"/>
              </p:ext>
            </p:extLst>
          </p:nvPr>
        </p:nvGraphicFramePr>
        <p:xfrm>
          <a:off x="457200" y="1935163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4251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V) La pharmacovigilance :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fr-FR" dirty="0"/>
          </a:p>
          <a:p>
            <a:pPr>
              <a:buNone/>
            </a:pPr>
            <a:r>
              <a:rPr lang="fr-FR" dirty="0"/>
              <a:t>La pharmacovigilance a pour objet </a:t>
            </a:r>
            <a:r>
              <a:rPr lang="fr-FR" b="1" dirty="0"/>
              <a:t>l’identification</a:t>
            </a:r>
            <a:r>
              <a:rPr lang="fr-FR" dirty="0"/>
              <a:t>, </a:t>
            </a:r>
            <a:r>
              <a:rPr lang="fr-FR" b="1" dirty="0"/>
              <a:t>l’évaluation</a:t>
            </a:r>
            <a:r>
              <a:rPr lang="fr-FR" dirty="0"/>
              <a:t> et la </a:t>
            </a:r>
            <a:r>
              <a:rPr lang="fr-FR" b="1" dirty="0"/>
              <a:t>prévention</a:t>
            </a:r>
            <a:r>
              <a:rPr lang="fr-FR" dirty="0"/>
              <a:t> du risque d’effets indésirables.</a:t>
            </a:r>
          </a:p>
          <a:p>
            <a:pPr>
              <a:buNone/>
            </a:pPr>
            <a:endParaRPr lang="fr-FR" dirty="0"/>
          </a:p>
        </p:txBody>
      </p:sp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C26EBDA5-E427-5C89-C305-551FADD5B7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4007600"/>
              </p:ext>
            </p:extLst>
          </p:nvPr>
        </p:nvGraphicFramePr>
        <p:xfrm>
          <a:off x="755576" y="3573016"/>
          <a:ext cx="7488832" cy="2088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DBE6B13-C5D7-F3DF-3DC8-ED81C7C7DB7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238" y="980728"/>
            <a:ext cx="3744416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BFF7DE4-0E3C-161C-31CF-C8170AFE2CA1}"/>
              </a:ext>
            </a:extLst>
          </p:cNvPr>
          <p:cNvSpPr/>
          <p:nvPr/>
        </p:nvSpPr>
        <p:spPr>
          <a:xfrm>
            <a:off x="2411760" y="116632"/>
            <a:ext cx="3528392" cy="8640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Tragédie du Thalidomide</a:t>
            </a:r>
            <a:endParaRPr lang="fr-DZ" dirty="0"/>
          </a:p>
        </p:txBody>
      </p:sp>
      <p:pic>
        <p:nvPicPr>
          <p:cNvPr id="1028" name="Picture 4" descr="Qu'est-ce que la pharmacovigilance ? | Presse pharmaceutique">
            <a:extLst>
              <a:ext uri="{FF2B5EF4-FFF2-40B4-BE49-F238E27FC236}">
                <a16:creationId xmlns:a16="http://schemas.microsoft.com/office/drawing/2014/main" id="{07E37E85-629E-39A8-C1D4-80EFA8AE8C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999454"/>
            <a:ext cx="6048672" cy="374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96AE1950-C65E-1AC1-EE42-F073B572F071}"/>
              </a:ext>
            </a:extLst>
          </p:cNvPr>
          <p:cNvSpPr/>
          <p:nvPr/>
        </p:nvSpPr>
        <p:spPr>
          <a:xfrm>
            <a:off x="6444208" y="3429000"/>
            <a:ext cx="1944216" cy="792088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Détection de l’EIM </a:t>
            </a:r>
            <a:endParaRPr lang="fr-DZ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CC2A6C-1EE5-E5ED-A3BD-D0B1DC6A63B5}"/>
              </a:ext>
            </a:extLst>
          </p:cNvPr>
          <p:cNvSpPr/>
          <p:nvPr/>
        </p:nvSpPr>
        <p:spPr>
          <a:xfrm>
            <a:off x="5220072" y="5877272"/>
            <a:ext cx="1944216" cy="7920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Discussion avec le malade </a:t>
            </a:r>
            <a:endParaRPr lang="fr-DZ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99B517-E8CB-E86D-E975-1BC095A8C1E7}"/>
              </a:ext>
            </a:extLst>
          </p:cNvPr>
          <p:cNvSpPr/>
          <p:nvPr/>
        </p:nvSpPr>
        <p:spPr>
          <a:xfrm>
            <a:off x="723596" y="3335187"/>
            <a:ext cx="1944216" cy="792088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Transmission au CNPM</a:t>
            </a:r>
            <a:endParaRPr lang="fr-DZ" dirty="0"/>
          </a:p>
        </p:txBody>
      </p:sp>
    </p:spTree>
    <p:extLst>
      <p:ext uri="{BB962C8B-B14F-4D97-AF65-F5344CB8AC3E}">
        <p14:creationId xmlns:p14="http://schemas.microsoft.com/office/powerpoint/2010/main" val="35532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En conclusion 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dirty="0"/>
              <a:t>La prévention des effets indésirables repose sur une prescription </a:t>
            </a:r>
            <a:r>
              <a:rPr lang="fr-FR" b="1" dirty="0"/>
              <a:t>judicieuse</a:t>
            </a:r>
            <a:r>
              <a:rPr lang="fr-FR" dirty="0"/>
              <a:t>.</a:t>
            </a:r>
          </a:p>
          <a:p>
            <a:pPr>
              <a:buNone/>
            </a:pPr>
            <a:r>
              <a:rPr lang="fr-FR" dirty="0"/>
              <a:t>Avant de prescrire, posez-vous ces 5 questions:</a:t>
            </a:r>
          </a:p>
          <a:p>
            <a:pPr>
              <a:buFontTx/>
              <a:buChar char="-"/>
            </a:pPr>
            <a:r>
              <a:rPr lang="fr-FR" dirty="0"/>
              <a:t>est-il vraiment nécessaire d’instaurer un </a:t>
            </a:r>
            <a:r>
              <a:rPr lang="fr-FR" dirty="0" err="1"/>
              <a:t>trt</a:t>
            </a:r>
            <a:r>
              <a:rPr lang="fr-FR" dirty="0"/>
              <a:t> médicamenteux?</a:t>
            </a:r>
          </a:p>
          <a:p>
            <a:pPr>
              <a:buFontTx/>
              <a:buChar char="-"/>
            </a:pPr>
            <a:r>
              <a:rPr lang="fr-FR"/>
              <a:t>Quelle </a:t>
            </a:r>
            <a:r>
              <a:rPr lang="fr-FR" dirty="0"/>
              <a:t>est la classe de médicament la plus appropriée?</a:t>
            </a:r>
          </a:p>
          <a:p>
            <a:pPr>
              <a:buFontTx/>
              <a:buChar char="-"/>
            </a:pPr>
            <a:r>
              <a:rPr lang="fr-FR" dirty="0"/>
              <a:t>Quelles sont les risques associés à cette prise?</a:t>
            </a:r>
          </a:p>
          <a:p>
            <a:pPr>
              <a:buFontTx/>
              <a:buChar char="-"/>
            </a:pPr>
            <a:r>
              <a:rPr lang="fr-FR" dirty="0"/>
              <a:t>Quel est le bénéfice attendu, quand et comment l’apprécier?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ébit">
  <a:themeElements>
    <a:clrScheme name="Débit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Débit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Débit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650</TotalTime>
  <Words>663</Words>
  <Application>Microsoft Office PowerPoint</Application>
  <PresentationFormat>Affichage à l'écran (4:3)</PresentationFormat>
  <Paragraphs>81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Constantia</vt:lpstr>
      <vt:lpstr>Wingdings 2</vt:lpstr>
      <vt:lpstr>Débit</vt:lpstr>
      <vt:lpstr>Les effets indésirables </vt:lpstr>
      <vt:lpstr>Introduction:</vt:lpstr>
      <vt:lpstr>I) Définition :</vt:lpstr>
      <vt:lpstr>Présentation PowerPoint</vt:lpstr>
      <vt:lpstr>II) Classification des effets indésirables: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IV) Facteurs favorisants EIM:</vt:lpstr>
      <vt:lpstr>Facteurs favorisants EIM</vt:lpstr>
      <vt:lpstr>V) La pharmacovigilance :</vt:lpstr>
      <vt:lpstr>Présentation PowerPoint</vt:lpstr>
      <vt:lpstr>En 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 effets indésirables</dc:title>
  <dc:creator>atlouche</dc:creator>
  <cp:lastModifiedBy>PCPROMAX</cp:lastModifiedBy>
  <cp:revision>7</cp:revision>
  <dcterms:created xsi:type="dcterms:W3CDTF">2016-12-07T05:05:38Z</dcterms:created>
  <dcterms:modified xsi:type="dcterms:W3CDTF">2025-01-26T04:42:54Z</dcterms:modified>
</cp:coreProperties>
</file>