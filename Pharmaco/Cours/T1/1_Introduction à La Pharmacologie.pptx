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notesSlides/notesSlide1.xml" ContentType="application/vnd.openxmlformats-officedocument.presentationml.notesSlide+xml"/>
  <Override PartName="/ppt/diagrams/colors2.xml" ContentType="application/vnd.openxmlformats-officedocument.drawingml.diagramColors+xml"/>
  <Override PartName="/ppt/notesSlides/notesSlide3.xml" ContentType="application/vnd.openxmlformats-officedocument.presentationml.notesSlid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3.xml" ContentType="application/vnd.openxmlformats-officedocument.drawingml.diagramData+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21"/>
  </p:notesMasterIdLst>
  <p:sldIdLst>
    <p:sldId id="257" r:id="rId3"/>
    <p:sldId id="269" r:id="rId4"/>
    <p:sldId id="270" r:id="rId5"/>
    <p:sldId id="295" r:id="rId6"/>
    <p:sldId id="298" r:id="rId7"/>
    <p:sldId id="271" r:id="rId8"/>
    <p:sldId id="297" r:id="rId9"/>
    <p:sldId id="272" r:id="rId10"/>
    <p:sldId id="300" r:id="rId11"/>
    <p:sldId id="301" r:id="rId12"/>
    <p:sldId id="273" r:id="rId13"/>
    <p:sldId id="299" r:id="rId14"/>
    <p:sldId id="274" r:id="rId15"/>
    <p:sldId id="304" r:id="rId16"/>
    <p:sldId id="307" r:id="rId17"/>
    <p:sldId id="306" r:id="rId18"/>
    <p:sldId id="302" r:id="rId19"/>
    <p:sldId id="303" r:id="rId20"/>
  </p:sldIdLst>
  <p:sldSz cx="12192000" cy="6858000"/>
  <p:notesSz cx="6858000" cy="9144000"/>
  <p:defaultTextStyle>
    <a:defPPr>
      <a:defRPr lang="fr-FR"/>
    </a:defPPr>
    <a:lvl1pPr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00" autoAdjust="0"/>
    <p:restoredTop sz="87276" autoAdjust="0"/>
  </p:normalViewPr>
  <p:slideViewPr>
    <p:cSldViewPr snapToGrid="0">
      <p:cViewPr varScale="1">
        <p:scale>
          <a:sx n="79" d="100"/>
          <a:sy n="79" d="100"/>
        </p:scale>
        <p:origin x="-966" y="-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C13EF3-B2C8-44DF-85E7-F3186FB8ADEF}" type="doc">
      <dgm:prSet loTypeId="urn:microsoft.com/office/officeart/2005/8/layout/hierarchy2" loCatId="hierarchy" qsTypeId="urn:microsoft.com/office/officeart/2005/8/quickstyle/3d3" qsCatId="3D" csTypeId="urn:microsoft.com/office/officeart/2005/8/colors/colorful1#5" csCatId="colorful" phldr="1"/>
      <dgm:spPr/>
      <dgm:t>
        <a:bodyPr/>
        <a:lstStyle/>
        <a:p>
          <a:endParaRPr lang="fr-FR"/>
        </a:p>
      </dgm:t>
    </dgm:pt>
    <dgm:pt modelId="{9901B4F4-99EE-4DDC-9138-517423FEEE21}">
      <dgm:prSet phldrT="[Texte]"/>
      <dgm:spPr/>
      <dgm:t>
        <a:bodyPr/>
        <a:lstStyle/>
        <a:p>
          <a:r>
            <a:rPr lang="fr-FR" b="1" dirty="0" smtClean="0">
              <a:effectLst>
                <a:outerShdw blurRad="38100" dist="38100" dir="2700000" algn="tl">
                  <a:srgbClr val="000000">
                    <a:alpha val="43137"/>
                  </a:srgbClr>
                </a:outerShdw>
              </a:effectLst>
            </a:rPr>
            <a:t>Fonction </a:t>
          </a:r>
          <a:endParaRPr lang="fr-FR" b="1" dirty="0">
            <a:effectLst>
              <a:outerShdw blurRad="38100" dist="38100" dir="2700000" algn="tl">
                <a:srgbClr val="000000">
                  <a:alpha val="43137"/>
                </a:srgbClr>
              </a:outerShdw>
            </a:effectLst>
          </a:endParaRPr>
        </a:p>
      </dgm:t>
    </dgm:pt>
    <dgm:pt modelId="{BB639D57-4825-4D01-BE17-83F651996C7B}" type="parTrans" cxnId="{AF30EEFC-B7BF-44D6-94FD-BC76632B3C4F}">
      <dgm:prSet/>
      <dgm:spPr/>
      <dgm:t>
        <a:bodyPr/>
        <a:lstStyle/>
        <a:p>
          <a:endParaRPr lang="fr-FR">
            <a:effectLst>
              <a:outerShdw blurRad="38100" dist="38100" dir="2700000" algn="tl">
                <a:srgbClr val="000000">
                  <a:alpha val="43137"/>
                </a:srgbClr>
              </a:outerShdw>
            </a:effectLst>
          </a:endParaRPr>
        </a:p>
      </dgm:t>
    </dgm:pt>
    <dgm:pt modelId="{3115BEF2-898B-441F-BF7E-5221520DF72F}" type="sibTrans" cxnId="{AF30EEFC-B7BF-44D6-94FD-BC76632B3C4F}">
      <dgm:prSet/>
      <dgm:spPr/>
      <dgm:t>
        <a:bodyPr/>
        <a:lstStyle/>
        <a:p>
          <a:endParaRPr lang="fr-FR">
            <a:effectLst>
              <a:outerShdw blurRad="38100" dist="38100" dir="2700000" algn="tl">
                <a:srgbClr val="000000">
                  <a:alpha val="43137"/>
                </a:srgbClr>
              </a:outerShdw>
            </a:effectLst>
          </a:endParaRPr>
        </a:p>
      </dgm:t>
    </dgm:pt>
    <dgm:pt modelId="{98FCE3AE-C038-4059-964D-A2B03C737156}">
      <dgm:prSet phldrT="[Texte]"/>
      <dgm:spPr/>
      <dgm:t>
        <a:bodyPr/>
        <a:lstStyle/>
        <a:p>
          <a:r>
            <a:rPr lang="fr-FR" b="1" dirty="0" smtClean="0">
              <a:effectLst>
                <a:outerShdw blurRad="38100" dist="38100" dir="2700000" algn="tl">
                  <a:srgbClr val="000000">
                    <a:alpha val="43137"/>
                  </a:srgbClr>
                </a:outerShdw>
              </a:effectLst>
            </a:rPr>
            <a:t>Thérapeutique</a:t>
          </a:r>
          <a:r>
            <a:rPr lang="fr-FR" dirty="0" smtClean="0">
              <a:effectLst>
                <a:outerShdw blurRad="38100" dist="38100" dir="2700000" algn="tl">
                  <a:srgbClr val="000000">
                    <a:alpha val="43137"/>
                  </a:srgbClr>
                </a:outerShdw>
              </a:effectLst>
            </a:rPr>
            <a:t> </a:t>
          </a:r>
          <a:endParaRPr lang="fr-FR" dirty="0">
            <a:effectLst>
              <a:outerShdw blurRad="38100" dist="38100" dir="2700000" algn="tl">
                <a:srgbClr val="000000">
                  <a:alpha val="43137"/>
                </a:srgbClr>
              </a:outerShdw>
            </a:effectLst>
          </a:endParaRPr>
        </a:p>
      </dgm:t>
    </dgm:pt>
    <dgm:pt modelId="{524FBE0C-35FB-4333-8CFA-322B4ED70F9C}" type="parTrans" cxnId="{3263E7AE-AA82-4A68-A51A-5C5DC82723E1}">
      <dgm:prSet/>
      <dgm:spPr/>
      <dgm:t>
        <a:bodyPr/>
        <a:lstStyle/>
        <a:p>
          <a:endParaRPr lang="fr-FR">
            <a:effectLst>
              <a:outerShdw blurRad="38100" dist="38100" dir="2700000" algn="tl">
                <a:srgbClr val="000000">
                  <a:alpha val="43137"/>
                </a:srgbClr>
              </a:outerShdw>
            </a:effectLst>
          </a:endParaRPr>
        </a:p>
      </dgm:t>
    </dgm:pt>
    <dgm:pt modelId="{12323CB0-6B2D-4747-828D-839C1869E1A3}" type="sibTrans" cxnId="{3263E7AE-AA82-4A68-A51A-5C5DC82723E1}">
      <dgm:prSet/>
      <dgm:spPr/>
      <dgm:t>
        <a:bodyPr/>
        <a:lstStyle/>
        <a:p>
          <a:endParaRPr lang="fr-FR">
            <a:effectLst>
              <a:outerShdw blurRad="38100" dist="38100" dir="2700000" algn="tl">
                <a:srgbClr val="000000">
                  <a:alpha val="43137"/>
                </a:srgbClr>
              </a:outerShdw>
            </a:effectLst>
          </a:endParaRPr>
        </a:p>
      </dgm:t>
    </dgm:pt>
    <dgm:pt modelId="{DBBD9FC5-3E95-4F67-AE6F-D60B0978D257}">
      <dgm:prSet phldrT="[Texte]"/>
      <dgm:spPr/>
      <dgm:t>
        <a:bodyPr/>
        <a:lstStyle/>
        <a:p>
          <a:r>
            <a:rPr lang="fr-FR" b="1" dirty="0" smtClean="0">
              <a:effectLst>
                <a:outerShdw blurRad="38100" dist="38100" dir="2700000" algn="tl">
                  <a:srgbClr val="000000">
                    <a:alpha val="43137"/>
                  </a:srgbClr>
                </a:outerShdw>
              </a:effectLst>
            </a:rPr>
            <a:t>Préventive  </a:t>
          </a:r>
          <a:endParaRPr lang="fr-FR" b="1" dirty="0">
            <a:effectLst>
              <a:outerShdw blurRad="38100" dist="38100" dir="2700000" algn="tl">
                <a:srgbClr val="000000">
                  <a:alpha val="43137"/>
                </a:srgbClr>
              </a:outerShdw>
            </a:effectLst>
          </a:endParaRPr>
        </a:p>
      </dgm:t>
    </dgm:pt>
    <dgm:pt modelId="{9D51CBB3-A99A-419C-91CA-9047E386CE01}" type="parTrans" cxnId="{DE3CC4B5-C5B5-4F5A-A5E2-7D46900183CF}">
      <dgm:prSet/>
      <dgm:spPr/>
      <dgm:t>
        <a:bodyPr/>
        <a:lstStyle/>
        <a:p>
          <a:endParaRPr lang="fr-FR">
            <a:effectLst>
              <a:outerShdw blurRad="38100" dist="38100" dir="2700000" algn="tl">
                <a:srgbClr val="000000">
                  <a:alpha val="43137"/>
                </a:srgbClr>
              </a:outerShdw>
            </a:effectLst>
          </a:endParaRPr>
        </a:p>
      </dgm:t>
    </dgm:pt>
    <dgm:pt modelId="{35968755-8A92-4CFF-A47F-63F2729DF6AF}" type="sibTrans" cxnId="{DE3CC4B5-C5B5-4F5A-A5E2-7D46900183CF}">
      <dgm:prSet/>
      <dgm:spPr/>
      <dgm:t>
        <a:bodyPr/>
        <a:lstStyle/>
        <a:p>
          <a:endParaRPr lang="fr-FR">
            <a:effectLst>
              <a:outerShdw blurRad="38100" dist="38100" dir="2700000" algn="tl">
                <a:srgbClr val="000000">
                  <a:alpha val="43137"/>
                </a:srgbClr>
              </a:outerShdw>
            </a:effectLst>
          </a:endParaRPr>
        </a:p>
      </dgm:t>
    </dgm:pt>
    <dgm:pt modelId="{613EF86C-5D8B-4C91-AACF-A4C400982166}">
      <dgm:prSet phldrT="[Texte]"/>
      <dgm:spPr/>
      <dgm:t>
        <a:bodyPr/>
        <a:lstStyle/>
        <a:p>
          <a:r>
            <a:rPr lang="fr-FR" b="1" dirty="0" smtClean="0">
              <a:effectLst>
                <a:outerShdw blurRad="38100" dist="38100" dir="2700000" algn="tl">
                  <a:srgbClr val="000000">
                    <a:alpha val="43137"/>
                  </a:srgbClr>
                </a:outerShdw>
              </a:effectLst>
            </a:rPr>
            <a:t>Curative </a:t>
          </a:r>
          <a:endParaRPr lang="fr-FR" b="1" dirty="0">
            <a:effectLst>
              <a:outerShdw blurRad="38100" dist="38100" dir="2700000" algn="tl">
                <a:srgbClr val="000000">
                  <a:alpha val="43137"/>
                </a:srgbClr>
              </a:outerShdw>
            </a:effectLst>
          </a:endParaRPr>
        </a:p>
      </dgm:t>
    </dgm:pt>
    <dgm:pt modelId="{AFD2342C-5D33-455D-BCF3-EE1AA23B0F9D}" type="parTrans" cxnId="{D10E9EC3-C332-4BF2-A918-31BEF837B377}">
      <dgm:prSet/>
      <dgm:spPr/>
      <dgm:t>
        <a:bodyPr/>
        <a:lstStyle/>
        <a:p>
          <a:endParaRPr lang="fr-FR">
            <a:effectLst>
              <a:outerShdw blurRad="38100" dist="38100" dir="2700000" algn="tl">
                <a:srgbClr val="000000">
                  <a:alpha val="43137"/>
                </a:srgbClr>
              </a:outerShdw>
            </a:effectLst>
          </a:endParaRPr>
        </a:p>
      </dgm:t>
    </dgm:pt>
    <dgm:pt modelId="{B3C88B1D-59BF-41F2-AE3C-ABF2181352E9}" type="sibTrans" cxnId="{D10E9EC3-C332-4BF2-A918-31BEF837B377}">
      <dgm:prSet/>
      <dgm:spPr/>
      <dgm:t>
        <a:bodyPr/>
        <a:lstStyle/>
        <a:p>
          <a:endParaRPr lang="fr-FR">
            <a:effectLst>
              <a:outerShdw blurRad="38100" dist="38100" dir="2700000" algn="tl">
                <a:srgbClr val="000000">
                  <a:alpha val="43137"/>
                </a:srgbClr>
              </a:outerShdw>
            </a:effectLst>
          </a:endParaRPr>
        </a:p>
      </dgm:t>
    </dgm:pt>
    <dgm:pt modelId="{FCE31FEF-196F-42F2-8E3B-F36FF2F0FE45}">
      <dgm:prSet phldrT="[Texte]"/>
      <dgm:spPr/>
      <dgm:t>
        <a:bodyPr/>
        <a:lstStyle/>
        <a:p>
          <a:r>
            <a:rPr lang="fr-FR" b="1" dirty="0" smtClean="0">
              <a:effectLst>
                <a:outerShdw blurRad="38100" dist="38100" dir="2700000" algn="tl">
                  <a:srgbClr val="000000">
                    <a:alpha val="43137"/>
                  </a:srgbClr>
                </a:outerShdw>
              </a:effectLst>
            </a:rPr>
            <a:t>Diagnostique </a:t>
          </a:r>
          <a:endParaRPr lang="fr-FR" b="1" dirty="0">
            <a:effectLst>
              <a:outerShdw blurRad="38100" dist="38100" dir="2700000" algn="tl">
                <a:srgbClr val="000000">
                  <a:alpha val="43137"/>
                </a:srgbClr>
              </a:outerShdw>
            </a:effectLst>
          </a:endParaRPr>
        </a:p>
      </dgm:t>
    </dgm:pt>
    <dgm:pt modelId="{941B16CC-F8B2-4FBB-94CF-A5963E9A11FA}" type="parTrans" cxnId="{8936E741-DF86-46B7-AE39-96D8422EB3EB}">
      <dgm:prSet/>
      <dgm:spPr/>
      <dgm:t>
        <a:bodyPr/>
        <a:lstStyle/>
        <a:p>
          <a:endParaRPr lang="fr-FR">
            <a:effectLst>
              <a:outerShdw blurRad="38100" dist="38100" dir="2700000" algn="tl">
                <a:srgbClr val="000000">
                  <a:alpha val="43137"/>
                </a:srgbClr>
              </a:outerShdw>
            </a:effectLst>
          </a:endParaRPr>
        </a:p>
      </dgm:t>
    </dgm:pt>
    <dgm:pt modelId="{CBD14E99-C5C3-483D-959C-A9EDD3CC1364}" type="sibTrans" cxnId="{8936E741-DF86-46B7-AE39-96D8422EB3EB}">
      <dgm:prSet/>
      <dgm:spPr/>
      <dgm:t>
        <a:bodyPr/>
        <a:lstStyle/>
        <a:p>
          <a:endParaRPr lang="fr-FR">
            <a:effectLst>
              <a:outerShdw blurRad="38100" dist="38100" dir="2700000" algn="tl">
                <a:srgbClr val="000000">
                  <a:alpha val="43137"/>
                </a:srgbClr>
              </a:outerShdw>
            </a:effectLst>
          </a:endParaRPr>
        </a:p>
      </dgm:t>
    </dgm:pt>
    <dgm:pt modelId="{F63B4140-FA7B-4E6F-A3CA-F435EBDAA3F1}">
      <dgm:prSet/>
      <dgm:spPr/>
      <dgm:t>
        <a:bodyPr/>
        <a:lstStyle/>
        <a:p>
          <a:r>
            <a:rPr lang="fr-FR" dirty="0" smtClean="0">
              <a:effectLst>
                <a:outerShdw blurRad="38100" dist="38100" dir="2700000" algn="tl">
                  <a:srgbClr val="000000">
                    <a:alpha val="43137"/>
                  </a:srgbClr>
                </a:outerShdw>
              </a:effectLst>
            </a:rPr>
            <a:t>Étiologique  </a:t>
          </a:r>
          <a:endParaRPr lang="fr-FR" dirty="0">
            <a:effectLst>
              <a:outerShdw blurRad="38100" dist="38100" dir="2700000" algn="tl">
                <a:srgbClr val="000000">
                  <a:alpha val="43137"/>
                </a:srgbClr>
              </a:outerShdw>
            </a:effectLst>
          </a:endParaRPr>
        </a:p>
      </dgm:t>
    </dgm:pt>
    <dgm:pt modelId="{43A012E9-0A06-4915-B28E-39A634D39BA0}" type="parTrans" cxnId="{E56FD6A1-676B-4877-80E7-5FF8C3D5E88C}">
      <dgm:prSet/>
      <dgm:spPr/>
      <dgm:t>
        <a:bodyPr/>
        <a:lstStyle/>
        <a:p>
          <a:endParaRPr lang="fr-FR">
            <a:effectLst>
              <a:outerShdw blurRad="38100" dist="38100" dir="2700000" algn="tl">
                <a:srgbClr val="000000">
                  <a:alpha val="43137"/>
                </a:srgbClr>
              </a:outerShdw>
            </a:effectLst>
          </a:endParaRPr>
        </a:p>
      </dgm:t>
    </dgm:pt>
    <dgm:pt modelId="{D8BD9F68-2B44-400A-9819-7CF048C054F5}" type="sibTrans" cxnId="{E56FD6A1-676B-4877-80E7-5FF8C3D5E88C}">
      <dgm:prSet/>
      <dgm:spPr/>
      <dgm:t>
        <a:bodyPr/>
        <a:lstStyle/>
        <a:p>
          <a:endParaRPr lang="fr-FR">
            <a:effectLst>
              <a:outerShdw blurRad="38100" dist="38100" dir="2700000" algn="tl">
                <a:srgbClr val="000000">
                  <a:alpha val="43137"/>
                </a:srgbClr>
              </a:outerShdw>
            </a:effectLst>
          </a:endParaRPr>
        </a:p>
      </dgm:t>
    </dgm:pt>
    <dgm:pt modelId="{08FD67E2-1BE0-4CC6-82B5-D6665B3E7D78}">
      <dgm:prSet/>
      <dgm:spPr/>
      <dgm:t>
        <a:bodyPr/>
        <a:lstStyle/>
        <a:p>
          <a:r>
            <a:rPr lang="fr-FR" dirty="0" smtClean="0">
              <a:effectLst>
                <a:outerShdw blurRad="38100" dist="38100" dir="2700000" algn="tl">
                  <a:srgbClr val="000000">
                    <a:alpha val="43137"/>
                  </a:srgbClr>
                </a:outerShdw>
              </a:effectLst>
            </a:rPr>
            <a:t>Substitutive  </a:t>
          </a:r>
          <a:endParaRPr lang="fr-FR" dirty="0">
            <a:effectLst>
              <a:outerShdw blurRad="38100" dist="38100" dir="2700000" algn="tl">
                <a:srgbClr val="000000">
                  <a:alpha val="43137"/>
                </a:srgbClr>
              </a:outerShdw>
            </a:effectLst>
          </a:endParaRPr>
        </a:p>
      </dgm:t>
    </dgm:pt>
    <dgm:pt modelId="{010D00A3-F02E-4F17-ACD0-48EF584A4143}" type="parTrans" cxnId="{E21EAA5B-0D86-42E0-AE73-43827F0DE9E0}">
      <dgm:prSet/>
      <dgm:spPr/>
      <dgm:t>
        <a:bodyPr/>
        <a:lstStyle/>
        <a:p>
          <a:endParaRPr lang="fr-FR">
            <a:effectLst>
              <a:outerShdw blurRad="38100" dist="38100" dir="2700000" algn="tl">
                <a:srgbClr val="000000">
                  <a:alpha val="43137"/>
                </a:srgbClr>
              </a:outerShdw>
            </a:effectLst>
          </a:endParaRPr>
        </a:p>
      </dgm:t>
    </dgm:pt>
    <dgm:pt modelId="{435B9553-4CA8-49D7-AEA4-A25663F02A7B}" type="sibTrans" cxnId="{E21EAA5B-0D86-42E0-AE73-43827F0DE9E0}">
      <dgm:prSet/>
      <dgm:spPr/>
      <dgm:t>
        <a:bodyPr/>
        <a:lstStyle/>
        <a:p>
          <a:endParaRPr lang="fr-FR">
            <a:effectLst>
              <a:outerShdw blurRad="38100" dist="38100" dir="2700000" algn="tl">
                <a:srgbClr val="000000">
                  <a:alpha val="43137"/>
                </a:srgbClr>
              </a:outerShdw>
            </a:effectLst>
          </a:endParaRPr>
        </a:p>
      </dgm:t>
    </dgm:pt>
    <dgm:pt modelId="{184A1A8D-1F6C-4101-8AEC-784E6D05ECE4}">
      <dgm:prSet/>
      <dgm:spPr/>
      <dgm:t>
        <a:bodyPr/>
        <a:lstStyle/>
        <a:p>
          <a:r>
            <a:rPr lang="fr-FR" dirty="0" smtClean="0">
              <a:effectLst>
                <a:outerShdw blurRad="38100" dist="38100" dir="2700000" algn="tl">
                  <a:srgbClr val="000000">
                    <a:alpha val="43137"/>
                  </a:srgbClr>
                </a:outerShdw>
              </a:effectLst>
            </a:rPr>
            <a:t>Symptomatique  </a:t>
          </a:r>
          <a:endParaRPr lang="fr-FR" dirty="0">
            <a:effectLst>
              <a:outerShdw blurRad="38100" dist="38100" dir="2700000" algn="tl">
                <a:srgbClr val="000000">
                  <a:alpha val="43137"/>
                </a:srgbClr>
              </a:outerShdw>
            </a:effectLst>
          </a:endParaRPr>
        </a:p>
      </dgm:t>
    </dgm:pt>
    <dgm:pt modelId="{9AB38B65-920A-4789-B660-DBE726BCCF42}" type="parTrans" cxnId="{78A8638B-9449-472B-9777-4DA85F27BBD4}">
      <dgm:prSet/>
      <dgm:spPr/>
      <dgm:t>
        <a:bodyPr/>
        <a:lstStyle/>
        <a:p>
          <a:endParaRPr lang="fr-FR">
            <a:effectLst>
              <a:outerShdw blurRad="38100" dist="38100" dir="2700000" algn="tl">
                <a:srgbClr val="000000">
                  <a:alpha val="43137"/>
                </a:srgbClr>
              </a:outerShdw>
            </a:effectLst>
          </a:endParaRPr>
        </a:p>
      </dgm:t>
    </dgm:pt>
    <dgm:pt modelId="{D09B9542-6AF1-4E19-9FB2-8C061CBC416E}" type="sibTrans" cxnId="{78A8638B-9449-472B-9777-4DA85F27BBD4}">
      <dgm:prSet/>
      <dgm:spPr/>
      <dgm:t>
        <a:bodyPr/>
        <a:lstStyle/>
        <a:p>
          <a:endParaRPr lang="fr-FR">
            <a:effectLst>
              <a:outerShdw blurRad="38100" dist="38100" dir="2700000" algn="tl">
                <a:srgbClr val="000000">
                  <a:alpha val="43137"/>
                </a:srgbClr>
              </a:outerShdw>
            </a:effectLst>
          </a:endParaRPr>
        </a:p>
      </dgm:t>
    </dgm:pt>
    <dgm:pt modelId="{04D8D0CD-BD9C-48F5-984F-A1839535BC9D}" type="pres">
      <dgm:prSet presAssocID="{46C13EF3-B2C8-44DF-85E7-F3186FB8ADEF}" presName="diagram" presStyleCnt="0">
        <dgm:presLayoutVars>
          <dgm:chPref val="1"/>
          <dgm:dir/>
          <dgm:animOne val="branch"/>
          <dgm:animLvl val="lvl"/>
          <dgm:resizeHandles val="exact"/>
        </dgm:presLayoutVars>
      </dgm:prSet>
      <dgm:spPr/>
      <dgm:t>
        <a:bodyPr/>
        <a:lstStyle/>
        <a:p>
          <a:endParaRPr lang="fr-FR"/>
        </a:p>
      </dgm:t>
    </dgm:pt>
    <dgm:pt modelId="{02884171-023D-4487-8BC7-FF7587A393F6}" type="pres">
      <dgm:prSet presAssocID="{9901B4F4-99EE-4DDC-9138-517423FEEE21}" presName="root1" presStyleCnt="0"/>
      <dgm:spPr/>
    </dgm:pt>
    <dgm:pt modelId="{22F6804C-D72E-48A6-BE90-5C3D2423113A}" type="pres">
      <dgm:prSet presAssocID="{9901B4F4-99EE-4DDC-9138-517423FEEE21}" presName="LevelOneTextNode" presStyleLbl="node0" presStyleIdx="0" presStyleCnt="1">
        <dgm:presLayoutVars>
          <dgm:chPref val="3"/>
        </dgm:presLayoutVars>
      </dgm:prSet>
      <dgm:spPr/>
      <dgm:t>
        <a:bodyPr/>
        <a:lstStyle/>
        <a:p>
          <a:endParaRPr lang="fr-FR"/>
        </a:p>
      </dgm:t>
    </dgm:pt>
    <dgm:pt modelId="{80A3D02D-C816-4CCA-8986-E42737075280}" type="pres">
      <dgm:prSet presAssocID="{9901B4F4-99EE-4DDC-9138-517423FEEE21}" presName="level2hierChild" presStyleCnt="0"/>
      <dgm:spPr/>
    </dgm:pt>
    <dgm:pt modelId="{CB3AFCB8-103D-45ED-AE56-AF76119066CF}" type="pres">
      <dgm:prSet presAssocID="{524FBE0C-35FB-4333-8CFA-322B4ED70F9C}" presName="conn2-1" presStyleLbl="parChTrans1D2" presStyleIdx="0" presStyleCnt="2"/>
      <dgm:spPr/>
      <dgm:t>
        <a:bodyPr/>
        <a:lstStyle/>
        <a:p>
          <a:endParaRPr lang="fr-FR"/>
        </a:p>
      </dgm:t>
    </dgm:pt>
    <dgm:pt modelId="{31E9FD79-1754-4CCC-A19C-2D5CCAF297CA}" type="pres">
      <dgm:prSet presAssocID="{524FBE0C-35FB-4333-8CFA-322B4ED70F9C}" presName="connTx" presStyleLbl="parChTrans1D2" presStyleIdx="0" presStyleCnt="2"/>
      <dgm:spPr/>
      <dgm:t>
        <a:bodyPr/>
        <a:lstStyle/>
        <a:p>
          <a:endParaRPr lang="fr-FR"/>
        </a:p>
      </dgm:t>
    </dgm:pt>
    <dgm:pt modelId="{B882A50B-C311-41E7-A614-0325C09B8CAB}" type="pres">
      <dgm:prSet presAssocID="{98FCE3AE-C038-4059-964D-A2B03C737156}" presName="root2" presStyleCnt="0"/>
      <dgm:spPr/>
    </dgm:pt>
    <dgm:pt modelId="{E0898C75-67D5-4871-9740-C826567F5F07}" type="pres">
      <dgm:prSet presAssocID="{98FCE3AE-C038-4059-964D-A2B03C737156}" presName="LevelTwoTextNode" presStyleLbl="node2" presStyleIdx="0" presStyleCnt="2">
        <dgm:presLayoutVars>
          <dgm:chPref val="3"/>
        </dgm:presLayoutVars>
      </dgm:prSet>
      <dgm:spPr/>
      <dgm:t>
        <a:bodyPr/>
        <a:lstStyle/>
        <a:p>
          <a:endParaRPr lang="fr-FR"/>
        </a:p>
      </dgm:t>
    </dgm:pt>
    <dgm:pt modelId="{8AA4CCE6-059F-4553-B355-952F2AD03D43}" type="pres">
      <dgm:prSet presAssocID="{98FCE3AE-C038-4059-964D-A2B03C737156}" presName="level3hierChild" presStyleCnt="0"/>
      <dgm:spPr/>
    </dgm:pt>
    <dgm:pt modelId="{DF0B10EA-D145-49B0-A5BA-C0D052796BF6}" type="pres">
      <dgm:prSet presAssocID="{9D51CBB3-A99A-419C-91CA-9047E386CE01}" presName="conn2-1" presStyleLbl="parChTrans1D3" presStyleIdx="0" presStyleCnt="2"/>
      <dgm:spPr/>
      <dgm:t>
        <a:bodyPr/>
        <a:lstStyle/>
        <a:p>
          <a:endParaRPr lang="fr-FR"/>
        </a:p>
      </dgm:t>
    </dgm:pt>
    <dgm:pt modelId="{1168BD07-663C-46D9-8890-83C2898DDC85}" type="pres">
      <dgm:prSet presAssocID="{9D51CBB3-A99A-419C-91CA-9047E386CE01}" presName="connTx" presStyleLbl="parChTrans1D3" presStyleIdx="0" presStyleCnt="2"/>
      <dgm:spPr/>
      <dgm:t>
        <a:bodyPr/>
        <a:lstStyle/>
        <a:p>
          <a:endParaRPr lang="fr-FR"/>
        </a:p>
      </dgm:t>
    </dgm:pt>
    <dgm:pt modelId="{E80DDB4B-EA6F-406D-A376-F09922BBC3A9}" type="pres">
      <dgm:prSet presAssocID="{DBBD9FC5-3E95-4F67-AE6F-D60B0978D257}" presName="root2" presStyleCnt="0"/>
      <dgm:spPr/>
    </dgm:pt>
    <dgm:pt modelId="{C8A62C80-D680-48C8-8445-599BC6EDCBDD}" type="pres">
      <dgm:prSet presAssocID="{DBBD9FC5-3E95-4F67-AE6F-D60B0978D257}" presName="LevelTwoTextNode" presStyleLbl="node3" presStyleIdx="0" presStyleCnt="2">
        <dgm:presLayoutVars>
          <dgm:chPref val="3"/>
        </dgm:presLayoutVars>
      </dgm:prSet>
      <dgm:spPr/>
      <dgm:t>
        <a:bodyPr/>
        <a:lstStyle/>
        <a:p>
          <a:endParaRPr lang="fr-FR"/>
        </a:p>
      </dgm:t>
    </dgm:pt>
    <dgm:pt modelId="{E71B8641-DE41-4E5F-BAA6-F9F8C523CFB3}" type="pres">
      <dgm:prSet presAssocID="{DBBD9FC5-3E95-4F67-AE6F-D60B0978D257}" presName="level3hierChild" presStyleCnt="0"/>
      <dgm:spPr/>
    </dgm:pt>
    <dgm:pt modelId="{3FED2CAB-0A70-4427-975F-8A42919E00DA}" type="pres">
      <dgm:prSet presAssocID="{AFD2342C-5D33-455D-BCF3-EE1AA23B0F9D}" presName="conn2-1" presStyleLbl="parChTrans1D3" presStyleIdx="1" presStyleCnt="2"/>
      <dgm:spPr/>
      <dgm:t>
        <a:bodyPr/>
        <a:lstStyle/>
        <a:p>
          <a:endParaRPr lang="fr-FR"/>
        </a:p>
      </dgm:t>
    </dgm:pt>
    <dgm:pt modelId="{110AE057-7122-464A-B489-61015A45B2A3}" type="pres">
      <dgm:prSet presAssocID="{AFD2342C-5D33-455D-BCF3-EE1AA23B0F9D}" presName="connTx" presStyleLbl="parChTrans1D3" presStyleIdx="1" presStyleCnt="2"/>
      <dgm:spPr/>
      <dgm:t>
        <a:bodyPr/>
        <a:lstStyle/>
        <a:p>
          <a:endParaRPr lang="fr-FR"/>
        </a:p>
      </dgm:t>
    </dgm:pt>
    <dgm:pt modelId="{CEEC5789-69CC-468C-A680-8B818401ABFF}" type="pres">
      <dgm:prSet presAssocID="{613EF86C-5D8B-4C91-AACF-A4C400982166}" presName="root2" presStyleCnt="0"/>
      <dgm:spPr/>
    </dgm:pt>
    <dgm:pt modelId="{D6013C6B-DE1F-4468-B306-E0E7B5CA099F}" type="pres">
      <dgm:prSet presAssocID="{613EF86C-5D8B-4C91-AACF-A4C400982166}" presName="LevelTwoTextNode" presStyleLbl="node3" presStyleIdx="1" presStyleCnt="2">
        <dgm:presLayoutVars>
          <dgm:chPref val="3"/>
        </dgm:presLayoutVars>
      </dgm:prSet>
      <dgm:spPr/>
      <dgm:t>
        <a:bodyPr/>
        <a:lstStyle/>
        <a:p>
          <a:endParaRPr lang="fr-FR"/>
        </a:p>
      </dgm:t>
    </dgm:pt>
    <dgm:pt modelId="{4D419FF1-A3DB-4BD2-AE44-7CD5A64B1211}" type="pres">
      <dgm:prSet presAssocID="{613EF86C-5D8B-4C91-AACF-A4C400982166}" presName="level3hierChild" presStyleCnt="0"/>
      <dgm:spPr/>
    </dgm:pt>
    <dgm:pt modelId="{837A845D-D6EB-4C02-B885-92B74CBCA69F}" type="pres">
      <dgm:prSet presAssocID="{43A012E9-0A06-4915-B28E-39A634D39BA0}" presName="conn2-1" presStyleLbl="parChTrans1D4" presStyleIdx="0" presStyleCnt="3"/>
      <dgm:spPr/>
      <dgm:t>
        <a:bodyPr/>
        <a:lstStyle/>
        <a:p>
          <a:endParaRPr lang="fr-FR"/>
        </a:p>
      </dgm:t>
    </dgm:pt>
    <dgm:pt modelId="{F1F9BFE2-EF93-40EC-8D50-C14EF149180C}" type="pres">
      <dgm:prSet presAssocID="{43A012E9-0A06-4915-B28E-39A634D39BA0}" presName="connTx" presStyleLbl="parChTrans1D4" presStyleIdx="0" presStyleCnt="3"/>
      <dgm:spPr/>
      <dgm:t>
        <a:bodyPr/>
        <a:lstStyle/>
        <a:p>
          <a:endParaRPr lang="fr-FR"/>
        </a:p>
      </dgm:t>
    </dgm:pt>
    <dgm:pt modelId="{8FDCDE38-6B16-40EA-8894-DD27D0395A0B}" type="pres">
      <dgm:prSet presAssocID="{F63B4140-FA7B-4E6F-A3CA-F435EBDAA3F1}" presName="root2" presStyleCnt="0"/>
      <dgm:spPr/>
    </dgm:pt>
    <dgm:pt modelId="{C4D58289-95BE-4EB7-9DB0-CDE159A0146C}" type="pres">
      <dgm:prSet presAssocID="{F63B4140-FA7B-4E6F-A3CA-F435EBDAA3F1}" presName="LevelTwoTextNode" presStyleLbl="node4" presStyleIdx="0" presStyleCnt="3">
        <dgm:presLayoutVars>
          <dgm:chPref val="3"/>
        </dgm:presLayoutVars>
      </dgm:prSet>
      <dgm:spPr/>
      <dgm:t>
        <a:bodyPr/>
        <a:lstStyle/>
        <a:p>
          <a:endParaRPr lang="fr-FR"/>
        </a:p>
      </dgm:t>
    </dgm:pt>
    <dgm:pt modelId="{027A7ABF-F1A8-4C97-9BFB-6628D156AA17}" type="pres">
      <dgm:prSet presAssocID="{F63B4140-FA7B-4E6F-A3CA-F435EBDAA3F1}" presName="level3hierChild" presStyleCnt="0"/>
      <dgm:spPr/>
    </dgm:pt>
    <dgm:pt modelId="{53D6B8AB-1AB3-424E-9935-0AE2188F7BF0}" type="pres">
      <dgm:prSet presAssocID="{010D00A3-F02E-4F17-ACD0-48EF584A4143}" presName="conn2-1" presStyleLbl="parChTrans1D4" presStyleIdx="1" presStyleCnt="3"/>
      <dgm:spPr/>
      <dgm:t>
        <a:bodyPr/>
        <a:lstStyle/>
        <a:p>
          <a:endParaRPr lang="fr-FR"/>
        </a:p>
      </dgm:t>
    </dgm:pt>
    <dgm:pt modelId="{7914BB0E-D9AF-4310-BE94-6CC20F5DB325}" type="pres">
      <dgm:prSet presAssocID="{010D00A3-F02E-4F17-ACD0-48EF584A4143}" presName="connTx" presStyleLbl="parChTrans1D4" presStyleIdx="1" presStyleCnt="3"/>
      <dgm:spPr/>
      <dgm:t>
        <a:bodyPr/>
        <a:lstStyle/>
        <a:p>
          <a:endParaRPr lang="fr-FR"/>
        </a:p>
      </dgm:t>
    </dgm:pt>
    <dgm:pt modelId="{7269B924-14DD-4EA8-A0BB-AA6392166379}" type="pres">
      <dgm:prSet presAssocID="{08FD67E2-1BE0-4CC6-82B5-D6665B3E7D78}" presName="root2" presStyleCnt="0"/>
      <dgm:spPr/>
    </dgm:pt>
    <dgm:pt modelId="{254997AE-FD91-404E-896B-AEE893EBC79E}" type="pres">
      <dgm:prSet presAssocID="{08FD67E2-1BE0-4CC6-82B5-D6665B3E7D78}" presName="LevelTwoTextNode" presStyleLbl="node4" presStyleIdx="1" presStyleCnt="3">
        <dgm:presLayoutVars>
          <dgm:chPref val="3"/>
        </dgm:presLayoutVars>
      </dgm:prSet>
      <dgm:spPr/>
      <dgm:t>
        <a:bodyPr/>
        <a:lstStyle/>
        <a:p>
          <a:endParaRPr lang="fr-FR"/>
        </a:p>
      </dgm:t>
    </dgm:pt>
    <dgm:pt modelId="{B302A7DF-B387-4E7F-8D28-ADA77A08B1C1}" type="pres">
      <dgm:prSet presAssocID="{08FD67E2-1BE0-4CC6-82B5-D6665B3E7D78}" presName="level3hierChild" presStyleCnt="0"/>
      <dgm:spPr/>
    </dgm:pt>
    <dgm:pt modelId="{9E5776C5-256B-46BC-99A6-58D39DCD5F24}" type="pres">
      <dgm:prSet presAssocID="{9AB38B65-920A-4789-B660-DBE726BCCF42}" presName="conn2-1" presStyleLbl="parChTrans1D4" presStyleIdx="2" presStyleCnt="3"/>
      <dgm:spPr/>
      <dgm:t>
        <a:bodyPr/>
        <a:lstStyle/>
        <a:p>
          <a:endParaRPr lang="fr-FR"/>
        </a:p>
      </dgm:t>
    </dgm:pt>
    <dgm:pt modelId="{FDD02226-4868-4050-86C2-008621D2FE94}" type="pres">
      <dgm:prSet presAssocID="{9AB38B65-920A-4789-B660-DBE726BCCF42}" presName="connTx" presStyleLbl="parChTrans1D4" presStyleIdx="2" presStyleCnt="3"/>
      <dgm:spPr/>
      <dgm:t>
        <a:bodyPr/>
        <a:lstStyle/>
        <a:p>
          <a:endParaRPr lang="fr-FR"/>
        </a:p>
      </dgm:t>
    </dgm:pt>
    <dgm:pt modelId="{483E81EE-59CC-4064-A2C0-A476D7D55F5E}" type="pres">
      <dgm:prSet presAssocID="{184A1A8D-1F6C-4101-8AEC-784E6D05ECE4}" presName="root2" presStyleCnt="0"/>
      <dgm:spPr/>
    </dgm:pt>
    <dgm:pt modelId="{49BBFFCF-47FF-4DE2-98DC-80AE9F944B4E}" type="pres">
      <dgm:prSet presAssocID="{184A1A8D-1F6C-4101-8AEC-784E6D05ECE4}" presName="LevelTwoTextNode" presStyleLbl="node4" presStyleIdx="2" presStyleCnt="3">
        <dgm:presLayoutVars>
          <dgm:chPref val="3"/>
        </dgm:presLayoutVars>
      </dgm:prSet>
      <dgm:spPr/>
      <dgm:t>
        <a:bodyPr/>
        <a:lstStyle/>
        <a:p>
          <a:endParaRPr lang="fr-FR"/>
        </a:p>
      </dgm:t>
    </dgm:pt>
    <dgm:pt modelId="{8EF67B65-99B6-4487-B5F3-543C362DB093}" type="pres">
      <dgm:prSet presAssocID="{184A1A8D-1F6C-4101-8AEC-784E6D05ECE4}" presName="level3hierChild" presStyleCnt="0"/>
      <dgm:spPr/>
    </dgm:pt>
    <dgm:pt modelId="{F415B617-91B5-45BB-BF7C-3B99DEE46250}" type="pres">
      <dgm:prSet presAssocID="{941B16CC-F8B2-4FBB-94CF-A5963E9A11FA}" presName="conn2-1" presStyleLbl="parChTrans1D2" presStyleIdx="1" presStyleCnt="2"/>
      <dgm:spPr/>
      <dgm:t>
        <a:bodyPr/>
        <a:lstStyle/>
        <a:p>
          <a:endParaRPr lang="fr-FR"/>
        </a:p>
      </dgm:t>
    </dgm:pt>
    <dgm:pt modelId="{59827A4F-0F1D-409C-B15C-92FEA8404EF7}" type="pres">
      <dgm:prSet presAssocID="{941B16CC-F8B2-4FBB-94CF-A5963E9A11FA}" presName="connTx" presStyleLbl="parChTrans1D2" presStyleIdx="1" presStyleCnt="2"/>
      <dgm:spPr/>
      <dgm:t>
        <a:bodyPr/>
        <a:lstStyle/>
        <a:p>
          <a:endParaRPr lang="fr-FR"/>
        </a:p>
      </dgm:t>
    </dgm:pt>
    <dgm:pt modelId="{1807AD04-42A5-466E-90C9-715B1A1A05FE}" type="pres">
      <dgm:prSet presAssocID="{FCE31FEF-196F-42F2-8E3B-F36FF2F0FE45}" presName="root2" presStyleCnt="0"/>
      <dgm:spPr/>
    </dgm:pt>
    <dgm:pt modelId="{BC07E546-A7CF-431D-9EEB-466C4289AC32}" type="pres">
      <dgm:prSet presAssocID="{FCE31FEF-196F-42F2-8E3B-F36FF2F0FE45}" presName="LevelTwoTextNode" presStyleLbl="node2" presStyleIdx="1" presStyleCnt="2">
        <dgm:presLayoutVars>
          <dgm:chPref val="3"/>
        </dgm:presLayoutVars>
      </dgm:prSet>
      <dgm:spPr/>
      <dgm:t>
        <a:bodyPr/>
        <a:lstStyle/>
        <a:p>
          <a:endParaRPr lang="fr-FR"/>
        </a:p>
      </dgm:t>
    </dgm:pt>
    <dgm:pt modelId="{6CA97E42-B652-4093-BB64-8F25E791F873}" type="pres">
      <dgm:prSet presAssocID="{FCE31FEF-196F-42F2-8E3B-F36FF2F0FE45}" presName="level3hierChild" presStyleCnt="0"/>
      <dgm:spPr/>
    </dgm:pt>
  </dgm:ptLst>
  <dgm:cxnLst>
    <dgm:cxn modelId="{152329C6-B126-40C3-B486-DDF549ADA37D}" type="presOf" srcId="{AFD2342C-5D33-455D-BCF3-EE1AA23B0F9D}" destId="{3FED2CAB-0A70-4427-975F-8A42919E00DA}" srcOrd="0" destOrd="0" presId="urn:microsoft.com/office/officeart/2005/8/layout/hierarchy2"/>
    <dgm:cxn modelId="{95532465-5739-46AD-A324-52F07E6B594D}" type="presOf" srcId="{98FCE3AE-C038-4059-964D-A2B03C737156}" destId="{E0898C75-67D5-4871-9740-C826567F5F07}" srcOrd="0" destOrd="0" presId="urn:microsoft.com/office/officeart/2005/8/layout/hierarchy2"/>
    <dgm:cxn modelId="{96B50883-65DC-4A70-92A8-C957910F7157}" type="presOf" srcId="{DBBD9FC5-3E95-4F67-AE6F-D60B0978D257}" destId="{C8A62C80-D680-48C8-8445-599BC6EDCBDD}" srcOrd="0" destOrd="0" presId="urn:microsoft.com/office/officeart/2005/8/layout/hierarchy2"/>
    <dgm:cxn modelId="{3B2D73EC-1704-4BA9-B330-F07A07E42A90}" type="presOf" srcId="{184A1A8D-1F6C-4101-8AEC-784E6D05ECE4}" destId="{49BBFFCF-47FF-4DE2-98DC-80AE9F944B4E}" srcOrd="0" destOrd="0" presId="urn:microsoft.com/office/officeart/2005/8/layout/hierarchy2"/>
    <dgm:cxn modelId="{78A8638B-9449-472B-9777-4DA85F27BBD4}" srcId="{613EF86C-5D8B-4C91-AACF-A4C400982166}" destId="{184A1A8D-1F6C-4101-8AEC-784E6D05ECE4}" srcOrd="2" destOrd="0" parTransId="{9AB38B65-920A-4789-B660-DBE726BCCF42}" sibTransId="{D09B9542-6AF1-4E19-9FB2-8C061CBC416E}"/>
    <dgm:cxn modelId="{3263E7AE-AA82-4A68-A51A-5C5DC82723E1}" srcId="{9901B4F4-99EE-4DDC-9138-517423FEEE21}" destId="{98FCE3AE-C038-4059-964D-A2B03C737156}" srcOrd="0" destOrd="0" parTransId="{524FBE0C-35FB-4333-8CFA-322B4ED70F9C}" sibTransId="{12323CB0-6B2D-4747-828D-839C1869E1A3}"/>
    <dgm:cxn modelId="{E19D44BE-EFC3-4077-AB11-F7F87606A302}" type="presOf" srcId="{9D51CBB3-A99A-419C-91CA-9047E386CE01}" destId="{DF0B10EA-D145-49B0-A5BA-C0D052796BF6}" srcOrd="0" destOrd="0" presId="urn:microsoft.com/office/officeart/2005/8/layout/hierarchy2"/>
    <dgm:cxn modelId="{AF30EEFC-B7BF-44D6-94FD-BC76632B3C4F}" srcId="{46C13EF3-B2C8-44DF-85E7-F3186FB8ADEF}" destId="{9901B4F4-99EE-4DDC-9138-517423FEEE21}" srcOrd="0" destOrd="0" parTransId="{BB639D57-4825-4D01-BE17-83F651996C7B}" sibTransId="{3115BEF2-898B-441F-BF7E-5221520DF72F}"/>
    <dgm:cxn modelId="{98DFA2FA-9EE7-4D88-B1CF-2005FD368466}" type="presOf" srcId="{010D00A3-F02E-4F17-ACD0-48EF584A4143}" destId="{7914BB0E-D9AF-4310-BE94-6CC20F5DB325}" srcOrd="1" destOrd="0" presId="urn:microsoft.com/office/officeart/2005/8/layout/hierarchy2"/>
    <dgm:cxn modelId="{90FF916B-51B8-4387-996D-DD0C3E114B84}" type="presOf" srcId="{AFD2342C-5D33-455D-BCF3-EE1AA23B0F9D}" destId="{110AE057-7122-464A-B489-61015A45B2A3}" srcOrd="1" destOrd="0" presId="urn:microsoft.com/office/officeart/2005/8/layout/hierarchy2"/>
    <dgm:cxn modelId="{1014CE4D-08E0-4B09-9BC2-BC920441BE21}" type="presOf" srcId="{010D00A3-F02E-4F17-ACD0-48EF584A4143}" destId="{53D6B8AB-1AB3-424E-9935-0AE2188F7BF0}" srcOrd="0" destOrd="0" presId="urn:microsoft.com/office/officeart/2005/8/layout/hierarchy2"/>
    <dgm:cxn modelId="{DF0A832C-9198-459C-82AB-7E1316DE26A2}" type="presOf" srcId="{9901B4F4-99EE-4DDC-9138-517423FEEE21}" destId="{22F6804C-D72E-48A6-BE90-5C3D2423113A}" srcOrd="0" destOrd="0" presId="urn:microsoft.com/office/officeart/2005/8/layout/hierarchy2"/>
    <dgm:cxn modelId="{5B799A2C-43FD-4E4A-A7F0-090F19207BA9}" type="presOf" srcId="{9AB38B65-920A-4789-B660-DBE726BCCF42}" destId="{9E5776C5-256B-46BC-99A6-58D39DCD5F24}" srcOrd="0" destOrd="0" presId="urn:microsoft.com/office/officeart/2005/8/layout/hierarchy2"/>
    <dgm:cxn modelId="{DA0194BB-9473-4AE0-B8C2-2F3EDB4A1E03}" type="presOf" srcId="{43A012E9-0A06-4915-B28E-39A634D39BA0}" destId="{837A845D-D6EB-4C02-B885-92B74CBCA69F}" srcOrd="0" destOrd="0" presId="urn:microsoft.com/office/officeart/2005/8/layout/hierarchy2"/>
    <dgm:cxn modelId="{057284A8-6D44-478D-9990-20ADFD259282}" type="presOf" srcId="{613EF86C-5D8B-4C91-AACF-A4C400982166}" destId="{D6013C6B-DE1F-4468-B306-E0E7B5CA099F}" srcOrd="0" destOrd="0" presId="urn:microsoft.com/office/officeart/2005/8/layout/hierarchy2"/>
    <dgm:cxn modelId="{ED6BE747-0D30-43E3-A927-E1C5DE6CB09F}" type="presOf" srcId="{46C13EF3-B2C8-44DF-85E7-F3186FB8ADEF}" destId="{04D8D0CD-BD9C-48F5-984F-A1839535BC9D}" srcOrd="0" destOrd="0" presId="urn:microsoft.com/office/officeart/2005/8/layout/hierarchy2"/>
    <dgm:cxn modelId="{135EF328-E313-4CDF-BB6F-7DEBEB12BAA0}" type="presOf" srcId="{F63B4140-FA7B-4E6F-A3CA-F435EBDAA3F1}" destId="{C4D58289-95BE-4EB7-9DB0-CDE159A0146C}" srcOrd="0" destOrd="0" presId="urn:microsoft.com/office/officeart/2005/8/layout/hierarchy2"/>
    <dgm:cxn modelId="{E21EAA5B-0D86-42E0-AE73-43827F0DE9E0}" srcId="{613EF86C-5D8B-4C91-AACF-A4C400982166}" destId="{08FD67E2-1BE0-4CC6-82B5-D6665B3E7D78}" srcOrd="1" destOrd="0" parTransId="{010D00A3-F02E-4F17-ACD0-48EF584A4143}" sibTransId="{435B9553-4CA8-49D7-AEA4-A25663F02A7B}"/>
    <dgm:cxn modelId="{9D3F8938-4B5A-4C95-8DC4-8D325248E178}" type="presOf" srcId="{941B16CC-F8B2-4FBB-94CF-A5963E9A11FA}" destId="{F415B617-91B5-45BB-BF7C-3B99DEE46250}" srcOrd="0" destOrd="0" presId="urn:microsoft.com/office/officeart/2005/8/layout/hierarchy2"/>
    <dgm:cxn modelId="{E56FD6A1-676B-4877-80E7-5FF8C3D5E88C}" srcId="{613EF86C-5D8B-4C91-AACF-A4C400982166}" destId="{F63B4140-FA7B-4E6F-A3CA-F435EBDAA3F1}" srcOrd="0" destOrd="0" parTransId="{43A012E9-0A06-4915-B28E-39A634D39BA0}" sibTransId="{D8BD9F68-2B44-400A-9819-7CF048C054F5}"/>
    <dgm:cxn modelId="{F9BEF741-38F3-4509-8631-D8459A7EF417}" type="presOf" srcId="{524FBE0C-35FB-4333-8CFA-322B4ED70F9C}" destId="{31E9FD79-1754-4CCC-A19C-2D5CCAF297CA}" srcOrd="1" destOrd="0" presId="urn:microsoft.com/office/officeart/2005/8/layout/hierarchy2"/>
    <dgm:cxn modelId="{AF89357D-2F82-4294-B16A-F4A8F98B868D}" type="presOf" srcId="{524FBE0C-35FB-4333-8CFA-322B4ED70F9C}" destId="{CB3AFCB8-103D-45ED-AE56-AF76119066CF}" srcOrd="0" destOrd="0" presId="urn:microsoft.com/office/officeart/2005/8/layout/hierarchy2"/>
    <dgm:cxn modelId="{47E79CD6-D0C7-4101-9CA2-A28088926E2D}" type="presOf" srcId="{9D51CBB3-A99A-419C-91CA-9047E386CE01}" destId="{1168BD07-663C-46D9-8890-83C2898DDC85}" srcOrd="1" destOrd="0" presId="urn:microsoft.com/office/officeart/2005/8/layout/hierarchy2"/>
    <dgm:cxn modelId="{D10E9EC3-C332-4BF2-A918-31BEF837B377}" srcId="{98FCE3AE-C038-4059-964D-A2B03C737156}" destId="{613EF86C-5D8B-4C91-AACF-A4C400982166}" srcOrd="1" destOrd="0" parTransId="{AFD2342C-5D33-455D-BCF3-EE1AA23B0F9D}" sibTransId="{B3C88B1D-59BF-41F2-AE3C-ABF2181352E9}"/>
    <dgm:cxn modelId="{8936E741-DF86-46B7-AE39-96D8422EB3EB}" srcId="{9901B4F4-99EE-4DDC-9138-517423FEEE21}" destId="{FCE31FEF-196F-42F2-8E3B-F36FF2F0FE45}" srcOrd="1" destOrd="0" parTransId="{941B16CC-F8B2-4FBB-94CF-A5963E9A11FA}" sibTransId="{CBD14E99-C5C3-483D-959C-A9EDD3CC1364}"/>
    <dgm:cxn modelId="{965F6DAA-7155-4307-A4A9-198C842133D4}" type="presOf" srcId="{FCE31FEF-196F-42F2-8E3B-F36FF2F0FE45}" destId="{BC07E546-A7CF-431D-9EEB-466C4289AC32}" srcOrd="0" destOrd="0" presId="urn:microsoft.com/office/officeart/2005/8/layout/hierarchy2"/>
    <dgm:cxn modelId="{6AE53346-5BC9-4F8F-85A5-A73280A5C79C}" type="presOf" srcId="{941B16CC-F8B2-4FBB-94CF-A5963E9A11FA}" destId="{59827A4F-0F1D-409C-B15C-92FEA8404EF7}" srcOrd="1" destOrd="0" presId="urn:microsoft.com/office/officeart/2005/8/layout/hierarchy2"/>
    <dgm:cxn modelId="{DE3CC4B5-C5B5-4F5A-A5E2-7D46900183CF}" srcId="{98FCE3AE-C038-4059-964D-A2B03C737156}" destId="{DBBD9FC5-3E95-4F67-AE6F-D60B0978D257}" srcOrd="0" destOrd="0" parTransId="{9D51CBB3-A99A-419C-91CA-9047E386CE01}" sibTransId="{35968755-8A92-4CFF-A47F-63F2729DF6AF}"/>
    <dgm:cxn modelId="{CFF3E207-4F7F-446F-86A5-2EB1AAD3DF55}" type="presOf" srcId="{43A012E9-0A06-4915-B28E-39A634D39BA0}" destId="{F1F9BFE2-EF93-40EC-8D50-C14EF149180C}" srcOrd="1" destOrd="0" presId="urn:microsoft.com/office/officeart/2005/8/layout/hierarchy2"/>
    <dgm:cxn modelId="{419CABA7-9847-489F-8070-C7ED3DBCFA6D}" type="presOf" srcId="{9AB38B65-920A-4789-B660-DBE726BCCF42}" destId="{FDD02226-4868-4050-86C2-008621D2FE94}" srcOrd="1" destOrd="0" presId="urn:microsoft.com/office/officeart/2005/8/layout/hierarchy2"/>
    <dgm:cxn modelId="{DB7C0777-BD16-48A1-B46B-0D829B7E58DA}" type="presOf" srcId="{08FD67E2-1BE0-4CC6-82B5-D6665B3E7D78}" destId="{254997AE-FD91-404E-896B-AEE893EBC79E}" srcOrd="0" destOrd="0" presId="urn:microsoft.com/office/officeart/2005/8/layout/hierarchy2"/>
    <dgm:cxn modelId="{5BA712F1-40AB-4ADB-88AC-CCD9EAE490DF}" type="presParOf" srcId="{04D8D0CD-BD9C-48F5-984F-A1839535BC9D}" destId="{02884171-023D-4487-8BC7-FF7587A393F6}" srcOrd="0" destOrd="0" presId="urn:microsoft.com/office/officeart/2005/8/layout/hierarchy2"/>
    <dgm:cxn modelId="{61D9E6A5-8869-4BE2-B67E-12AB0AD5A005}" type="presParOf" srcId="{02884171-023D-4487-8BC7-FF7587A393F6}" destId="{22F6804C-D72E-48A6-BE90-5C3D2423113A}" srcOrd="0" destOrd="0" presId="urn:microsoft.com/office/officeart/2005/8/layout/hierarchy2"/>
    <dgm:cxn modelId="{802A259A-FBBD-4E8A-8DD3-3033950C3C4B}" type="presParOf" srcId="{02884171-023D-4487-8BC7-FF7587A393F6}" destId="{80A3D02D-C816-4CCA-8986-E42737075280}" srcOrd="1" destOrd="0" presId="urn:microsoft.com/office/officeart/2005/8/layout/hierarchy2"/>
    <dgm:cxn modelId="{C1659CFE-FF0C-49DF-97A1-A659119E727C}" type="presParOf" srcId="{80A3D02D-C816-4CCA-8986-E42737075280}" destId="{CB3AFCB8-103D-45ED-AE56-AF76119066CF}" srcOrd="0" destOrd="0" presId="urn:microsoft.com/office/officeart/2005/8/layout/hierarchy2"/>
    <dgm:cxn modelId="{920A661B-A52A-4F96-9F2C-C3F8BE386DB0}" type="presParOf" srcId="{CB3AFCB8-103D-45ED-AE56-AF76119066CF}" destId="{31E9FD79-1754-4CCC-A19C-2D5CCAF297CA}" srcOrd="0" destOrd="0" presId="urn:microsoft.com/office/officeart/2005/8/layout/hierarchy2"/>
    <dgm:cxn modelId="{1EFA4ACE-34B0-4D50-A63D-C1BB9D1D3E15}" type="presParOf" srcId="{80A3D02D-C816-4CCA-8986-E42737075280}" destId="{B882A50B-C311-41E7-A614-0325C09B8CAB}" srcOrd="1" destOrd="0" presId="urn:microsoft.com/office/officeart/2005/8/layout/hierarchy2"/>
    <dgm:cxn modelId="{4BEDB10A-816B-4092-BADB-63959F5BB36D}" type="presParOf" srcId="{B882A50B-C311-41E7-A614-0325C09B8CAB}" destId="{E0898C75-67D5-4871-9740-C826567F5F07}" srcOrd="0" destOrd="0" presId="urn:microsoft.com/office/officeart/2005/8/layout/hierarchy2"/>
    <dgm:cxn modelId="{15F3EEBC-5327-4567-83A0-FA8A0DFFA48F}" type="presParOf" srcId="{B882A50B-C311-41E7-A614-0325C09B8CAB}" destId="{8AA4CCE6-059F-4553-B355-952F2AD03D43}" srcOrd="1" destOrd="0" presId="urn:microsoft.com/office/officeart/2005/8/layout/hierarchy2"/>
    <dgm:cxn modelId="{1191DD02-C470-4D3D-B11B-97C7C0DB1980}" type="presParOf" srcId="{8AA4CCE6-059F-4553-B355-952F2AD03D43}" destId="{DF0B10EA-D145-49B0-A5BA-C0D052796BF6}" srcOrd="0" destOrd="0" presId="urn:microsoft.com/office/officeart/2005/8/layout/hierarchy2"/>
    <dgm:cxn modelId="{0A115258-6133-4FCB-9CF3-47F15AEE002E}" type="presParOf" srcId="{DF0B10EA-D145-49B0-A5BA-C0D052796BF6}" destId="{1168BD07-663C-46D9-8890-83C2898DDC85}" srcOrd="0" destOrd="0" presId="urn:microsoft.com/office/officeart/2005/8/layout/hierarchy2"/>
    <dgm:cxn modelId="{935F6735-84E7-42EC-A366-C285939A8990}" type="presParOf" srcId="{8AA4CCE6-059F-4553-B355-952F2AD03D43}" destId="{E80DDB4B-EA6F-406D-A376-F09922BBC3A9}" srcOrd="1" destOrd="0" presId="urn:microsoft.com/office/officeart/2005/8/layout/hierarchy2"/>
    <dgm:cxn modelId="{74AE554C-4446-4B78-94F7-8F4239B7AEF4}" type="presParOf" srcId="{E80DDB4B-EA6F-406D-A376-F09922BBC3A9}" destId="{C8A62C80-D680-48C8-8445-599BC6EDCBDD}" srcOrd="0" destOrd="0" presId="urn:microsoft.com/office/officeart/2005/8/layout/hierarchy2"/>
    <dgm:cxn modelId="{220F2C7B-21C0-4379-84C7-7D6E7E8B6488}" type="presParOf" srcId="{E80DDB4B-EA6F-406D-A376-F09922BBC3A9}" destId="{E71B8641-DE41-4E5F-BAA6-F9F8C523CFB3}" srcOrd="1" destOrd="0" presId="urn:microsoft.com/office/officeart/2005/8/layout/hierarchy2"/>
    <dgm:cxn modelId="{5C2F2518-FB9F-4130-B3A2-BCE53D87948A}" type="presParOf" srcId="{8AA4CCE6-059F-4553-B355-952F2AD03D43}" destId="{3FED2CAB-0A70-4427-975F-8A42919E00DA}" srcOrd="2" destOrd="0" presId="urn:microsoft.com/office/officeart/2005/8/layout/hierarchy2"/>
    <dgm:cxn modelId="{013A7F66-AEB6-418E-820C-2F4EE6B8C0EC}" type="presParOf" srcId="{3FED2CAB-0A70-4427-975F-8A42919E00DA}" destId="{110AE057-7122-464A-B489-61015A45B2A3}" srcOrd="0" destOrd="0" presId="urn:microsoft.com/office/officeart/2005/8/layout/hierarchy2"/>
    <dgm:cxn modelId="{B8FC1685-8E08-41E9-928B-A9810050149E}" type="presParOf" srcId="{8AA4CCE6-059F-4553-B355-952F2AD03D43}" destId="{CEEC5789-69CC-468C-A680-8B818401ABFF}" srcOrd="3" destOrd="0" presId="urn:microsoft.com/office/officeart/2005/8/layout/hierarchy2"/>
    <dgm:cxn modelId="{54DF8603-8CC1-4DC5-8ABF-DE76D9BBC9A6}" type="presParOf" srcId="{CEEC5789-69CC-468C-A680-8B818401ABFF}" destId="{D6013C6B-DE1F-4468-B306-E0E7B5CA099F}" srcOrd="0" destOrd="0" presId="urn:microsoft.com/office/officeart/2005/8/layout/hierarchy2"/>
    <dgm:cxn modelId="{C8C3108F-9694-48ED-9311-E4E0259D0210}" type="presParOf" srcId="{CEEC5789-69CC-468C-A680-8B818401ABFF}" destId="{4D419FF1-A3DB-4BD2-AE44-7CD5A64B1211}" srcOrd="1" destOrd="0" presId="urn:microsoft.com/office/officeart/2005/8/layout/hierarchy2"/>
    <dgm:cxn modelId="{35635D9A-643C-4BF6-9FFB-E6B4FF08EAC8}" type="presParOf" srcId="{4D419FF1-A3DB-4BD2-AE44-7CD5A64B1211}" destId="{837A845D-D6EB-4C02-B885-92B74CBCA69F}" srcOrd="0" destOrd="0" presId="urn:microsoft.com/office/officeart/2005/8/layout/hierarchy2"/>
    <dgm:cxn modelId="{898A2135-0A3C-47E2-8244-92DA704FF20D}" type="presParOf" srcId="{837A845D-D6EB-4C02-B885-92B74CBCA69F}" destId="{F1F9BFE2-EF93-40EC-8D50-C14EF149180C}" srcOrd="0" destOrd="0" presId="urn:microsoft.com/office/officeart/2005/8/layout/hierarchy2"/>
    <dgm:cxn modelId="{17324099-D0E7-41B1-A75E-DBA86AC35E7F}" type="presParOf" srcId="{4D419FF1-A3DB-4BD2-AE44-7CD5A64B1211}" destId="{8FDCDE38-6B16-40EA-8894-DD27D0395A0B}" srcOrd="1" destOrd="0" presId="urn:microsoft.com/office/officeart/2005/8/layout/hierarchy2"/>
    <dgm:cxn modelId="{BB68BEDB-8AF0-45CE-9A8E-57F34AD48FD6}" type="presParOf" srcId="{8FDCDE38-6B16-40EA-8894-DD27D0395A0B}" destId="{C4D58289-95BE-4EB7-9DB0-CDE159A0146C}" srcOrd="0" destOrd="0" presId="urn:microsoft.com/office/officeart/2005/8/layout/hierarchy2"/>
    <dgm:cxn modelId="{EA16A191-A189-4B5B-8D45-D872EEA3896D}" type="presParOf" srcId="{8FDCDE38-6B16-40EA-8894-DD27D0395A0B}" destId="{027A7ABF-F1A8-4C97-9BFB-6628D156AA17}" srcOrd="1" destOrd="0" presId="urn:microsoft.com/office/officeart/2005/8/layout/hierarchy2"/>
    <dgm:cxn modelId="{1ADE4DF9-D621-4995-ACC3-97590F35B7AE}" type="presParOf" srcId="{4D419FF1-A3DB-4BD2-AE44-7CD5A64B1211}" destId="{53D6B8AB-1AB3-424E-9935-0AE2188F7BF0}" srcOrd="2" destOrd="0" presId="urn:microsoft.com/office/officeart/2005/8/layout/hierarchy2"/>
    <dgm:cxn modelId="{44403113-42EA-4301-9396-889B68FACF89}" type="presParOf" srcId="{53D6B8AB-1AB3-424E-9935-0AE2188F7BF0}" destId="{7914BB0E-D9AF-4310-BE94-6CC20F5DB325}" srcOrd="0" destOrd="0" presId="urn:microsoft.com/office/officeart/2005/8/layout/hierarchy2"/>
    <dgm:cxn modelId="{8ADFBFA6-DD40-4E2A-B2B3-284B570B3876}" type="presParOf" srcId="{4D419FF1-A3DB-4BD2-AE44-7CD5A64B1211}" destId="{7269B924-14DD-4EA8-A0BB-AA6392166379}" srcOrd="3" destOrd="0" presId="urn:microsoft.com/office/officeart/2005/8/layout/hierarchy2"/>
    <dgm:cxn modelId="{1FF191B1-AEBA-4E9C-8EDD-7A54A4F9CD32}" type="presParOf" srcId="{7269B924-14DD-4EA8-A0BB-AA6392166379}" destId="{254997AE-FD91-404E-896B-AEE893EBC79E}" srcOrd="0" destOrd="0" presId="urn:microsoft.com/office/officeart/2005/8/layout/hierarchy2"/>
    <dgm:cxn modelId="{0043B129-09E6-4729-86B3-FA74C943D3F5}" type="presParOf" srcId="{7269B924-14DD-4EA8-A0BB-AA6392166379}" destId="{B302A7DF-B387-4E7F-8D28-ADA77A08B1C1}" srcOrd="1" destOrd="0" presId="urn:microsoft.com/office/officeart/2005/8/layout/hierarchy2"/>
    <dgm:cxn modelId="{52107655-55D5-4774-A722-C975C7913231}" type="presParOf" srcId="{4D419FF1-A3DB-4BD2-AE44-7CD5A64B1211}" destId="{9E5776C5-256B-46BC-99A6-58D39DCD5F24}" srcOrd="4" destOrd="0" presId="urn:microsoft.com/office/officeart/2005/8/layout/hierarchy2"/>
    <dgm:cxn modelId="{A632AF4D-A68A-4BE9-857B-A639AD95B079}" type="presParOf" srcId="{9E5776C5-256B-46BC-99A6-58D39DCD5F24}" destId="{FDD02226-4868-4050-86C2-008621D2FE94}" srcOrd="0" destOrd="0" presId="urn:microsoft.com/office/officeart/2005/8/layout/hierarchy2"/>
    <dgm:cxn modelId="{57EEC618-90A5-403F-A045-925F9D0958D6}" type="presParOf" srcId="{4D419FF1-A3DB-4BD2-AE44-7CD5A64B1211}" destId="{483E81EE-59CC-4064-A2C0-A476D7D55F5E}" srcOrd="5" destOrd="0" presId="urn:microsoft.com/office/officeart/2005/8/layout/hierarchy2"/>
    <dgm:cxn modelId="{A0A96CA7-49C4-483F-932D-B6737650441B}" type="presParOf" srcId="{483E81EE-59CC-4064-A2C0-A476D7D55F5E}" destId="{49BBFFCF-47FF-4DE2-98DC-80AE9F944B4E}" srcOrd="0" destOrd="0" presId="urn:microsoft.com/office/officeart/2005/8/layout/hierarchy2"/>
    <dgm:cxn modelId="{C6B4AC17-1D1A-420C-A415-BA5FE72CC425}" type="presParOf" srcId="{483E81EE-59CC-4064-A2C0-A476D7D55F5E}" destId="{8EF67B65-99B6-4487-B5F3-543C362DB093}" srcOrd="1" destOrd="0" presId="urn:microsoft.com/office/officeart/2005/8/layout/hierarchy2"/>
    <dgm:cxn modelId="{9DA939EF-1184-4897-9E98-22BDE553D2C4}" type="presParOf" srcId="{80A3D02D-C816-4CCA-8986-E42737075280}" destId="{F415B617-91B5-45BB-BF7C-3B99DEE46250}" srcOrd="2" destOrd="0" presId="urn:microsoft.com/office/officeart/2005/8/layout/hierarchy2"/>
    <dgm:cxn modelId="{875EB367-D186-4E62-9CA9-0F3D5EBA44CA}" type="presParOf" srcId="{F415B617-91B5-45BB-BF7C-3B99DEE46250}" destId="{59827A4F-0F1D-409C-B15C-92FEA8404EF7}" srcOrd="0" destOrd="0" presId="urn:microsoft.com/office/officeart/2005/8/layout/hierarchy2"/>
    <dgm:cxn modelId="{27A6FCD5-C1CA-469A-8A00-7AEEB6028ACE}" type="presParOf" srcId="{80A3D02D-C816-4CCA-8986-E42737075280}" destId="{1807AD04-42A5-466E-90C9-715B1A1A05FE}" srcOrd="3" destOrd="0" presId="urn:microsoft.com/office/officeart/2005/8/layout/hierarchy2"/>
    <dgm:cxn modelId="{38072E45-E3FA-404B-B68E-B8C367342465}" type="presParOf" srcId="{1807AD04-42A5-466E-90C9-715B1A1A05FE}" destId="{BC07E546-A7CF-431D-9EEB-466C4289AC32}" srcOrd="0" destOrd="0" presId="urn:microsoft.com/office/officeart/2005/8/layout/hierarchy2"/>
    <dgm:cxn modelId="{6C41FE15-D53D-47C7-86A6-10365672EBF2}" type="presParOf" srcId="{1807AD04-42A5-466E-90C9-715B1A1A05FE}" destId="{6CA97E42-B652-4093-BB64-8F25E791F873}" srcOrd="1" destOrd="0" presId="urn:microsoft.com/office/officeart/2005/8/layout/hierarchy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73C2BE-3AFE-4789-8FAA-9422AE61A788}" type="doc">
      <dgm:prSet loTypeId="urn:microsoft.com/office/officeart/2005/8/layout/equation1" loCatId="relationship" qsTypeId="urn:microsoft.com/office/officeart/2005/8/quickstyle/simple1" qsCatId="simple" csTypeId="urn:microsoft.com/office/officeart/2005/8/colors/accent1_2" csCatId="accent1" phldr="1"/>
      <dgm:spPr/>
    </dgm:pt>
    <dgm:pt modelId="{42D09372-450C-443B-B643-A37D93CB1563}">
      <dgm:prSet phldrT="[Texte]"/>
      <dgm:spPr>
        <a:solidFill>
          <a:schemeClr val="accent1">
            <a:lumMod val="60000"/>
            <a:lumOff val="40000"/>
          </a:schemeClr>
        </a:solidFill>
      </dgm:spPr>
      <dgm:t>
        <a:bodyPr/>
        <a:lstStyle/>
        <a:p>
          <a:r>
            <a:rPr lang="fr-FR" b="1" dirty="0" smtClean="0">
              <a:effectLst>
                <a:outerShdw blurRad="38100" dist="38100" dir="2700000" algn="tl">
                  <a:srgbClr val="000000">
                    <a:alpha val="43137"/>
                  </a:srgbClr>
                </a:outerShdw>
              </a:effectLst>
            </a:rPr>
            <a:t>Excipients </a:t>
          </a:r>
          <a:endParaRPr lang="fr-FR" b="1" dirty="0">
            <a:effectLst>
              <a:outerShdw blurRad="38100" dist="38100" dir="2700000" algn="tl">
                <a:srgbClr val="000000">
                  <a:alpha val="43137"/>
                </a:srgbClr>
              </a:outerShdw>
            </a:effectLst>
          </a:endParaRPr>
        </a:p>
      </dgm:t>
    </dgm:pt>
    <dgm:pt modelId="{B24500C5-F90C-4A64-BE6A-E6E8091E72C4}" type="parTrans" cxnId="{A9D7BF4B-12F0-493A-9B1A-2DE64CF69DC4}">
      <dgm:prSet/>
      <dgm:spPr/>
      <dgm:t>
        <a:bodyPr/>
        <a:lstStyle/>
        <a:p>
          <a:endParaRPr lang="fr-FR" b="1">
            <a:effectLst>
              <a:outerShdw blurRad="38100" dist="38100" dir="2700000" algn="tl">
                <a:srgbClr val="000000">
                  <a:alpha val="43137"/>
                </a:srgbClr>
              </a:outerShdw>
            </a:effectLst>
          </a:endParaRPr>
        </a:p>
      </dgm:t>
    </dgm:pt>
    <dgm:pt modelId="{6B2B311D-5F70-45C1-84A9-17BD50FCCD1D}" type="sibTrans" cxnId="{A9D7BF4B-12F0-493A-9B1A-2DE64CF69DC4}">
      <dgm:prSet/>
      <dgm:spPr/>
      <dgm:t>
        <a:bodyPr/>
        <a:lstStyle/>
        <a:p>
          <a:endParaRPr lang="fr-FR" b="1">
            <a:effectLst>
              <a:outerShdw blurRad="38100" dist="38100" dir="2700000" algn="tl">
                <a:srgbClr val="000000">
                  <a:alpha val="43137"/>
                </a:srgbClr>
              </a:outerShdw>
            </a:effectLst>
          </a:endParaRPr>
        </a:p>
      </dgm:t>
    </dgm:pt>
    <dgm:pt modelId="{FF4CFCBE-0209-4262-8682-A35E5CF9AFDF}">
      <dgm:prSet phldrT="[Texte]"/>
      <dgm:spPr>
        <a:solidFill>
          <a:schemeClr val="accent1">
            <a:lumMod val="60000"/>
            <a:lumOff val="40000"/>
          </a:schemeClr>
        </a:solidFill>
      </dgm:spPr>
      <dgm:t>
        <a:bodyPr/>
        <a:lstStyle/>
        <a:p>
          <a:r>
            <a:rPr lang="fr-FR" b="1" dirty="0" smtClean="0">
              <a:effectLst>
                <a:outerShdw blurRad="38100" dist="38100" dir="2700000" algn="tl">
                  <a:srgbClr val="000000">
                    <a:alpha val="43137"/>
                  </a:srgbClr>
                </a:outerShdw>
              </a:effectLst>
            </a:rPr>
            <a:t>Principe(s) Actif(s)</a:t>
          </a:r>
          <a:endParaRPr lang="fr-FR" b="1" dirty="0">
            <a:effectLst>
              <a:outerShdw blurRad="38100" dist="38100" dir="2700000" algn="tl">
                <a:srgbClr val="000000">
                  <a:alpha val="43137"/>
                </a:srgbClr>
              </a:outerShdw>
            </a:effectLst>
          </a:endParaRPr>
        </a:p>
      </dgm:t>
    </dgm:pt>
    <dgm:pt modelId="{4BA27287-4172-4BC7-A824-69B3556EFC7F}" type="parTrans" cxnId="{5CFAA63E-FDBB-476C-ACDA-FA32BFF9E7FC}">
      <dgm:prSet/>
      <dgm:spPr/>
      <dgm:t>
        <a:bodyPr/>
        <a:lstStyle/>
        <a:p>
          <a:endParaRPr lang="fr-FR" b="1">
            <a:effectLst>
              <a:outerShdw blurRad="38100" dist="38100" dir="2700000" algn="tl">
                <a:srgbClr val="000000">
                  <a:alpha val="43137"/>
                </a:srgbClr>
              </a:outerShdw>
            </a:effectLst>
          </a:endParaRPr>
        </a:p>
      </dgm:t>
    </dgm:pt>
    <dgm:pt modelId="{F4A2EB52-DB92-4859-98A8-9B27C1E6DDD2}" type="sibTrans" cxnId="{5CFAA63E-FDBB-476C-ACDA-FA32BFF9E7FC}">
      <dgm:prSet/>
      <dgm:spPr/>
      <dgm:t>
        <a:bodyPr/>
        <a:lstStyle/>
        <a:p>
          <a:endParaRPr lang="fr-FR" b="1">
            <a:effectLst>
              <a:outerShdw blurRad="38100" dist="38100" dir="2700000" algn="tl">
                <a:srgbClr val="000000">
                  <a:alpha val="43137"/>
                </a:srgbClr>
              </a:outerShdw>
            </a:effectLst>
          </a:endParaRPr>
        </a:p>
      </dgm:t>
    </dgm:pt>
    <dgm:pt modelId="{AAB716FD-B339-47B9-8C17-A1FD22AE942E}">
      <dgm:prSet phldrT="[Texte]"/>
      <dgm:spPr/>
      <dgm:t>
        <a:bodyPr/>
        <a:lstStyle/>
        <a:p>
          <a:r>
            <a:rPr lang="fr-FR" b="1" dirty="0" smtClean="0">
              <a:effectLst/>
            </a:rPr>
            <a:t>Médicament</a:t>
          </a:r>
          <a:r>
            <a:rPr lang="fr-FR" b="1" dirty="0" smtClean="0">
              <a:effectLst>
                <a:outerShdw blurRad="38100" dist="38100" dir="2700000" algn="tl">
                  <a:srgbClr val="000000">
                    <a:alpha val="43137"/>
                  </a:srgbClr>
                </a:outerShdw>
              </a:effectLst>
            </a:rPr>
            <a:t> </a:t>
          </a:r>
          <a:endParaRPr lang="fr-FR" b="1" dirty="0">
            <a:effectLst>
              <a:outerShdw blurRad="38100" dist="38100" dir="2700000" algn="tl">
                <a:srgbClr val="000000">
                  <a:alpha val="43137"/>
                </a:srgbClr>
              </a:outerShdw>
            </a:effectLst>
          </a:endParaRPr>
        </a:p>
      </dgm:t>
    </dgm:pt>
    <dgm:pt modelId="{54C8F86F-54A7-4085-9C93-A0AB8F4046E2}" type="parTrans" cxnId="{7B9096BB-90BE-4C1D-91D1-7022F0770374}">
      <dgm:prSet/>
      <dgm:spPr/>
      <dgm:t>
        <a:bodyPr/>
        <a:lstStyle/>
        <a:p>
          <a:endParaRPr lang="fr-FR" b="1">
            <a:effectLst>
              <a:outerShdw blurRad="38100" dist="38100" dir="2700000" algn="tl">
                <a:srgbClr val="000000">
                  <a:alpha val="43137"/>
                </a:srgbClr>
              </a:outerShdw>
            </a:effectLst>
          </a:endParaRPr>
        </a:p>
      </dgm:t>
    </dgm:pt>
    <dgm:pt modelId="{07129E8C-6FB5-4FB3-84C6-640DEBBC1C41}" type="sibTrans" cxnId="{7B9096BB-90BE-4C1D-91D1-7022F0770374}">
      <dgm:prSet/>
      <dgm:spPr/>
      <dgm:t>
        <a:bodyPr/>
        <a:lstStyle/>
        <a:p>
          <a:endParaRPr lang="fr-FR" b="1">
            <a:effectLst>
              <a:outerShdw blurRad="38100" dist="38100" dir="2700000" algn="tl">
                <a:srgbClr val="000000">
                  <a:alpha val="43137"/>
                </a:srgbClr>
              </a:outerShdw>
            </a:effectLst>
          </a:endParaRPr>
        </a:p>
      </dgm:t>
    </dgm:pt>
    <dgm:pt modelId="{08CD5194-8F64-4852-B2DE-2C466672FB9D}" type="pres">
      <dgm:prSet presAssocID="{4773C2BE-3AFE-4789-8FAA-9422AE61A788}" presName="linearFlow" presStyleCnt="0">
        <dgm:presLayoutVars>
          <dgm:dir val="rev"/>
          <dgm:resizeHandles val="exact"/>
        </dgm:presLayoutVars>
      </dgm:prSet>
      <dgm:spPr/>
    </dgm:pt>
    <dgm:pt modelId="{B7B00AEE-BE9F-4574-ADC4-54D72172D1E2}" type="pres">
      <dgm:prSet presAssocID="{42D09372-450C-443B-B643-A37D93CB1563}" presName="node" presStyleLbl="node1" presStyleIdx="0" presStyleCnt="3" custLinFactNeighborY="3365">
        <dgm:presLayoutVars>
          <dgm:bulletEnabled val="1"/>
        </dgm:presLayoutVars>
      </dgm:prSet>
      <dgm:spPr/>
      <dgm:t>
        <a:bodyPr/>
        <a:lstStyle/>
        <a:p>
          <a:endParaRPr lang="fr-FR"/>
        </a:p>
      </dgm:t>
    </dgm:pt>
    <dgm:pt modelId="{4B4BB237-AF74-4DAB-93FC-6FD3F5B656E7}" type="pres">
      <dgm:prSet presAssocID="{6B2B311D-5F70-45C1-84A9-17BD50FCCD1D}" presName="spacerL" presStyleCnt="0"/>
      <dgm:spPr/>
    </dgm:pt>
    <dgm:pt modelId="{C9BA2752-1019-40A2-B826-04EBF794B50B}" type="pres">
      <dgm:prSet presAssocID="{6B2B311D-5F70-45C1-84A9-17BD50FCCD1D}" presName="sibTrans" presStyleLbl="sibTrans2D1" presStyleIdx="0" presStyleCnt="2"/>
      <dgm:spPr/>
      <dgm:t>
        <a:bodyPr/>
        <a:lstStyle/>
        <a:p>
          <a:endParaRPr lang="fr-FR"/>
        </a:p>
      </dgm:t>
    </dgm:pt>
    <dgm:pt modelId="{6ABCCACF-FB73-48E7-AF18-75693CF475AC}" type="pres">
      <dgm:prSet presAssocID="{6B2B311D-5F70-45C1-84A9-17BD50FCCD1D}" presName="spacerR" presStyleCnt="0"/>
      <dgm:spPr/>
    </dgm:pt>
    <dgm:pt modelId="{914E5440-8A28-4319-8DF7-BA76EFD08D6F}" type="pres">
      <dgm:prSet presAssocID="{FF4CFCBE-0209-4262-8682-A35E5CF9AFDF}" presName="node" presStyleLbl="node1" presStyleIdx="1" presStyleCnt="3" custLinFactNeighborX="-10359" custLinFactNeighborY="5888">
        <dgm:presLayoutVars>
          <dgm:bulletEnabled val="1"/>
        </dgm:presLayoutVars>
      </dgm:prSet>
      <dgm:spPr/>
      <dgm:t>
        <a:bodyPr/>
        <a:lstStyle/>
        <a:p>
          <a:endParaRPr lang="fr-FR"/>
        </a:p>
      </dgm:t>
    </dgm:pt>
    <dgm:pt modelId="{28D99CA0-0068-4A63-9856-672FF09BF8DF}" type="pres">
      <dgm:prSet presAssocID="{F4A2EB52-DB92-4859-98A8-9B27C1E6DDD2}" presName="spacerL" presStyleCnt="0"/>
      <dgm:spPr/>
    </dgm:pt>
    <dgm:pt modelId="{1FBCFB71-FCA3-4337-A98F-A5D277E5890F}" type="pres">
      <dgm:prSet presAssocID="{F4A2EB52-DB92-4859-98A8-9B27C1E6DDD2}" presName="sibTrans" presStyleLbl="sibTrans2D1" presStyleIdx="1" presStyleCnt="2"/>
      <dgm:spPr/>
      <dgm:t>
        <a:bodyPr/>
        <a:lstStyle/>
        <a:p>
          <a:endParaRPr lang="fr-FR"/>
        </a:p>
      </dgm:t>
    </dgm:pt>
    <dgm:pt modelId="{D1A6AD8B-E698-4F55-AFAD-5933B0CCDEED}" type="pres">
      <dgm:prSet presAssocID="{F4A2EB52-DB92-4859-98A8-9B27C1E6DDD2}" presName="spacerR" presStyleCnt="0"/>
      <dgm:spPr/>
    </dgm:pt>
    <dgm:pt modelId="{FDAD6153-9B72-4049-B1E1-28D943C16205}" type="pres">
      <dgm:prSet presAssocID="{AAB716FD-B339-47B9-8C17-A1FD22AE942E}" presName="node" presStyleLbl="node1" presStyleIdx="2" presStyleCnt="3" custLinFactNeighborX="-31078" custLinFactNeighborY="10935">
        <dgm:presLayoutVars>
          <dgm:bulletEnabled val="1"/>
        </dgm:presLayoutVars>
      </dgm:prSet>
      <dgm:spPr>
        <a:prstGeom prst="roundRect">
          <a:avLst/>
        </a:prstGeom>
      </dgm:spPr>
      <dgm:t>
        <a:bodyPr/>
        <a:lstStyle/>
        <a:p>
          <a:endParaRPr lang="fr-FR"/>
        </a:p>
      </dgm:t>
    </dgm:pt>
  </dgm:ptLst>
  <dgm:cxnLst>
    <dgm:cxn modelId="{5CFAA63E-FDBB-476C-ACDA-FA32BFF9E7FC}" srcId="{4773C2BE-3AFE-4789-8FAA-9422AE61A788}" destId="{FF4CFCBE-0209-4262-8682-A35E5CF9AFDF}" srcOrd="1" destOrd="0" parTransId="{4BA27287-4172-4BC7-A824-69B3556EFC7F}" sibTransId="{F4A2EB52-DB92-4859-98A8-9B27C1E6DDD2}"/>
    <dgm:cxn modelId="{40350652-A30E-4801-8550-4F938B666F45}" type="presOf" srcId="{6B2B311D-5F70-45C1-84A9-17BD50FCCD1D}" destId="{C9BA2752-1019-40A2-B826-04EBF794B50B}" srcOrd="0" destOrd="0" presId="urn:microsoft.com/office/officeart/2005/8/layout/equation1"/>
    <dgm:cxn modelId="{C82976FF-72FB-4142-8261-E2EB6F523CE0}" type="presOf" srcId="{4773C2BE-3AFE-4789-8FAA-9422AE61A788}" destId="{08CD5194-8F64-4852-B2DE-2C466672FB9D}" srcOrd="0" destOrd="0" presId="urn:microsoft.com/office/officeart/2005/8/layout/equation1"/>
    <dgm:cxn modelId="{C3E2D184-48DD-4929-8662-EDCD0C65A17D}" type="presOf" srcId="{42D09372-450C-443B-B643-A37D93CB1563}" destId="{B7B00AEE-BE9F-4574-ADC4-54D72172D1E2}" srcOrd="0" destOrd="0" presId="urn:microsoft.com/office/officeart/2005/8/layout/equation1"/>
    <dgm:cxn modelId="{7B9096BB-90BE-4C1D-91D1-7022F0770374}" srcId="{4773C2BE-3AFE-4789-8FAA-9422AE61A788}" destId="{AAB716FD-B339-47B9-8C17-A1FD22AE942E}" srcOrd="2" destOrd="0" parTransId="{54C8F86F-54A7-4085-9C93-A0AB8F4046E2}" sibTransId="{07129E8C-6FB5-4FB3-84C6-640DEBBC1C41}"/>
    <dgm:cxn modelId="{01E33990-6C1D-4193-9D58-067A3B8448BB}" type="presOf" srcId="{FF4CFCBE-0209-4262-8682-A35E5CF9AFDF}" destId="{914E5440-8A28-4319-8DF7-BA76EFD08D6F}" srcOrd="0" destOrd="0" presId="urn:microsoft.com/office/officeart/2005/8/layout/equation1"/>
    <dgm:cxn modelId="{A9D7BF4B-12F0-493A-9B1A-2DE64CF69DC4}" srcId="{4773C2BE-3AFE-4789-8FAA-9422AE61A788}" destId="{42D09372-450C-443B-B643-A37D93CB1563}" srcOrd="0" destOrd="0" parTransId="{B24500C5-F90C-4A64-BE6A-E6E8091E72C4}" sibTransId="{6B2B311D-5F70-45C1-84A9-17BD50FCCD1D}"/>
    <dgm:cxn modelId="{60175BBC-9781-4792-B4E5-3AEDF3114F42}" type="presOf" srcId="{AAB716FD-B339-47B9-8C17-A1FD22AE942E}" destId="{FDAD6153-9B72-4049-B1E1-28D943C16205}" srcOrd="0" destOrd="0" presId="urn:microsoft.com/office/officeart/2005/8/layout/equation1"/>
    <dgm:cxn modelId="{4F1294F9-6029-42CA-9F6A-85D8EECE704F}" type="presOf" srcId="{F4A2EB52-DB92-4859-98A8-9B27C1E6DDD2}" destId="{1FBCFB71-FCA3-4337-A98F-A5D277E5890F}" srcOrd="0" destOrd="0" presId="urn:microsoft.com/office/officeart/2005/8/layout/equation1"/>
    <dgm:cxn modelId="{43FF40FF-451A-446C-B22B-0824DD3479DC}" type="presParOf" srcId="{08CD5194-8F64-4852-B2DE-2C466672FB9D}" destId="{B7B00AEE-BE9F-4574-ADC4-54D72172D1E2}" srcOrd="0" destOrd="0" presId="urn:microsoft.com/office/officeart/2005/8/layout/equation1"/>
    <dgm:cxn modelId="{F5BC3C33-B736-4CD0-A139-24495DDA2C1C}" type="presParOf" srcId="{08CD5194-8F64-4852-B2DE-2C466672FB9D}" destId="{4B4BB237-AF74-4DAB-93FC-6FD3F5B656E7}" srcOrd="1" destOrd="0" presId="urn:microsoft.com/office/officeart/2005/8/layout/equation1"/>
    <dgm:cxn modelId="{459513E0-9C24-46AB-8C27-5D2C093FA3BC}" type="presParOf" srcId="{08CD5194-8F64-4852-B2DE-2C466672FB9D}" destId="{C9BA2752-1019-40A2-B826-04EBF794B50B}" srcOrd="2" destOrd="0" presId="urn:microsoft.com/office/officeart/2005/8/layout/equation1"/>
    <dgm:cxn modelId="{CC655E39-5EF1-4C52-9AF8-C4E8D85601A3}" type="presParOf" srcId="{08CD5194-8F64-4852-B2DE-2C466672FB9D}" destId="{6ABCCACF-FB73-48E7-AF18-75693CF475AC}" srcOrd="3" destOrd="0" presId="urn:microsoft.com/office/officeart/2005/8/layout/equation1"/>
    <dgm:cxn modelId="{EE5785FA-968B-4BF7-80FC-8D5337E5847E}" type="presParOf" srcId="{08CD5194-8F64-4852-B2DE-2C466672FB9D}" destId="{914E5440-8A28-4319-8DF7-BA76EFD08D6F}" srcOrd="4" destOrd="0" presId="urn:microsoft.com/office/officeart/2005/8/layout/equation1"/>
    <dgm:cxn modelId="{0CBD7743-E3C8-4A5B-BF86-EBE1C1B067A5}" type="presParOf" srcId="{08CD5194-8F64-4852-B2DE-2C466672FB9D}" destId="{28D99CA0-0068-4A63-9856-672FF09BF8DF}" srcOrd="5" destOrd="0" presId="urn:microsoft.com/office/officeart/2005/8/layout/equation1"/>
    <dgm:cxn modelId="{FC2AAE53-B203-4D40-99D6-AA8A60B4548D}" type="presParOf" srcId="{08CD5194-8F64-4852-B2DE-2C466672FB9D}" destId="{1FBCFB71-FCA3-4337-A98F-A5D277E5890F}" srcOrd="6" destOrd="0" presId="urn:microsoft.com/office/officeart/2005/8/layout/equation1"/>
    <dgm:cxn modelId="{15F7FBDE-876E-43F5-86D6-6AD45D4BA723}" type="presParOf" srcId="{08CD5194-8F64-4852-B2DE-2C466672FB9D}" destId="{D1A6AD8B-E698-4F55-AFAD-5933B0CCDEED}" srcOrd="7" destOrd="0" presId="urn:microsoft.com/office/officeart/2005/8/layout/equation1"/>
    <dgm:cxn modelId="{3D8D2BF4-36AE-474D-9EDB-79C71A8BBB54}" type="presParOf" srcId="{08CD5194-8F64-4852-B2DE-2C466672FB9D}" destId="{FDAD6153-9B72-4049-B1E1-28D943C16205}" srcOrd="8" destOrd="0" presId="urn:microsoft.com/office/officeart/2005/8/layout/equation1"/>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C13EF3-B2C8-44DF-85E7-F3186FB8ADEF}" type="doc">
      <dgm:prSet loTypeId="urn:microsoft.com/office/officeart/2008/layout/NameandTitleOrganizationalChart" loCatId="hierarchy" qsTypeId="urn:microsoft.com/office/officeart/2005/8/quickstyle/3d3" qsCatId="3D" csTypeId="urn:microsoft.com/office/officeart/2005/8/colors/colorful1#6" csCatId="colorful" phldr="1"/>
      <dgm:spPr/>
      <dgm:t>
        <a:bodyPr/>
        <a:lstStyle/>
        <a:p>
          <a:endParaRPr lang="fr-FR"/>
        </a:p>
      </dgm:t>
    </dgm:pt>
    <dgm:pt modelId="{9901B4F4-99EE-4DDC-9138-517423FEEE21}">
      <dgm:prSet phldrT="[Texte]"/>
      <dgm:spPr/>
      <dgm:t>
        <a:bodyPr/>
        <a:lstStyle/>
        <a:p>
          <a:r>
            <a:rPr lang="fr-FR" b="1" dirty="0" smtClean="0">
              <a:effectLst>
                <a:outerShdw blurRad="38100" dist="38100" dir="2700000" algn="tl">
                  <a:srgbClr val="000000">
                    <a:alpha val="43137"/>
                  </a:srgbClr>
                </a:outerShdw>
              </a:effectLst>
            </a:rPr>
            <a:t>Classification </a:t>
          </a:r>
          <a:endParaRPr lang="fr-FR" b="1" dirty="0">
            <a:effectLst>
              <a:outerShdw blurRad="38100" dist="38100" dir="2700000" algn="tl">
                <a:srgbClr val="000000">
                  <a:alpha val="43137"/>
                </a:srgbClr>
              </a:outerShdw>
            </a:effectLst>
          </a:endParaRPr>
        </a:p>
      </dgm:t>
    </dgm:pt>
    <dgm:pt modelId="{BB639D57-4825-4D01-BE17-83F651996C7B}" type="parTrans" cxnId="{AF30EEFC-B7BF-44D6-94FD-BC76632B3C4F}">
      <dgm:prSet/>
      <dgm:spPr/>
      <dgm:t>
        <a:bodyPr/>
        <a:lstStyle/>
        <a:p>
          <a:endParaRPr lang="fr-FR">
            <a:effectLst>
              <a:outerShdw blurRad="38100" dist="38100" dir="2700000" algn="tl">
                <a:srgbClr val="000000">
                  <a:alpha val="43137"/>
                </a:srgbClr>
              </a:outerShdw>
            </a:effectLst>
          </a:endParaRPr>
        </a:p>
      </dgm:t>
    </dgm:pt>
    <dgm:pt modelId="{3115BEF2-898B-441F-BF7E-5221520DF72F}" type="sibTrans" cxnId="{AF30EEFC-B7BF-44D6-94FD-BC76632B3C4F}">
      <dgm:prSet/>
      <dgm:spPr/>
      <dgm:t>
        <a:bodyPr/>
        <a:lstStyle/>
        <a:p>
          <a:endParaRPr lang="fr-FR">
            <a:effectLst>
              <a:outerShdw blurRad="38100" dist="38100" dir="2700000" algn="tl">
                <a:srgbClr val="000000">
                  <a:alpha val="43137"/>
                </a:srgbClr>
              </a:outerShdw>
            </a:effectLst>
          </a:endParaRPr>
        </a:p>
      </dgm:t>
    </dgm:pt>
    <dgm:pt modelId="{98FCE3AE-C038-4059-964D-A2B03C737156}">
      <dgm:prSet phldrT="[Texte]"/>
      <dgm:spPr/>
      <dgm:t>
        <a:bodyPr/>
        <a:lstStyle/>
        <a:p>
          <a:r>
            <a:rPr lang="fr-FR" b="1" dirty="0" smtClean="0">
              <a:effectLst>
                <a:outerShdw blurRad="38100" dist="38100" dir="2700000" algn="tl">
                  <a:srgbClr val="000000">
                    <a:alpha val="43137"/>
                  </a:srgbClr>
                </a:outerShdw>
              </a:effectLst>
            </a:rPr>
            <a:t>Médicament listé </a:t>
          </a:r>
          <a:r>
            <a:rPr lang="fr-FR" dirty="0" smtClean="0">
              <a:effectLst>
                <a:outerShdw blurRad="38100" dist="38100" dir="2700000" algn="tl">
                  <a:srgbClr val="000000">
                    <a:alpha val="43137"/>
                  </a:srgbClr>
                </a:outerShdw>
              </a:effectLst>
            </a:rPr>
            <a:t> </a:t>
          </a:r>
          <a:endParaRPr lang="fr-FR" dirty="0">
            <a:effectLst>
              <a:outerShdw blurRad="38100" dist="38100" dir="2700000" algn="tl">
                <a:srgbClr val="000000">
                  <a:alpha val="43137"/>
                </a:srgbClr>
              </a:outerShdw>
            </a:effectLst>
          </a:endParaRPr>
        </a:p>
      </dgm:t>
    </dgm:pt>
    <dgm:pt modelId="{524FBE0C-35FB-4333-8CFA-322B4ED70F9C}" type="parTrans" cxnId="{3263E7AE-AA82-4A68-A51A-5C5DC82723E1}">
      <dgm:prSet/>
      <dgm:spPr/>
      <dgm:t>
        <a:bodyPr/>
        <a:lstStyle/>
        <a:p>
          <a:endParaRPr lang="fr-FR">
            <a:effectLst>
              <a:outerShdw blurRad="38100" dist="38100" dir="2700000" algn="tl">
                <a:srgbClr val="000000">
                  <a:alpha val="43137"/>
                </a:srgbClr>
              </a:outerShdw>
            </a:effectLst>
          </a:endParaRPr>
        </a:p>
      </dgm:t>
    </dgm:pt>
    <dgm:pt modelId="{12323CB0-6B2D-4747-828D-839C1869E1A3}" type="sibTrans" cxnId="{3263E7AE-AA82-4A68-A51A-5C5DC82723E1}">
      <dgm:prSet/>
      <dgm:spPr/>
      <dgm:t>
        <a:bodyPr/>
        <a:lstStyle/>
        <a:p>
          <a:r>
            <a:rPr lang="fr-FR" dirty="0" smtClean="0">
              <a:effectLst>
                <a:outerShdw blurRad="38100" dist="38100" dir="2700000" algn="tl">
                  <a:srgbClr val="000000">
                    <a:alpha val="43137"/>
                  </a:srgbClr>
                </a:outerShdw>
              </a:effectLst>
            </a:rPr>
            <a:t>Avec ordonnance </a:t>
          </a:r>
          <a:endParaRPr lang="fr-FR" dirty="0">
            <a:effectLst>
              <a:outerShdw blurRad="38100" dist="38100" dir="2700000" algn="tl">
                <a:srgbClr val="000000">
                  <a:alpha val="43137"/>
                </a:srgbClr>
              </a:outerShdw>
            </a:effectLst>
          </a:endParaRPr>
        </a:p>
      </dgm:t>
    </dgm:pt>
    <dgm:pt modelId="{DBBD9FC5-3E95-4F67-AE6F-D60B0978D257}">
      <dgm:prSet phldrT="[Texte]"/>
      <dgm:spPr/>
      <dgm:t>
        <a:bodyPr/>
        <a:lstStyle/>
        <a:p>
          <a:r>
            <a:rPr lang="fr-FR" b="1" dirty="0" smtClean="0">
              <a:effectLst>
                <a:outerShdw blurRad="38100" dist="38100" dir="2700000" algn="tl">
                  <a:srgbClr val="000000">
                    <a:alpha val="43137"/>
                  </a:srgbClr>
                </a:outerShdw>
              </a:effectLst>
            </a:rPr>
            <a:t>liste des stupéfiants </a:t>
          </a:r>
          <a:endParaRPr lang="fr-FR" b="1" dirty="0">
            <a:effectLst>
              <a:outerShdw blurRad="38100" dist="38100" dir="2700000" algn="tl">
                <a:srgbClr val="000000">
                  <a:alpha val="43137"/>
                </a:srgbClr>
              </a:outerShdw>
            </a:effectLst>
          </a:endParaRPr>
        </a:p>
      </dgm:t>
    </dgm:pt>
    <dgm:pt modelId="{9D51CBB3-A99A-419C-91CA-9047E386CE01}" type="parTrans" cxnId="{DE3CC4B5-C5B5-4F5A-A5E2-7D46900183CF}">
      <dgm:prSet/>
      <dgm:spPr/>
      <dgm:t>
        <a:bodyPr/>
        <a:lstStyle/>
        <a:p>
          <a:endParaRPr lang="fr-FR">
            <a:effectLst>
              <a:outerShdw blurRad="38100" dist="38100" dir="2700000" algn="tl">
                <a:srgbClr val="000000">
                  <a:alpha val="43137"/>
                </a:srgbClr>
              </a:outerShdw>
            </a:effectLst>
          </a:endParaRPr>
        </a:p>
      </dgm:t>
    </dgm:pt>
    <dgm:pt modelId="{35968755-8A92-4CFF-A47F-63F2729DF6AF}" type="sibTrans" cxnId="{DE3CC4B5-C5B5-4F5A-A5E2-7D46900183CF}">
      <dgm:prSet custT="1"/>
      <dgm:spPr/>
      <dgm:t>
        <a:bodyPr/>
        <a:lstStyle/>
        <a:p>
          <a:pPr algn="ctr"/>
          <a:r>
            <a:rPr lang="fr-FR" sz="1600" dirty="0" smtClean="0">
              <a:effectLst/>
            </a:rPr>
            <a:t>Tableau B</a:t>
          </a:r>
          <a:endParaRPr lang="fr-FR" sz="1600" dirty="0">
            <a:effectLst/>
          </a:endParaRPr>
        </a:p>
      </dgm:t>
    </dgm:pt>
    <dgm:pt modelId="{613EF86C-5D8B-4C91-AACF-A4C400982166}">
      <dgm:prSet phldrT="[Texte]"/>
      <dgm:spPr/>
      <dgm:t>
        <a:bodyPr/>
        <a:lstStyle/>
        <a:p>
          <a:r>
            <a:rPr lang="fr-FR" b="1" dirty="0" smtClean="0">
              <a:effectLst>
                <a:outerShdw blurRad="38100" dist="38100" dir="2700000" algn="tl">
                  <a:srgbClr val="000000">
                    <a:alpha val="43137"/>
                  </a:srgbClr>
                </a:outerShdw>
              </a:effectLst>
            </a:rPr>
            <a:t>Liste I </a:t>
          </a:r>
          <a:endParaRPr lang="fr-FR" b="1" dirty="0">
            <a:effectLst>
              <a:outerShdw blurRad="38100" dist="38100" dir="2700000" algn="tl">
                <a:srgbClr val="000000">
                  <a:alpha val="43137"/>
                </a:srgbClr>
              </a:outerShdw>
            </a:effectLst>
          </a:endParaRPr>
        </a:p>
      </dgm:t>
    </dgm:pt>
    <dgm:pt modelId="{AFD2342C-5D33-455D-BCF3-EE1AA23B0F9D}" type="parTrans" cxnId="{D10E9EC3-C332-4BF2-A918-31BEF837B377}">
      <dgm:prSet/>
      <dgm:spPr/>
      <dgm:t>
        <a:bodyPr/>
        <a:lstStyle/>
        <a:p>
          <a:endParaRPr lang="fr-FR">
            <a:effectLst>
              <a:outerShdw blurRad="38100" dist="38100" dir="2700000" algn="tl">
                <a:srgbClr val="000000">
                  <a:alpha val="43137"/>
                </a:srgbClr>
              </a:outerShdw>
            </a:effectLst>
          </a:endParaRPr>
        </a:p>
      </dgm:t>
    </dgm:pt>
    <dgm:pt modelId="{B3C88B1D-59BF-41F2-AE3C-ABF2181352E9}" type="sibTrans" cxnId="{D10E9EC3-C332-4BF2-A918-31BEF837B377}">
      <dgm:prSet custT="1"/>
      <dgm:spPr/>
      <dgm:t>
        <a:bodyPr/>
        <a:lstStyle/>
        <a:p>
          <a:pPr algn="ctr"/>
          <a:r>
            <a:rPr lang="fr-FR" sz="1600" dirty="0" smtClean="0">
              <a:effectLst/>
            </a:rPr>
            <a:t>Tableau A </a:t>
          </a:r>
          <a:endParaRPr lang="fr-FR" sz="1600" dirty="0">
            <a:effectLst/>
          </a:endParaRPr>
        </a:p>
      </dgm:t>
    </dgm:pt>
    <dgm:pt modelId="{FCE31FEF-196F-42F2-8E3B-F36FF2F0FE45}">
      <dgm:prSet phldrT="[Texte]"/>
      <dgm:spPr/>
      <dgm:t>
        <a:bodyPr/>
        <a:lstStyle/>
        <a:p>
          <a:r>
            <a:rPr lang="fr-FR" b="1" dirty="0" smtClean="0">
              <a:effectLst>
                <a:outerShdw blurRad="38100" dist="38100" dir="2700000" algn="tl">
                  <a:srgbClr val="000000">
                    <a:alpha val="43137"/>
                  </a:srgbClr>
                </a:outerShdw>
              </a:effectLst>
            </a:rPr>
            <a:t>Médicament non listé  </a:t>
          </a:r>
          <a:endParaRPr lang="fr-FR" b="1" dirty="0">
            <a:effectLst>
              <a:outerShdw blurRad="38100" dist="38100" dir="2700000" algn="tl">
                <a:srgbClr val="000000">
                  <a:alpha val="43137"/>
                </a:srgbClr>
              </a:outerShdw>
            </a:effectLst>
          </a:endParaRPr>
        </a:p>
      </dgm:t>
    </dgm:pt>
    <dgm:pt modelId="{941B16CC-F8B2-4FBB-94CF-A5963E9A11FA}" type="parTrans" cxnId="{8936E741-DF86-46B7-AE39-96D8422EB3EB}">
      <dgm:prSet/>
      <dgm:spPr/>
      <dgm:t>
        <a:bodyPr/>
        <a:lstStyle/>
        <a:p>
          <a:endParaRPr lang="fr-FR">
            <a:effectLst>
              <a:outerShdw blurRad="38100" dist="38100" dir="2700000" algn="tl">
                <a:srgbClr val="000000">
                  <a:alpha val="43137"/>
                </a:srgbClr>
              </a:outerShdw>
            </a:effectLst>
          </a:endParaRPr>
        </a:p>
      </dgm:t>
    </dgm:pt>
    <dgm:pt modelId="{CBD14E99-C5C3-483D-959C-A9EDD3CC1364}" type="sibTrans" cxnId="{8936E741-DF86-46B7-AE39-96D8422EB3EB}">
      <dgm:prSet/>
      <dgm:spPr/>
      <dgm:t>
        <a:bodyPr/>
        <a:lstStyle/>
        <a:p>
          <a:r>
            <a:rPr lang="fr-FR" dirty="0" smtClean="0">
              <a:effectLst>
                <a:outerShdw blurRad="38100" dist="38100" dir="2700000" algn="tl">
                  <a:srgbClr val="000000">
                    <a:alpha val="43137"/>
                  </a:srgbClr>
                </a:outerShdw>
              </a:effectLst>
            </a:rPr>
            <a:t>Sans ordonnance </a:t>
          </a:r>
          <a:endParaRPr lang="fr-FR" dirty="0">
            <a:effectLst>
              <a:outerShdw blurRad="38100" dist="38100" dir="2700000" algn="tl">
                <a:srgbClr val="000000">
                  <a:alpha val="43137"/>
                </a:srgbClr>
              </a:outerShdw>
            </a:effectLst>
          </a:endParaRPr>
        </a:p>
      </dgm:t>
    </dgm:pt>
    <dgm:pt modelId="{CEDBEF66-B375-4ECA-80EF-39D84F11E807}">
      <dgm:prSet/>
      <dgm:spPr/>
      <dgm:t>
        <a:bodyPr/>
        <a:lstStyle/>
        <a:p>
          <a:r>
            <a:rPr lang="fr-FR" b="1" dirty="0" smtClean="0">
              <a:effectLst>
                <a:outerShdw blurRad="38100" dist="38100" dir="2700000" algn="tl">
                  <a:srgbClr val="000000">
                    <a:alpha val="43137"/>
                  </a:srgbClr>
                </a:outerShdw>
              </a:effectLst>
            </a:rPr>
            <a:t>Liste II </a:t>
          </a:r>
        </a:p>
      </dgm:t>
    </dgm:pt>
    <dgm:pt modelId="{657F26CD-61FF-4266-8B29-7E2A3E02C62A}" type="parTrans" cxnId="{C52FEC04-EAAF-4147-B601-4538665C2CE1}">
      <dgm:prSet/>
      <dgm:spPr/>
      <dgm:t>
        <a:bodyPr/>
        <a:lstStyle/>
        <a:p>
          <a:endParaRPr lang="fr-FR"/>
        </a:p>
      </dgm:t>
    </dgm:pt>
    <dgm:pt modelId="{CEF2864C-5872-4BCB-B1B3-F7438AD3C35F}" type="sibTrans" cxnId="{C52FEC04-EAAF-4147-B601-4538665C2CE1}">
      <dgm:prSet custT="1"/>
      <dgm:spPr/>
      <dgm:t>
        <a:bodyPr/>
        <a:lstStyle/>
        <a:p>
          <a:pPr algn="ctr"/>
          <a:r>
            <a:rPr lang="fr-FR" sz="1600" dirty="0" smtClean="0">
              <a:effectLst/>
            </a:rPr>
            <a:t>Tableau C </a:t>
          </a:r>
          <a:endParaRPr lang="fr-FR" sz="1600" dirty="0">
            <a:effectLst/>
          </a:endParaRPr>
        </a:p>
      </dgm:t>
    </dgm:pt>
    <dgm:pt modelId="{364F613D-39B3-4204-A658-D14276C46F49}" type="pres">
      <dgm:prSet presAssocID="{46C13EF3-B2C8-44DF-85E7-F3186FB8ADEF}" presName="hierChild1" presStyleCnt="0">
        <dgm:presLayoutVars>
          <dgm:orgChart val="1"/>
          <dgm:chPref val="1"/>
          <dgm:dir val="rev"/>
          <dgm:animOne val="branch"/>
          <dgm:animLvl val="lvl"/>
          <dgm:resizeHandles/>
        </dgm:presLayoutVars>
      </dgm:prSet>
      <dgm:spPr/>
      <dgm:t>
        <a:bodyPr/>
        <a:lstStyle/>
        <a:p>
          <a:endParaRPr lang="fr-FR"/>
        </a:p>
      </dgm:t>
    </dgm:pt>
    <dgm:pt modelId="{B6C27C54-36CC-475D-AA65-40C25DF125C3}" type="pres">
      <dgm:prSet presAssocID="{9901B4F4-99EE-4DDC-9138-517423FEEE21}" presName="hierRoot1" presStyleCnt="0">
        <dgm:presLayoutVars>
          <dgm:hierBranch val="init"/>
        </dgm:presLayoutVars>
      </dgm:prSet>
      <dgm:spPr/>
    </dgm:pt>
    <dgm:pt modelId="{4ED83EE5-E9F1-4F9F-98F8-3CEB1B7886C8}" type="pres">
      <dgm:prSet presAssocID="{9901B4F4-99EE-4DDC-9138-517423FEEE21}" presName="rootComposite1" presStyleCnt="0"/>
      <dgm:spPr/>
    </dgm:pt>
    <dgm:pt modelId="{1F384F79-C6B6-48E0-9B0B-89188E8B4C97}" type="pres">
      <dgm:prSet presAssocID="{9901B4F4-99EE-4DDC-9138-517423FEEE21}" presName="rootText1" presStyleLbl="node0" presStyleIdx="0" presStyleCnt="1">
        <dgm:presLayoutVars>
          <dgm:chMax/>
          <dgm:chPref val="3"/>
        </dgm:presLayoutVars>
      </dgm:prSet>
      <dgm:spPr/>
      <dgm:t>
        <a:bodyPr/>
        <a:lstStyle/>
        <a:p>
          <a:endParaRPr lang="fr-FR"/>
        </a:p>
      </dgm:t>
    </dgm:pt>
    <dgm:pt modelId="{3903DB6F-9CED-422E-86A1-B30B45390D1C}" type="pres">
      <dgm:prSet presAssocID="{9901B4F4-99EE-4DDC-9138-517423FEEE21}" presName="titleText1" presStyleLbl="fgAcc0" presStyleIdx="0" presStyleCnt="1">
        <dgm:presLayoutVars>
          <dgm:chMax val="0"/>
          <dgm:chPref val="0"/>
        </dgm:presLayoutVars>
      </dgm:prSet>
      <dgm:spPr/>
      <dgm:t>
        <a:bodyPr/>
        <a:lstStyle/>
        <a:p>
          <a:endParaRPr lang="fr-FR"/>
        </a:p>
      </dgm:t>
    </dgm:pt>
    <dgm:pt modelId="{957C2E48-DD42-4C45-BC2D-D3FD87AB9DDD}" type="pres">
      <dgm:prSet presAssocID="{9901B4F4-99EE-4DDC-9138-517423FEEE21}" presName="rootConnector1" presStyleLbl="node1" presStyleIdx="0" presStyleCnt="5"/>
      <dgm:spPr/>
      <dgm:t>
        <a:bodyPr/>
        <a:lstStyle/>
        <a:p>
          <a:endParaRPr lang="fr-FR"/>
        </a:p>
      </dgm:t>
    </dgm:pt>
    <dgm:pt modelId="{13914D7F-A3B7-48DE-A1AF-7A6CF9CD18C6}" type="pres">
      <dgm:prSet presAssocID="{9901B4F4-99EE-4DDC-9138-517423FEEE21}" presName="hierChild2" presStyleCnt="0"/>
      <dgm:spPr/>
    </dgm:pt>
    <dgm:pt modelId="{056EE887-6C51-47D6-8CC7-6E274C3C07CE}" type="pres">
      <dgm:prSet presAssocID="{524FBE0C-35FB-4333-8CFA-322B4ED70F9C}" presName="Name37" presStyleLbl="parChTrans1D2" presStyleIdx="0" presStyleCnt="2"/>
      <dgm:spPr/>
      <dgm:t>
        <a:bodyPr/>
        <a:lstStyle/>
        <a:p>
          <a:endParaRPr lang="fr-FR"/>
        </a:p>
      </dgm:t>
    </dgm:pt>
    <dgm:pt modelId="{4659509A-E187-41F4-964F-F2EFADC4775A}" type="pres">
      <dgm:prSet presAssocID="{98FCE3AE-C038-4059-964D-A2B03C737156}" presName="hierRoot2" presStyleCnt="0">
        <dgm:presLayoutVars>
          <dgm:hierBranch val="init"/>
        </dgm:presLayoutVars>
      </dgm:prSet>
      <dgm:spPr/>
    </dgm:pt>
    <dgm:pt modelId="{19854205-5E29-4B4B-9C4A-D83E0AF98C55}" type="pres">
      <dgm:prSet presAssocID="{98FCE3AE-C038-4059-964D-A2B03C737156}" presName="rootComposite" presStyleCnt="0"/>
      <dgm:spPr/>
    </dgm:pt>
    <dgm:pt modelId="{6C96025B-66F0-426F-A32C-8015AB95EAF2}" type="pres">
      <dgm:prSet presAssocID="{98FCE3AE-C038-4059-964D-A2B03C737156}" presName="rootText" presStyleLbl="node1" presStyleIdx="0" presStyleCnt="5">
        <dgm:presLayoutVars>
          <dgm:chMax/>
          <dgm:chPref val="3"/>
        </dgm:presLayoutVars>
      </dgm:prSet>
      <dgm:spPr/>
      <dgm:t>
        <a:bodyPr/>
        <a:lstStyle/>
        <a:p>
          <a:endParaRPr lang="fr-FR"/>
        </a:p>
      </dgm:t>
    </dgm:pt>
    <dgm:pt modelId="{7F632E8F-B95C-499C-B794-C91275892C4F}" type="pres">
      <dgm:prSet presAssocID="{98FCE3AE-C038-4059-964D-A2B03C737156}" presName="titleText2" presStyleLbl="fgAcc1" presStyleIdx="0" presStyleCnt="5">
        <dgm:presLayoutVars>
          <dgm:chMax val="0"/>
          <dgm:chPref val="0"/>
        </dgm:presLayoutVars>
      </dgm:prSet>
      <dgm:spPr/>
      <dgm:t>
        <a:bodyPr/>
        <a:lstStyle/>
        <a:p>
          <a:endParaRPr lang="fr-FR"/>
        </a:p>
      </dgm:t>
    </dgm:pt>
    <dgm:pt modelId="{B3D3B094-0980-42E2-97B5-5A526423EF36}" type="pres">
      <dgm:prSet presAssocID="{98FCE3AE-C038-4059-964D-A2B03C737156}" presName="rootConnector" presStyleLbl="node2" presStyleIdx="0" presStyleCnt="0"/>
      <dgm:spPr/>
      <dgm:t>
        <a:bodyPr/>
        <a:lstStyle/>
        <a:p>
          <a:endParaRPr lang="fr-FR"/>
        </a:p>
      </dgm:t>
    </dgm:pt>
    <dgm:pt modelId="{FA798190-8516-441C-A74C-A52AD11F8777}" type="pres">
      <dgm:prSet presAssocID="{98FCE3AE-C038-4059-964D-A2B03C737156}" presName="hierChild4" presStyleCnt="0"/>
      <dgm:spPr/>
    </dgm:pt>
    <dgm:pt modelId="{7DF9611B-FDDA-4820-91B0-DBE5765D9C39}" type="pres">
      <dgm:prSet presAssocID="{9D51CBB3-A99A-419C-91CA-9047E386CE01}" presName="Name37" presStyleLbl="parChTrans1D3" presStyleIdx="0" presStyleCnt="3"/>
      <dgm:spPr/>
      <dgm:t>
        <a:bodyPr/>
        <a:lstStyle/>
        <a:p>
          <a:endParaRPr lang="fr-FR"/>
        </a:p>
      </dgm:t>
    </dgm:pt>
    <dgm:pt modelId="{93481E33-9147-4174-8CF9-BAA5A5EF235E}" type="pres">
      <dgm:prSet presAssocID="{DBBD9FC5-3E95-4F67-AE6F-D60B0978D257}" presName="hierRoot2" presStyleCnt="0">
        <dgm:presLayoutVars>
          <dgm:hierBranch val="init"/>
        </dgm:presLayoutVars>
      </dgm:prSet>
      <dgm:spPr/>
    </dgm:pt>
    <dgm:pt modelId="{075ADEB6-A820-47DC-8B2F-89E38EDF63CA}" type="pres">
      <dgm:prSet presAssocID="{DBBD9FC5-3E95-4F67-AE6F-D60B0978D257}" presName="rootComposite" presStyleCnt="0"/>
      <dgm:spPr/>
    </dgm:pt>
    <dgm:pt modelId="{EB0D63A7-BD7D-48D9-AD07-30AF9C34C4EE}" type="pres">
      <dgm:prSet presAssocID="{DBBD9FC5-3E95-4F67-AE6F-D60B0978D257}" presName="rootText" presStyleLbl="node1" presStyleIdx="1" presStyleCnt="5">
        <dgm:presLayoutVars>
          <dgm:chMax/>
          <dgm:chPref val="3"/>
        </dgm:presLayoutVars>
      </dgm:prSet>
      <dgm:spPr/>
      <dgm:t>
        <a:bodyPr/>
        <a:lstStyle/>
        <a:p>
          <a:endParaRPr lang="fr-FR"/>
        </a:p>
      </dgm:t>
    </dgm:pt>
    <dgm:pt modelId="{001B10CB-C836-4CD8-8958-31817BA13FCE}" type="pres">
      <dgm:prSet presAssocID="{DBBD9FC5-3E95-4F67-AE6F-D60B0978D257}" presName="titleText2" presStyleLbl="fgAcc1" presStyleIdx="1" presStyleCnt="5">
        <dgm:presLayoutVars>
          <dgm:chMax val="0"/>
          <dgm:chPref val="0"/>
        </dgm:presLayoutVars>
      </dgm:prSet>
      <dgm:spPr/>
      <dgm:t>
        <a:bodyPr/>
        <a:lstStyle/>
        <a:p>
          <a:endParaRPr lang="fr-FR"/>
        </a:p>
      </dgm:t>
    </dgm:pt>
    <dgm:pt modelId="{85DF1E4F-325D-4058-A4C3-2C2073E5D6F3}" type="pres">
      <dgm:prSet presAssocID="{DBBD9FC5-3E95-4F67-AE6F-D60B0978D257}" presName="rootConnector" presStyleLbl="node3" presStyleIdx="0" presStyleCnt="0"/>
      <dgm:spPr/>
      <dgm:t>
        <a:bodyPr/>
        <a:lstStyle/>
        <a:p>
          <a:endParaRPr lang="fr-FR"/>
        </a:p>
      </dgm:t>
    </dgm:pt>
    <dgm:pt modelId="{096A7C26-8408-4CBD-8114-77299FECA75F}" type="pres">
      <dgm:prSet presAssocID="{DBBD9FC5-3E95-4F67-AE6F-D60B0978D257}" presName="hierChild4" presStyleCnt="0"/>
      <dgm:spPr/>
    </dgm:pt>
    <dgm:pt modelId="{5833E7B7-226F-4196-A1C8-E33C319A2A91}" type="pres">
      <dgm:prSet presAssocID="{DBBD9FC5-3E95-4F67-AE6F-D60B0978D257}" presName="hierChild5" presStyleCnt="0"/>
      <dgm:spPr/>
    </dgm:pt>
    <dgm:pt modelId="{893346D9-18F4-4754-8BDD-BE4CE8F8D988}" type="pres">
      <dgm:prSet presAssocID="{657F26CD-61FF-4266-8B29-7E2A3E02C62A}" presName="Name37" presStyleLbl="parChTrans1D3" presStyleIdx="1" presStyleCnt="3"/>
      <dgm:spPr/>
      <dgm:t>
        <a:bodyPr/>
        <a:lstStyle/>
        <a:p>
          <a:endParaRPr lang="fr-FR"/>
        </a:p>
      </dgm:t>
    </dgm:pt>
    <dgm:pt modelId="{75CBADD2-3507-4176-9035-0424991092A6}" type="pres">
      <dgm:prSet presAssocID="{CEDBEF66-B375-4ECA-80EF-39D84F11E807}" presName="hierRoot2" presStyleCnt="0">
        <dgm:presLayoutVars>
          <dgm:hierBranch val="init"/>
        </dgm:presLayoutVars>
      </dgm:prSet>
      <dgm:spPr/>
    </dgm:pt>
    <dgm:pt modelId="{88918256-5F0F-40EB-BCFF-CE3EBF98905D}" type="pres">
      <dgm:prSet presAssocID="{CEDBEF66-B375-4ECA-80EF-39D84F11E807}" presName="rootComposite" presStyleCnt="0"/>
      <dgm:spPr/>
    </dgm:pt>
    <dgm:pt modelId="{BD1449A7-666E-4193-84C7-E99D6AA51A19}" type="pres">
      <dgm:prSet presAssocID="{CEDBEF66-B375-4ECA-80EF-39D84F11E807}" presName="rootText" presStyleLbl="node1" presStyleIdx="2" presStyleCnt="5">
        <dgm:presLayoutVars>
          <dgm:chMax/>
          <dgm:chPref val="3"/>
        </dgm:presLayoutVars>
      </dgm:prSet>
      <dgm:spPr/>
      <dgm:t>
        <a:bodyPr/>
        <a:lstStyle/>
        <a:p>
          <a:endParaRPr lang="fr-FR"/>
        </a:p>
      </dgm:t>
    </dgm:pt>
    <dgm:pt modelId="{6576418E-D800-4047-AB23-95B717D9D905}" type="pres">
      <dgm:prSet presAssocID="{CEDBEF66-B375-4ECA-80EF-39D84F11E807}" presName="titleText2" presStyleLbl="fgAcc1" presStyleIdx="2" presStyleCnt="5">
        <dgm:presLayoutVars>
          <dgm:chMax val="0"/>
          <dgm:chPref val="0"/>
        </dgm:presLayoutVars>
      </dgm:prSet>
      <dgm:spPr/>
      <dgm:t>
        <a:bodyPr/>
        <a:lstStyle/>
        <a:p>
          <a:endParaRPr lang="fr-FR"/>
        </a:p>
      </dgm:t>
    </dgm:pt>
    <dgm:pt modelId="{6DD9B657-BFBD-456C-B2F3-61C4DB1F4CA2}" type="pres">
      <dgm:prSet presAssocID="{CEDBEF66-B375-4ECA-80EF-39D84F11E807}" presName="rootConnector" presStyleLbl="node3" presStyleIdx="0" presStyleCnt="0"/>
      <dgm:spPr/>
      <dgm:t>
        <a:bodyPr/>
        <a:lstStyle/>
        <a:p>
          <a:endParaRPr lang="fr-FR"/>
        </a:p>
      </dgm:t>
    </dgm:pt>
    <dgm:pt modelId="{E7A82FFC-772A-451E-A773-0B722D067BC6}" type="pres">
      <dgm:prSet presAssocID="{CEDBEF66-B375-4ECA-80EF-39D84F11E807}" presName="hierChild4" presStyleCnt="0"/>
      <dgm:spPr/>
    </dgm:pt>
    <dgm:pt modelId="{DA82D3A7-7D92-434C-9F0A-5731C922960C}" type="pres">
      <dgm:prSet presAssocID="{CEDBEF66-B375-4ECA-80EF-39D84F11E807}" presName="hierChild5" presStyleCnt="0"/>
      <dgm:spPr/>
    </dgm:pt>
    <dgm:pt modelId="{1DBC445F-92FE-41F0-9A0E-010AA4BD47F4}" type="pres">
      <dgm:prSet presAssocID="{AFD2342C-5D33-455D-BCF3-EE1AA23B0F9D}" presName="Name37" presStyleLbl="parChTrans1D3" presStyleIdx="2" presStyleCnt="3"/>
      <dgm:spPr/>
      <dgm:t>
        <a:bodyPr/>
        <a:lstStyle/>
        <a:p>
          <a:endParaRPr lang="fr-FR"/>
        </a:p>
      </dgm:t>
    </dgm:pt>
    <dgm:pt modelId="{9960107E-0774-4EEE-B415-3E11F0A9E777}" type="pres">
      <dgm:prSet presAssocID="{613EF86C-5D8B-4C91-AACF-A4C400982166}" presName="hierRoot2" presStyleCnt="0">
        <dgm:presLayoutVars>
          <dgm:hierBranch val="init"/>
        </dgm:presLayoutVars>
      </dgm:prSet>
      <dgm:spPr/>
    </dgm:pt>
    <dgm:pt modelId="{ACBD8EDD-FCE6-4C6E-9438-48653AE8D018}" type="pres">
      <dgm:prSet presAssocID="{613EF86C-5D8B-4C91-AACF-A4C400982166}" presName="rootComposite" presStyleCnt="0"/>
      <dgm:spPr/>
    </dgm:pt>
    <dgm:pt modelId="{146A8E79-678C-4AD2-802B-568668059824}" type="pres">
      <dgm:prSet presAssocID="{613EF86C-5D8B-4C91-AACF-A4C400982166}" presName="rootText" presStyleLbl="node1" presStyleIdx="3" presStyleCnt="5">
        <dgm:presLayoutVars>
          <dgm:chMax/>
          <dgm:chPref val="3"/>
        </dgm:presLayoutVars>
      </dgm:prSet>
      <dgm:spPr/>
      <dgm:t>
        <a:bodyPr/>
        <a:lstStyle/>
        <a:p>
          <a:endParaRPr lang="fr-FR"/>
        </a:p>
      </dgm:t>
    </dgm:pt>
    <dgm:pt modelId="{649B5425-A8EC-4B87-B518-FB42A85A84CF}" type="pres">
      <dgm:prSet presAssocID="{613EF86C-5D8B-4C91-AACF-A4C400982166}" presName="titleText2" presStyleLbl="fgAcc1" presStyleIdx="3" presStyleCnt="5">
        <dgm:presLayoutVars>
          <dgm:chMax val="0"/>
          <dgm:chPref val="0"/>
        </dgm:presLayoutVars>
      </dgm:prSet>
      <dgm:spPr/>
      <dgm:t>
        <a:bodyPr/>
        <a:lstStyle/>
        <a:p>
          <a:endParaRPr lang="fr-FR"/>
        </a:p>
      </dgm:t>
    </dgm:pt>
    <dgm:pt modelId="{14A45366-051C-4313-B722-023E2F62193F}" type="pres">
      <dgm:prSet presAssocID="{613EF86C-5D8B-4C91-AACF-A4C400982166}" presName="rootConnector" presStyleLbl="node3" presStyleIdx="0" presStyleCnt="0"/>
      <dgm:spPr/>
      <dgm:t>
        <a:bodyPr/>
        <a:lstStyle/>
        <a:p>
          <a:endParaRPr lang="fr-FR"/>
        </a:p>
      </dgm:t>
    </dgm:pt>
    <dgm:pt modelId="{3A120E01-9954-4E94-9356-047210E22C75}" type="pres">
      <dgm:prSet presAssocID="{613EF86C-5D8B-4C91-AACF-A4C400982166}" presName="hierChild4" presStyleCnt="0"/>
      <dgm:spPr/>
    </dgm:pt>
    <dgm:pt modelId="{E9AB0769-BC7F-4591-9B61-AA93BBD2B8A6}" type="pres">
      <dgm:prSet presAssocID="{613EF86C-5D8B-4C91-AACF-A4C400982166}" presName="hierChild5" presStyleCnt="0"/>
      <dgm:spPr/>
    </dgm:pt>
    <dgm:pt modelId="{AB31C053-F0FF-4B99-BD58-FEBA3892BEF9}" type="pres">
      <dgm:prSet presAssocID="{98FCE3AE-C038-4059-964D-A2B03C737156}" presName="hierChild5" presStyleCnt="0"/>
      <dgm:spPr/>
    </dgm:pt>
    <dgm:pt modelId="{3C6530D1-20D7-4D0F-9EDF-D2B11511F351}" type="pres">
      <dgm:prSet presAssocID="{941B16CC-F8B2-4FBB-94CF-A5963E9A11FA}" presName="Name37" presStyleLbl="parChTrans1D2" presStyleIdx="1" presStyleCnt="2"/>
      <dgm:spPr/>
      <dgm:t>
        <a:bodyPr/>
        <a:lstStyle/>
        <a:p>
          <a:endParaRPr lang="fr-FR"/>
        </a:p>
      </dgm:t>
    </dgm:pt>
    <dgm:pt modelId="{9A759B10-2582-410B-B32D-284EC604A7AC}" type="pres">
      <dgm:prSet presAssocID="{FCE31FEF-196F-42F2-8E3B-F36FF2F0FE45}" presName="hierRoot2" presStyleCnt="0">
        <dgm:presLayoutVars>
          <dgm:hierBranch val="init"/>
        </dgm:presLayoutVars>
      </dgm:prSet>
      <dgm:spPr/>
    </dgm:pt>
    <dgm:pt modelId="{5FC803C3-0CEA-45A7-BE3B-8F9287752E69}" type="pres">
      <dgm:prSet presAssocID="{FCE31FEF-196F-42F2-8E3B-F36FF2F0FE45}" presName="rootComposite" presStyleCnt="0"/>
      <dgm:spPr/>
    </dgm:pt>
    <dgm:pt modelId="{D08684BD-B917-4D99-8EE1-1FD833FD1CBE}" type="pres">
      <dgm:prSet presAssocID="{FCE31FEF-196F-42F2-8E3B-F36FF2F0FE45}" presName="rootText" presStyleLbl="node1" presStyleIdx="4" presStyleCnt="5">
        <dgm:presLayoutVars>
          <dgm:chMax/>
          <dgm:chPref val="3"/>
        </dgm:presLayoutVars>
      </dgm:prSet>
      <dgm:spPr/>
      <dgm:t>
        <a:bodyPr/>
        <a:lstStyle/>
        <a:p>
          <a:endParaRPr lang="fr-FR"/>
        </a:p>
      </dgm:t>
    </dgm:pt>
    <dgm:pt modelId="{D8AAC93C-CCD1-4242-8C93-09E1B5BA78EA}" type="pres">
      <dgm:prSet presAssocID="{FCE31FEF-196F-42F2-8E3B-F36FF2F0FE45}" presName="titleText2" presStyleLbl="fgAcc1" presStyleIdx="4" presStyleCnt="5">
        <dgm:presLayoutVars>
          <dgm:chMax val="0"/>
          <dgm:chPref val="0"/>
        </dgm:presLayoutVars>
      </dgm:prSet>
      <dgm:spPr/>
      <dgm:t>
        <a:bodyPr/>
        <a:lstStyle/>
        <a:p>
          <a:endParaRPr lang="fr-FR"/>
        </a:p>
      </dgm:t>
    </dgm:pt>
    <dgm:pt modelId="{371EE368-A635-4CEA-9CAF-9E958855BDFD}" type="pres">
      <dgm:prSet presAssocID="{FCE31FEF-196F-42F2-8E3B-F36FF2F0FE45}" presName="rootConnector" presStyleLbl="node2" presStyleIdx="0" presStyleCnt="0"/>
      <dgm:spPr/>
      <dgm:t>
        <a:bodyPr/>
        <a:lstStyle/>
        <a:p>
          <a:endParaRPr lang="fr-FR"/>
        </a:p>
      </dgm:t>
    </dgm:pt>
    <dgm:pt modelId="{124F68E5-665A-400A-8D87-251E010B17E9}" type="pres">
      <dgm:prSet presAssocID="{FCE31FEF-196F-42F2-8E3B-F36FF2F0FE45}" presName="hierChild4" presStyleCnt="0"/>
      <dgm:spPr/>
    </dgm:pt>
    <dgm:pt modelId="{AB7C4272-0FC3-4585-8CBB-4517CF5DD26A}" type="pres">
      <dgm:prSet presAssocID="{FCE31FEF-196F-42F2-8E3B-F36FF2F0FE45}" presName="hierChild5" presStyleCnt="0"/>
      <dgm:spPr/>
    </dgm:pt>
    <dgm:pt modelId="{8D6FC15D-0E29-4FE7-9C8F-591CBAED4720}" type="pres">
      <dgm:prSet presAssocID="{9901B4F4-99EE-4DDC-9138-517423FEEE21}" presName="hierChild3" presStyleCnt="0"/>
      <dgm:spPr/>
    </dgm:pt>
  </dgm:ptLst>
  <dgm:cxnLst>
    <dgm:cxn modelId="{E7B4505D-C569-4E43-8CB2-6A7A42546732}" type="presOf" srcId="{DBBD9FC5-3E95-4F67-AE6F-D60B0978D257}" destId="{EB0D63A7-BD7D-48D9-AD07-30AF9C34C4EE}" srcOrd="0" destOrd="0" presId="urn:microsoft.com/office/officeart/2008/layout/NameandTitleOrganizationalChart"/>
    <dgm:cxn modelId="{A12D941B-47F9-4A56-88C5-A3A2BF1B262C}" type="presOf" srcId="{613EF86C-5D8B-4C91-AACF-A4C400982166}" destId="{146A8E79-678C-4AD2-802B-568668059824}" srcOrd="0" destOrd="0" presId="urn:microsoft.com/office/officeart/2008/layout/NameandTitleOrganizationalChart"/>
    <dgm:cxn modelId="{6A579616-A186-4DF7-B888-185E5B00C16F}" type="presOf" srcId="{CBD14E99-C5C3-483D-959C-A9EDD3CC1364}" destId="{D8AAC93C-CCD1-4242-8C93-09E1B5BA78EA}" srcOrd="0" destOrd="0" presId="urn:microsoft.com/office/officeart/2008/layout/NameandTitleOrganizationalChart"/>
    <dgm:cxn modelId="{BC76829D-DE7D-476A-8AD9-DEE38F1E2AC0}" type="presOf" srcId="{9901B4F4-99EE-4DDC-9138-517423FEEE21}" destId="{957C2E48-DD42-4C45-BC2D-D3FD87AB9DDD}" srcOrd="1" destOrd="0" presId="urn:microsoft.com/office/officeart/2008/layout/NameandTitleOrganizationalChart"/>
    <dgm:cxn modelId="{2DBD4A86-C29B-452B-A4F7-799F1F4514B0}" type="presOf" srcId="{B3C88B1D-59BF-41F2-AE3C-ABF2181352E9}" destId="{649B5425-A8EC-4B87-B518-FB42A85A84CF}" srcOrd="0" destOrd="0" presId="urn:microsoft.com/office/officeart/2008/layout/NameandTitleOrganizationalChart"/>
    <dgm:cxn modelId="{6FCB2AF7-D417-4876-9621-0528CCC1938E}" type="presOf" srcId="{DBBD9FC5-3E95-4F67-AE6F-D60B0978D257}" destId="{85DF1E4F-325D-4058-A4C3-2C2073E5D6F3}" srcOrd="1" destOrd="0" presId="urn:microsoft.com/office/officeart/2008/layout/NameandTitleOrganizationalChart"/>
    <dgm:cxn modelId="{CDA1E04C-C883-48E8-ABF4-BDAC97CC6EB8}" type="presOf" srcId="{35968755-8A92-4CFF-A47F-63F2729DF6AF}" destId="{001B10CB-C836-4CD8-8958-31817BA13FCE}" srcOrd="0" destOrd="0" presId="urn:microsoft.com/office/officeart/2008/layout/NameandTitleOrganizationalChart"/>
    <dgm:cxn modelId="{27AB6571-F601-4070-B9EF-1ADFCEBA9CEF}" type="presOf" srcId="{98FCE3AE-C038-4059-964D-A2B03C737156}" destId="{B3D3B094-0980-42E2-97B5-5A526423EF36}" srcOrd="1" destOrd="0" presId="urn:microsoft.com/office/officeart/2008/layout/NameandTitleOrganizationalChart"/>
    <dgm:cxn modelId="{DE3CC4B5-C5B5-4F5A-A5E2-7D46900183CF}" srcId="{98FCE3AE-C038-4059-964D-A2B03C737156}" destId="{DBBD9FC5-3E95-4F67-AE6F-D60B0978D257}" srcOrd="0" destOrd="0" parTransId="{9D51CBB3-A99A-419C-91CA-9047E386CE01}" sibTransId="{35968755-8A92-4CFF-A47F-63F2729DF6AF}"/>
    <dgm:cxn modelId="{3263E7AE-AA82-4A68-A51A-5C5DC82723E1}" srcId="{9901B4F4-99EE-4DDC-9138-517423FEEE21}" destId="{98FCE3AE-C038-4059-964D-A2B03C737156}" srcOrd="0" destOrd="0" parTransId="{524FBE0C-35FB-4333-8CFA-322B4ED70F9C}" sibTransId="{12323CB0-6B2D-4747-828D-839C1869E1A3}"/>
    <dgm:cxn modelId="{C94BEDB0-C626-4698-BD3E-AECFA82CBDF7}" type="presOf" srcId="{3115BEF2-898B-441F-BF7E-5221520DF72F}" destId="{3903DB6F-9CED-422E-86A1-B30B45390D1C}" srcOrd="0" destOrd="0" presId="urn:microsoft.com/office/officeart/2008/layout/NameandTitleOrganizationalChart"/>
    <dgm:cxn modelId="{DC67A460-4AC0-42D3-9CEC-C19844532D19}" type="presOf" srcId="{524FBE0C-35FB-4333-8CFA-322B4ED70F9C}" destId="{056EE887-6C51-47D6-8CC7-6E274C3C07CE}" srcOrd="0" destOrd="0" presId="urn:microsoft.com/office/officeart/2008/layout/NameandTitleOrganizationalChart"/>
    <dgm:cxn modelId="{731D33EB-EC43-4A02-8217-4ACD125B0A96}" type="presOf" srcId="{CEDBEF66-B375-4ECA-80EF-39D84F11E807}" destId="{BD1449A7-666E-4193-84C7-E99D6AA51A19}" srcOrd="0" destOrd="0" presId="urn:microsoft.com/office/officeart/2008/layout/NameandTitleOrganizationalChart"/>
    <dgm:cxn modelId="{F674583C-C519-4B5D-A6B3-3524AF517771}" type="presOf" srcId="{9D51CBB3-A99A-419C-91CA-9047E386CE01}" destId="{7DF9611B-FDDA-4820-91B0-DBE5765D9C39}" srcOrd="0" destOrd="0" presId="urn:microsoft.com/office/officeart/2008/layout/NameandTitleOrganizationalChart"/>
    <dgm:cxn modelId="{D10E9EC3-C332-4BF2-A918-31BEF837B377}" srcId="{98FCE3AE-C038-4059-964D-A2B03C737156}" destId="{613EF86C-5D8B-4C91-AACF-A4C400982166}" srcOrd="2" destOrd="0" parTransId="{AFD2342C-5D33-455D-BCF3-EE1AA23B0F9D}" sibTransId="{B3C88B1D-59BF-41F2-AE3C-ABF2181352E9}"/>
    <dgm:cxn modelId="{189A4EAC-F4FA-4114-87F6-FFD9FAE7F30F}" type="presOf" srcId="{CEDBEF66-B375-4ECA-80EF-39D84F11E807}" destId="{6DD9B657-BFBD-456C-B2F3-61C4DB1F4CA2}" srcOrd="1" destOrd="0" presId="urn:microsoft.com/office/officeart/2008/layout/NameandTitleOrganizationalChart"/>
    <dgm:cxn modelId="{5432C2FE-7E34-4417-8663-27D09B9ED99D}" type="presOf" srcId="{98FCE3AE-C038-4059-964D-A2B03C737156}" destId="{6C96025B-66F0-426F-A32C-8015AB95EAF2}" srcOrd="0" destOrd="0" presId="urn:microsoft.com/office/officeart/2008/layout/NameandTitleOrganizationalChart"/>
    <dgm:cxn modelId="{41B62084-8F6E-4CFA-AC5D-F8FED9668A96}" type="presOf" srcId="{12323CB0-6B2D-4747-828D-839C1869E1A3}" destId="{7F632E8F-B95C-499C-B794-C91275892C4F}" srcOrd="0" destOrd="0" presId="urn:microsoft.com/office/officeart/2008/layout/NameandTitleOrganizationalChart"/>
    <dgm:cxn modelId="{598D2332-6A5D-406B-8C72-9F885DA2DE14}" type="presOf" srcId="{FCE31FEF-196F-42F2-8E3B-F36FF2F0FE45}" destId="{D08684BD-B917-4D99-8EE1-1FD833FD1CBE}" srcOrd="0" destOrd="0" presId="urn:microsoft.com/office/officeart/2008/layout/NameandTitleOrganizationalChart"/>
    <dgm:cxn modelId="{EF89B884-93B5-4167-B674-192E76122037}" type="presOf" srcId="{657F26CD-61FF-4266-8B29-7E2A3E02C62A}" destId="{893346D9-18F4-4754-8BDD-BE4CE8F8D988}" srcOrd="0" destOrd="0" presId="urn:microsoft.com/office/officeart/2008/layout/NameandTitleOrganizationalChart"/>
    <dgm:cxn modelId="{0D001594-9CC7-435E-B948-37DE43527F30}" type="presOf" srcId="{46C13EF3-B2C8-44DF-85E7-F3186FB8ADEF}" destId="{364F613D-39B3-4204-A658-D14276C46F49}" srcOrd="0" destOrd="0" presId="urn:microsoft.com/office/officeart/2008/layout/NameandTitleOrganizationalChart"/>
    <dgm:cxn modelId="{C52FEC04-EAAF-4147-B601-4538665C2CE1}" srcId="{98FCE3AE-C038-4059-964D-A2B03C737156}" destId="{CEDBEF66-B375-4ECA-80EF-39D84F11E807}" srcOrd="1" destOrd="0" parTransId="{657F26CD-61FF-4266-8B29-7E2A3E02C62A}" sibTransId="{CEF2864C-5872-4BCB-B1B3-F7438AD3C35F}"/>
    <dgm:cxn modelId="{AF30EEFC-B7BF-44D6-94FD-BC76632B3C4F}" srcId="{46C13EF3-B2C8-44DF-85E7-F3186FB8ADEF}" destId="{9901B4F4-99EE-4DDC-9138-517423FEEE21}" srcOrd="0" destOrd="0" parTransId="{BB639D57-4825-4D01-BE17-83F651996C7B}" sibTransId="{3115BEF2-898B-441F-BF7E-5221520DF72F}"/>
    <dgm:cxn modelId="{C5E08B33-2D1E-4D79-9007-1730432ECD8C}" type="presOf" srcId="{941B16CC-F8B2-4FBB-94CF-A5963E9A11FA}" destId="{3C6530D1-20D7-4D0F-9EDF-D2B11511F351}" srcOrd="0" destOrd="0" presId="urn:microsoft.com/office/officeart/2008/layout/NameandTitleOrganizationalChart"/>
    <dgm:cxn modelId="{66F990BD-8340-4136-872B-6F6F0B1B8F59}" type="presOf" srcId="{9901B4F4-99EE-4DDC-9138-517423FEEE21}" destId="{1F384F79-C6B6-48E0-9B0B-89188E8B4C97}" srcOrd="0" destOrd="0" presId="urn:microsoft.com/office/officeart/2008/layout/NameandTitleOrganizationalChart"/>
    <dgm:cxn modelId="{FA151E49-B1BD-48E4-B20C-BE249C027BBF}" type="presOf" srcId="{AFD2342C-5D33-455D-BCF3-EE1AA23B0F9D}" destId="{1DBC445F-92FE-41F0-9A0E-010AA4BD47F4}" srcOrd="0" destOrd="0" presId="urn:microsoft.com/office/officeart/2008/layout/NameandTitleOrganizationalChart"/>
    <dgm:cxn modelId="{CE959C48-7678-4E79-9C7A-ADB01915F369}" type="presOf" srcId="{CEF2864C-5872-4BCB-B1B3-F7438AD3C35F}" destId="{6576418E-D800-4047-AB23-95B717D9D905}" srcOrd="0" destOrd="0" presId="urn:microsoft.com/office/officeart/2008/layout/NameandTitleOrganizationalChart"/>
    <dgm:cxn modelId="{7E1DA900-A4A9-48EB-85B6-DD81EDDFE3F8}" type="presOf" srcId="{FCE31FEF-196F-42F2-8E3B-F36FF2F0FE45}" destId="{371EE368-A635-4CEA-9CAF-9E958855BDFD}" srcOrd="1" destOrd="0" presId="urn:microsoft.com/office/officeart/2008/layout/NameandTitleOrganizationalChart"/>
    <dgm:cxn modelId="{8936E741-DF86-46B7-AE39-96D8422EB3EB}" srcId="{9901B4F4-99EE-4DDC-9138-517423FEEE21}" destId="{FCE31FEF-196F-42F2-8E3B-F36FF2F0FE45}" srcOrd="1" destOrd="0" parTransId="{941B16CC-F8B2-4FBB-94CF-A5963E9A11FA}" sibTransId="{CBD14E99-C5C3-483D-959C-A9EDD3CC1364}"/>
    <dgm:cxn modelId="{F01BC70F-B3F5-409A-B8B7-74C88C80C319}" type="presOf" srcId="{613EF86C-5D8B-4C91-AACF-A4C400982166}" destId="{14A45366-051C-4313-B722-023E2F62193F}" srcOrd="1" destOrd="0" presId="urn:microsoft.com/office/officeart/2008/layout/NameandTitleOrganizationalChart"/>
    <dgm:cxn modelId="{3FE1F37D-7A34-455A-B46D-764106236B86}" type="presParOf" srcId="{364F613D-39B3-4204-A658-D14276C46F49}" destId="{B6C27C54-36CC-475D-AA65-40C25DF125C3}" srcOrd="0" destOrd="0" presId="urn:microsoft.com/office/officeart/2008/layout/NameandTitleOrganizationalChart"/>
    <dgm:cxn modelId="{BFB5D9A8-6EBD-46EB-97D7-4F37A3A112E1}" type="presParOf" srcId="{B6C27C54-36CC-475D-AA65-40C25DF125C3}" destId="{4ED83EE5-E9F1-4F9F-98F8-3CEB1B7886C8}" srcOrd="0" destOrd="0" presId="urn:microsoft.com/office/officeart/2008/layout/NameandTitleOrganizationalChart"/>
    <dgm:cxn modelId="{0BBDCB53-0374-4633-AD89-1C6181E74079}" type="presParOf" srcId="{4ED83EE5-E9F1-4F9F-98F8-3CEB1B7886C8}" destId="{1F384F79-C6B6-48E0-9B0B-89188E8B4C97}" srcOrd="0" destOrd="0" presId="urn:microsoft.com/office/officeart/2008/layout/NameandTitleOrganizationalChart"/>
    <dgm:cxn modelId="{652FCDFA-FBEE-4CD0-A997-5E4C0C838450}" type="presParOf" srcId="{4ED83EE5-E9F1-4F9F-98F8-3CEB1B7886C8}" destId="{3903DB6F-9CED-422E-86A1-B30B45390D1C}" srcOrd="1" destOrd="0" presId="urn:microsoft.com/office/officeart/2008/layout/NameandTitleOrganizationalChart"/>
    <dgm:cxn modelId="{82812F01-2BC6-4138-BB1B-AB6ECEA2BA60}" type="presParOf" srcId="{4ED83EE5-E9F1-4F9F-98F8-3CEB1B7886C8}" destId="{957C2E48-DD42-4C45-BC2D-D3FD87AB9DDD}" srcOrd="2" destOrd="0" presId="urn:microsoft.com/office/officeart/2008/layout/NameandTitleOrganizationalChart"/>
    <dgm:cxn modelId="{CFA330E4-ACA0-4FD0-BB63-7BEE961568CF}" type="presParOf" srcId="{B6C27C54-36CC-475D-AA65-40C25DF125C3}" destId="{13914D7F-A3B7-48DE-A1AF-7A6CF9CD18C6}" srcOrd="1" destOrd="0" presId="urn:microsoft.com/office/officeart/2008/layout/NameandTitleOrganizationalChart"/>
    <dgm:cxn modelId="{80484512-390D-45B5-938C-08B4BE312683}" type="presParOf" srcId="{13914D7F-A3B7-48DE-A1AF-7A6CF9CD18C6}" destId="{056EE887-6C51-47D6-8CC7-6E274C3C07CE}" srcOrd="0" destOrd="0" presId="urn:microsoft.com/office/officeart/2008/layout/NameandTitleOrganizationalChart"/>
    <dgm:cxn modelId="{AFE17364-0253-4E5F-999A-32B92E3819A3}" type="presParOf" srcId="{13914D7F-A3B7-48DE-A1AF-7A6CF9CD18C6}" destId="{4659509A-E187-41F4-964F-F2EFADC4775A}" srcOrd="1" destOrd="0" presId="urn:microsoft.com/office/officeart/2008/layout/NameandTitleOrganizationalChart"/>
    <dgm:cxn modelId="{B1AE44A6-506C-43F8-B028-97A02C3B93AB}" type="presParOf" srcId="{4659509A-E187-41F4-964F-F2EFADC4775A}" destId="{19854205-5E29-4B4B-9C4A-D83E0AF98C55}" srcOrd="0" destOrd="0" presId="urn:microsoft.com/office/officeart/2008/layout/NameandTitleOrganizationalChart"/>
    <dgm:cxn modelId="{0D935C28-8C46-4432-ADDA-E6E9E3AB7AA2}" type="presParOf" srcId="{19854205-5E29-4B4B-9C4A-D83E0AF98C55}" destId="{6C96025B-66F0-426F-A32C-8015AB95EAF2}" srcOrd="0" destOrd="0" presId="urn:microsoft.com/office/officeart/2008/layout/NameandTitleOrganizationalChart"/>
    <dgm:cxn modelId="{C2E9F600-CD7E-445F-8EED-E2B24E91CABC}" type="presParOf" srcId="{19854205-5E29-4B4B-9C4A-D83E0AF98C55}" destId="{7F632E8F-B95C-499C-B794-C91275892C4F}" srcOrd="1" destOrd="0" presId="urn:microsoft.com/office/officeart/2008/layout/NameandTitleOrganizationalChart"/>
    <dgm:cxn modelId="{5EB8F461-3649-479F-AE10-261BB4F8B00E}" type="presParOf" srcId="{19854205-5E29-4B4B-9C4A-D83E0AF98C55}" destId="{B3D3B094-0980-42E2-97B5-5A526423EF36}" srcOrd="2" destOrd="0" presId="urn:microsoft.com/office/officeart/2008/layout/NameandTitleOrganizationalChart"/>
    <dgm:cxn modelId="{15E6C234-CFE7-409C-B112-1DA575B19E38}" type="presParOf" srcId="{4659509A-E187-41F4-964F-F2EFADC4775A}" destId="{FA798190-8516-441C-A74C-A52AD11F8777}" srcOrd="1" destOrd="0" presId="urn:microsoft.com/office/officeart/2008/layout/NameandTitleOrganizationalChart"/>
    <dgm:cxn modelId="{A488678D-A6F1-49C2-91A9-2F2EC53A7E00}" type="presParOf" srcId="{FA798190-8516-441C-A74C-A52AD11F8777}" destId="{7DF9611B-FDDA-4820-91B0-DBE5765D9C39}" srcOrd="0" destOrd="0" presId="urn:microsoft.com/office/officeart/2008/layout/NameandTitleOrganizationalChart"/>
    <dgm:cxn modelId="{5B0999A4-A220-4D58-B80F-A6E0DF8B092F}" type="presParOf" srcId="{FA798190-8516-441C-A74C-A52AD11F8777}" destId="{93481E33-9147-4174-8CF9-BAA5A5EF235E}" srcOrd="1" destOrd="0" presId="urn:microsoft.com/office/officeart/2008/layout/NameandTitleOrganizationalChart"/>
    <dgm:cxn modelId="{5222EE08-34C7-42E4-8161-C08D73436FBD}" type="presParOf" srcId="{93481E33-9147-4174-8CF9-BAA5A5EF235E}" destId="{075ADEB6-A820-47DC-8B2F-89E38EDF63CA}" srcOrd="0" destOrd="0" presId="urn:microsoft.com/office/officeart/2008/layout/NameandTitleOrganizationalChart"/>
    <dgm:cxn modelId="{316C0D86-D5F8-482E-B3F0-FB894CACF5C7}" type="presParOf" srcId="{075ADEB6-A820-47DC-8B2F-89E38EDF63CA}" destId="{EB0D63A7-BD7D-48D9-AD07-30AF9C34C4EE}" srcOrd="0" destOrd="0" presId="urn:microsoft.com/office/officeart/2008/layout/NameandTitleOrganizationalChart"/>
    <dgm:cxn modelId="{3413F86C-FB88-4F75-B8AD-5B1EC2558380}" type="presParOf" srcId="{075ADEB6-A820-47DC-8B2F-89E38EDF63CA}" destId="{001B10CB-C836-4CD8-8958-31817BA13FCE}" srcOrd="1" destOrd="0" presId="urn:microsoft.com/office/officeart/2008/layout/NameandTitleOrganizationalChart"/>
    <dgm:cxn modelId="{E9333C1B-83FB-45F3-AA78-D134E118B8AF}" type="presParOf" srcId="{075ADEB6-A820-47DC-8B2F-89E38EDF63CA}" destId="{85DF1E4F-325D-4058-A4C3-2C2073E5D6F3}" srcOrd="2" destOrd="0" presId="urn:microsoft.com/office/officeart/2008/layout/NameandTitleOrganizationalChart"/>
    <dgm:cxn modelId="{C3BF8779-E775-4B45-ABA1-13F1E8F78E82}" type="presParOf" srcId="{93481E33-9147-4174-8CF9-BAA5A5EF235E}" destId="{096A7C26-8408-4CBD-8114-77299FECA75F}" srcOrd="1" destOrd="0" presId="urn:microsoft.com/office/officeart/2008/layout/NameandTitleOrganizationalChart"/>
    <dgm:cxn modelId="{4C08E8DE-841E-4002-9A7F-80DAA92F67A0}" type="presParOf" srcId="{93481E33-9147-4174-8CF9-BAA5A5EF235E}" destId="{5833E7B7-226F-4196-A1C8-E33C319A2A91}" srcOrd="2" destOrd="0" presId="urn:microsoft.com/office/officeart/2008/layout/NameandTitleOrganizationalChart"/>
    <dgm:cxn modelId="{2C7A22A1-6702-4360-B40A-5D18A100466B}" type="presParOf" srcId="{FA798190-8516-441C-A74C-A52AD11F8777}" destId="{893346D9-18F4-4754-8BDD-BE4CE8F8D988}" srcOrd="2" destOrd="0" presId="urn:microsoft.com/office/officeart/2008/layout/NameandTitleOrganizationalChart"/>
    <dgm:cxn modelId="{9A9ABAF7-9DD2-4590-9BB7-34D5A7D10561}" type="presParOf" srcId="{FA798190-8516-441C-A74C-A52AD11F8777}" destId="{75CBADD2-3507-4176-9035-0424991092A6}" srcOrd="3" destOrd="0" presId="urn:microsoft.com/office/officeart/2008/layout/NameandTitleOrganizationalChart"/>
    <dgm:cxn modelId="{B449BE1E-489B-4706-AA03-31CBA4A78950}" type="presParOf" srcId="{75CBADD2-3507-4176-9035-0424991092A6}" destId="{88918256-5F0F-40EB-BCFF-CE3EBF98905D}" srcOrd="0" destOrd="0" presId="urn:microsoft.com/office/officeart/2008/layout/NameandTitleOrganizationalChart"/>
    <dgm:cxn modelId="{98829BD6-5E50-4C4E-A58B-CF86C58A6F6B}" type="presParOf" srcId="{88918256-5F0F-40EB-BCFF-CE3EBF98905D}" destId="{BD1449A7-666E-4193-84C7-E99D6AA51A19}" srcOrd="0" destOrd="0" presId="urn:microsoft.com/office/officeart/2008/layout/NameandTitleOrganizationalChart"/>
    <dgm:cxn modelId="{19F433ED-B653-48E3-A5FD-EB5BFC275AB1}" type="presParOf" srcId="{88918256-5F0F-40EB-BCFF-CE3EBF98905D}" destId="{6576418E-D800-4047-AB23-95B717D9D905}" srcOrd="1" destOrd="0" presId="urn:microsoft.com/office/officeart/2008/layout/NameandTitleOrganizationalChart"/>
    <dgm:cxn modelId="{96A13502-A73C-46AF-8B46-129B6888365E}" type="presParOf" srcId="{88918256-5F0F-40EB-BCFF-CE3EBF98905D}" destId="{6DD9B657-BFBD-456C-B2F3-61C4DB1F4CA2}" srcOrd="2" destOrd="0" presId="urn:microsoft.com/office/officeart/2008/layout/NameandTitleOrganizationalChart"/>
    <dgm:cxn modelId="{A6FA9B3E-11BF-4AB2-B5E6-FFE3C69F705F}" type="presParOf" srcId="{75CBADD2-3507-4176-9035-0424991092A6}" destId="{E7A82FFC-772A-451E-A773-0B722D067BC6}" srcOrd="1" destOrd="0" presId="urn:microsoft.com/office/officeart/2008/layout/NameandTitleOrganizationalChart"/>
    <dgm:cxn modelId="{1DF89DF3-0C1C-425D-8995-08835E39AF66}" type="presParOf" srcId="{75CBADD2-3507-4176-9035-0424991092A6}" destId="{DA82D3A7-7D92-434C-9F0A-5731C922960C}" srcOrd="2" destOrd="0" presId="urn:microsoft.com/office/officeart/2008/layout/NameandTitleOrganizationalChart"/>
    <dgm:cxn modelId="{FE8CFBA2-7E25-48B0-B2D5-6F3D2BCC2EA2}" type="presParOf" srcId="{FA798190-8516-441C-A74C-A52AD11F8777}" destId="{1DBC445F-92FE-41F0-9A0E-010AA4BD47F4}" srcOrd="4" destOrd="0" presId="urn:microsoft.com/office/officeart/2008/layout/NameandTitleOrganizationalChart"/>
    <dgm:cxn modelId="{A1B6435A-3222-46D0-A1F2-A7B40795411D}" type="presParOf" srcId="{FA798190-8516-441C-A74C-A52AD11F8777}" destId="{9960107E-0774-4EEE-B415-3E11F0A9E777}" srcOrd="5" destOrd="0" presId="urn:microsoft.com/office/officeart/2008/layout/NameandTitleOrganizationalChart"/>
    <dgm:cxn modelId="{6572B21F-E472-496A-B13F-19FC56C9FC7F}" type="presParOf" srcId="{9960107E-0774-4EEE-B415-3E11F0A9E777}" destId="{ACBD8EDD-FCE6-4C6E-9438-48653AE8D018}" srcOrd="0" destOrd="0" presId="urn:microsoft.com/office/officeart/2008/layout/NameandTitleOrganizationalChart"/>
    <dgm:cxn modelId="{0F9CC444-7423-436F-84EF-8ABF1F5B51B4}" type="presParOf" srcId="{ACBD8EDD-FCE6-4C6E-9438-48653AE8D018}" destId="{146A8E79-678C-4AD2-802B-568668059824}" srcOrd="0" destOrd="0" presId="urn:microsoft.com/office/officeart/2008/layout/NameandTitleOrganizationalChart"/>
    <dgm:cxn modelId="{6C48B91C-E3B0-42BF-99C0-D85E708BDD94}" type="presParOf" srcId="{ACBD8EDD-FCE6-4C6E-9438-48653AE8D018}" destId="{649B5425-A8EC-4B87-B518-FB42A85A84CF}" srcOrd="1" destOrd="0" presId="urn:microsoft.com/office/officeart/2008/layout/NameandTitleOrganizationalChart"/>
    <dgm:cxn modelId="{71634B6A-E739-4005-861B-2FF9DBD7E52A}" type="presParOf" srcId="{ACBD8EDD-FCE6-4C6E-9438-48653AE8D018}" destId="{14A45366-051C-4313-B722-023E2F62193F}" srcOrd="2" destOrd="0" presId="urn:microsoft.com/office/officeart/2008/layout/NameandTitleOrganizationalChart"/>
    <dgm:cxn modelId="{883768A8-7ADA-470B-9041-B9C8A0BB3F2A}" type="presParOf" srcId="{9960107E-0774-4EEE-B415-3E11F0A9E777}" destId="{3A120E01-9954-4E94-9356-047210E22C75}" srcOrd="1" destOrd="0" presId="urn:microsoft.com/office/officeart/2008/layout/NameandTitleOrganizationalChart"/>
    <dgm:cxn modelId="{2F5E9244-E514-4218-A053-8A5B5B9C9AC3}" type="presParOf" srcId="{9960107E-0774-4EEE-B415-3E11F0A9E777}" destId="{E9AB0769-BC7F-4591-9B61-AA93BBD2B8A6}" srcOrd="2" destOrd="0" presId="urn:microsoft.com/office/officeart/2008/layout/NameandTitleOrganizationalChart"/>
    <dgm:cxn modelId="{3C4E7CEE-4233-4B56-861D-DE8D109F7FF7}" type="presParOf" srcId="{4659509A-E187-41F4-964F-F2EFADC4775A}" destId="{AB31C053-F0FF-4B99-BD58-FEBA3892BEF9}" srcOrd="2" destOrd="0" presId="urn:microsoft.com/office/officeart/2008/layout/NameandTitleOrganizationalChart"/>
    <dgm:cxn modelId="{AF7FC3F4-7627-43A5-A3E7-828A42D8F28F}" type="presParOf" srcId="{13914D7F-A3B7-48DE-A1AF-7A6CF9CD18C6}" destId="{3C6530D1-20D7-4D0F-9EDF-D2B11511F351}" srcOrd="2" destOrd="0" presId="urn:microsoft.com/office/officeart/2008/layout/NameandTitleOrganizationalChart"/>
    <dgm:cxn modelId="{099CA79C-8B55-4E14-8D72-89B0255EE6C5}" type="presParOf" srcId="{13914D7F-A3B7-48DE-A1AF-7A6CF9CD18C6}" destId="{9A759B10-2582-410B-B32D-284EC604A7AC}" srcOrd="3" destOrd="0" presId="urn:microsoft.com/office/officeart/2008/layout/NameandTitleOrganizationalChart"/>
    <dgm:cxn modelId="{266F663B-3039-4DF4-8834-A1AC8E747E2C}" type="presParOf" srcId="{9A759B10-2582-410B-B32D-284EC604A7AC}" destId="{5FC803C3-0CEA-45A7-BE3B-8F9287752E69}" srcOrd="0" destOrd="0" presId="urn:microsoft.com/office/officeart/2008/layout/NameandTitleOrganizationalChart"/>
    <dgm:cxn modelId="{1BAF1FC5-A6FB-4EB6-999F-1729EE36C91A}" type="presParOf" srcId="{5FC803C3-0CEA-45A7-BE3B-8F9287752E69}" destId="{D08684BD-B917-4D99-8EE1-1FD833FD1CBE}" srcOrd="0" destOrd="0" presId="urn:microsoft.com/office/officeart/2008/layout/NameandTitleOrganizationalChart"/>
    <dgm:cxn modelId="{EA335EB6-7D17-408E-A9DD-44578E6EA73D}" type="presParOf" srcId="{5FC803C3-0CEA-45A7-BE3B-8F9287752E69}" destId="{D8AAC93C-CCD1-4242-8C93-09E1B5BA78EA}" srcOrd="1" destOrd="0" presId="urn:microsoft.com/office/officeart/2008/layout/NameandTitleOrganizationalChart"/>
    <dgm:cxn modelId="{BDC46A25-D201-4795-86C2-3EA365A5C609}" type="presParOf" srcId="{5FC803C3-0CEA-45A7-BE3B-8F9287752E69}" destId="{371EE368-A635-4CEA-9CAF-9E958855BDFD}" srcOrd="2" destOrd="0" presId="urn:microsoft.com/office/officeart/2008/layout/NameandTitleOrganizationalChart"/>
    <dgm:cxn modelId="{87A4EAF9-EC5A-468D-AE78-69DF0D3E9A86}" type="presParOf" srcId="{9A759B10-2582-410B-B32D-284EC604A7AC}" destId="{124F68E5-665A-400A-8D87-251E010B17E9}" srcOrd="1" destOrd="0" presId="urn:microsoft.com/office/officeart/2008/layout/NameandTitleOrganizationalChart"/>
    <dgm:cxn modelId="{2E6DF5C0-5909-4A29-9A01-A5D777F8BFA2}" type="presParOf" srcId="{9A759B10-2582-410B-B32D-284EC604A7AC}" destId="{AB7C4272-0FC3-4585-8CBB-4517CF5DD26A}" srcOrd="2" destOrd="0" presId="urn:microsoft.com/office/officeart/2008/layout/NameandTitleOrganizationalChart"/>
    <dgm:cxn modelId="{756A968F-BFF8-4D5E-B2F8-C2A4D22B3419}" type="presParOf" srcId="{B6C27C54-36CC-475D-AA65-40C25DF125C3}" destId="{8D6FC15D-0E29-4FE7-9C8F-591CBAED4720}" srcOrd="2" destOrd="0" presId="urn:microsoft.com/office/officeart/2008/layout/NameandTitleOrganizationalChart"/>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F6804C-D72E-48A6-BE90-5C3D2423113A}">
      <dsp:nvSpPr>
        <dsp:cNvPr id="0" name=""/>
        <dsp:cNvSpPr/>
      </dsp:nvSpPr>
      <dsp:spPr>
        <a:xfrm>
          <a:off x="3853" y="2509708"/>
          <a:ext cx="1746510" cy="873255"/>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b="1" kern="1200" dirty="0" smtClean="0">
              <a:effectLst>
                <a:outerShdw blurRad="38100" dist="38100" dir="2700000" algn="tl">
                  <a:srgbClr val="000000">
                    <a:alpha val="43137"/>
                  </a:srgbClr>
                </a:outerShdw>
              </a:effectLst>
            </a:rPr>
            <a:t>Fonction </a:t>
          </a:r>
          <a:endParaRPr lang="fr-FR" sz="1700" b="1" kern="1200" dirty="0">
            <a:effectLst>
              <a:outerShdw blurRad="38100" dist="38100" dir="2700000" algn="tl">
                <a:srgbClr val="000000">
                  <a:alpha val="43137"/>
                </a:srgbClr>
              </a:outerShdw>
            </a:effectLst>
          </a:endParaRPr>
        </a:p>
      </dsp:txBody>
      <dsp:txXfrm>
        <a:off x="29430" y="2535285"/>
        <a:ext cx="1695356" cy="822101"/>
      </dsp:txXfrm>
    </dsp:sp>
    <dsp:sp modelId="{CB3AFCB8-103D-45ED-AE56-AF76119066CF}">
      <dsp:nvSpPr>
        <dsp:cNvPr id="0" name=""/>
        <dsp:cNvSpPr/>
      </dsp:nvSpPr>
      <dsp:spPr>
        <a:xfrm rot="19457599">
          <a:off x="1669499" y="2681938"/>
          <a:ext cx="860333" cy="26674"/>
        </a:xfrm>
        <a:custGeom>
          <a:avLst/>
          <a:gdLst/>
          <a:ahLst/>
          <a:cxnLst/>
          <a:rect l="0" t="0" r="0" b="0"/>
          <a:pathLst>
            <a:path>
              <a:moveTo>
                <a:pt x="0" y="13337"/>
              </a:moveTo>
              <a:lnTo>
                <a:pt x="860333" y="13337"/>
              </a:lnTo>
            </a:path>
          </a:pathLst>
        </a:custGeom>
        <a:noFill/>
        <a:ln w="15875"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effectLst>
              <a:outerShdw blurRad="38100" dist="38100" dir="2700000" algn="tl">
                <a:srgbClr val="000000">
                  <a:alpha val="43137"/>
                </a:srgbClr>
              </a:outerShdw>
            </a:effectLst>
          </a:endParaRPr>
        </a:p>
      </dsp:txBody>
      <dsp:txXfrm>
        <a:off x="2078157" y="2673767"/>
        <a:ext cx="43016" cy="43016"/>
      </dsp:txXfrm>
    </dsp:sp>
    <dsp:sp modelId="{E0898C75-67D5-4871-9740-C826567F5F07}">
      <dsp:nvSpPr>
        <dsp:cNvPr id="0" name=""/>
        <dsp:cNvSpPr/>
      </dsp:nvSpPr>
      <dsp:spPr>
        <a:xfrm>
          <a:off x="2448967" y="2007587"/>
          <a:ext cx="1746510" cy="873255"/>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b="1" kern="1200" dirty="0" smtClean="0">
              <a:effectLst>
                <a:outerShdw blurRad="38100" dist="38100" dir="2700000" algn="tl">
                  <a:srgbClr val="000000">
                    <a:alpha val="43137"/>
                  </a:srgbClr>
                </a:outerShdw>
              </a:effectLst>
            </a:rPr>
            <a:t>Thérapeutique</a:t>
          </a:r>
          <a:r>
            <a:rPr lang="fr-FR" sz="1700" kern="1200" dirty="0" smtClean="0">
              <a:effectLst>
                <a:outerShdw blurRad="38100" dist="38100" dir="2700000" algn="tl">
                  <a:srgbClr val="000000">
                    <a:alpha val="43137"/>
                  </a:srgbClr>
                </a:outerShdw>
              </a:effectLst>
            </a:rPr>
            <a:t> </a:t>
          </a:r>
          <a:endParaRPr lang="fr-FR" sz="1700" kern="1200" dirty="0">
            <a:effectLst>
              <a:outerShdw blurRad="38100" dist="38100" dir="2700000" algn="tl">
                <a:srgbClr val="000000">
                  <a:alpha val="43137"/>
                </a:srgbClr>
              </a:outerShdw>
            </a:effectLst>
          </a:endParaRPr>
        </a:p>
      </dsp:txBody>
      <dsp:txXfrm>
        <a:off x="2474544" y="2033164"/>
        <a:ext cx="1695356" cy="822101"/>
      </dsp:txXfrm>
    </dsp:sp>
    <dsp:sp modelId="{DF0B10EA-D145-49B0-A5BA-C0D052796BF6}">
      <dsp:nvSpPr>
        <dsp:cNvPr id="0" name=""/>
        <dsp:cNvSpPr/>
      </dsp:nvSpPr>
      <dsp:spPr>
        <a:xfrm rot="19457599">
          <a:off x="4114613" y="2179816"/>
          <a:ext cx="860333" cy="26674"/>
        </a:xfrm>
        <a:custGeom>
          <a:avLst/>
          <a:gdLst/>
          <a:ahLst/>
          <a:cxnLst/>
          <a:rect l="0" t="0" r="0" b="0"/>
          <a:pathLst>
            <a:path>
              <a:moveTo>
                <a:pt x="0" y="13337"/>
              </a:moveTo>
              <a:lnTo>
                <a:pt x="860333" y="13337"/>
              </a:lnTo>
            </a:path>
          </a:pathLst>
        </a:custGeom>
        <a:noFill/>
        <a:ln w="15875" cap="rnd"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effectLst>
              <a:outerShdw blurRad="38100" dist="38100" dir="2700000" algn="tl">
                <a:srgbClr val="000000">
                  <a:alpha val="43137"/>
                </a:srgbClr>
              </a:outerShdw>
            </a:effectLst>
          </a:endParaRPr>
        </a:p>
      </dsp:txBody>
      <dsp:txXfrm>
        <a:off x="4523271" y="2171645"/>
        <a:ext cx="43016" cy="43016"/>
      </dsp:txXfrm>
    </dsp:sp>
    <dsp:sp modelId="{C8A62C80-D680-48C8-8445-599BC6EDCBDD}">
      <dsp:nvSpPr>
        <dsp:cNvPr id="0" name=""/>
        <dsp:cNvSpPr/>
      </dsp:nvSpPr>
      <dsp:spPr>
        <a:xfrm>
          <a:off x="4894082" y="1505465"/>
          <a:ext cx="1746510" cy="873255"/>
        </a:xfrm>
        <a:prstGeom prst="roundRect">
          <a:avLst>
            <a:gd name="adj" fmla="val 1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b="1" kern="1200" dirty="0" smtClean="0">
              <a:effectLst>
                <a:outerShdw blurRad="38100" dist="38100" dir="2700000" algn="tl">
                  <a:srgbClr val="000000">
                    <a:alpha val="43137"/>
                  </a:srgbClr>
                </a:outerShdw>
              </a:effectLst>
            </a:rPr>
            <a:t>Préventive  </a:t>
          </a:r>
          <a:endParaRPr lang="fr-FR" sz="1700" b="1" kern="1200" dirty="0">
            <a:effectLst>
              <a:outerShdw blurRad="38100" dist="38100" dir="2700000" algn="tl">
                <a:srgbClr val="000000">
                  <a:alpha val="43137"/>
                </a:srgbClr>
              </a:outerShdw>
            </a:effectLst>
          </a:endParaRPr>
        </a:p>
      </dsp:txBody>
      <dsp:txXfrm>
        <a:off x="4919659" y="1531042"/>
        <a:ext cx="1695356" cy="822101"/>
      </dsp:txXfrm>
    </dsp:sp>
    <dsp:sp modelId="{3FED2CAB-0A70-4427-975F-8A42919E00DA}">
      <dsp:nvSpPr>
        <dsp:cNvPr id="0" name=""/>
        <dsp:cNvSpPr/>
      </dsp:nvSpPr>
      <dsp:spPr>
        <a:xfrm rot="2142401">
          <a:off x="4114613" y="2681938"/>
          <a:ext cx="860333" cy="26674"/>
        </a:xfrm>
        <a:custGeom>
          <a:avLst/>
          <a:gdLst/>
          <a:ahLst/>
          <a:cxnLst/>
          <a:rect l="0" t="0" r="0" b="0"/>
          <a:pathLst>
            <a:path>
              <a:moveTo>
                <a:pt x="0" y="13337"/>
              </a:moveTo>
              <a:lnTo>
                <a:pt x="860333" y="13337"/>
              </a:lnTo>
            </a:path>
          </a:pathLst>
        </a:custGeom>
        <a:noFill/>
        <a:ln w="15875" cap="rnd"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effectLst>
              <a:outerShdw blurRad="38100" dist="38100" dir="2700000" algn="tl">
                <a:srgbClr val="000000">
                  <a:alpha val="43137"/>
                </a:srgbClr>
              </a:outerShdw>
            </a:effectLst>
          </a:endParaRPr>
        </a:p>
      </dsp:txBody>
      <dsp:txXfrm>
        <a:off x="4523271" y="2673767"/>
        <a:ext cx="43016" cy="43016"/>
      </dsp:txXfrm>
    </dsp:sp>
    <dsp:sp modelId="{D6013C6B-DE1F-4468-B306-E0E7B5CA099F}">
      <dsp:nvSpPr>
        <dsp:cNvPr id="0" name=""/>
        <dsp:cNvSpPr/>
      </dsp:nvSpPr>
      <dsp:spPr>
        <a:xfrm>
          <a:off x="4894082" y="2509708"/>
          <a:ext cx="1746510" cy="873255"/>
        </a:xfrm>
        <a:prstGeom prst="roundRect">
          <a:avLst>
            <a:gd name="adj" fmla="val 1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b="1" kern="1200" dirty="0" smtClean="0">
              <a:effectLst>
                <a:outerShdw blurRad="38100" dist="38100" dir="2700000" algn="tl">
                  <a:srgbClr val="000000">
                    <a:alpha val="43137"/>
                  </a:srgbClr>
                </a:outerShdw>
              </a:effectLst>
            </a:rPr>
            <a:t>Curative </a:t>
          </a:r>
          <a:endParaRPr lang="fr-FR" sz="1700" b="1" kern="1200" dirty="0">
            <a:effectLst>
              <a:outerShdw blurRad="38100" dist="38100" dir="2700000" algn="tl">
                <a:srgbClr val="000000">
                  <a:alpha val="43137"/>
                </a:srgbClr>
              </a:outerShdw>
            </a:effectLst>
          </a:endParaRPr>
        </a:p>
      </dsp:txBody>
      <dsp:txXfrm>
        <a:off x="4919659" y="2535285"/>
        <a:ext cx="1695356" cy="822101"/>
      </dsp:txXfrm>
    </dsp:sp>
    <dsp:sp modelId="{837A845D-D6EB-4C02-B885-92B74CBCA69F}">
      <dsp:nvSpPr>
        <dsp:cNvPr id="0" name=""/>
        <dsp:cNvSpPr/>
      </dsp:nvSpPr>
      <dsp:spPr>
        <a:xfrm rot="18289469">
          <a:off x="6378225" y="2430877"/>
          <a:ext cx="1223336" cy="26674"/>
        </a:xfrm>
        <a:custGeom>
          <a:avLst/>
          <a:gdLst/>
          <a:ahLst/>
          <a:cxnLst/>
          <a:rect l="0" t="0" r="0" b="0"/>
          <a:pathLst>
            <a:path>
              <a:moveTo>
                <a:pt x="0" y="13337"/>
              </a:moveTo>
              <a:lnTo>
                <a:pt x="1223336" y="13337"/>
              </a:lnTo>
            </a:path>
          </a:pathLst>
        </a:custGeom>
        <a:noFill/>
        <a:ln w="15875" cap="rnd" cmpd="sng" algn="ctr">
          <a:solidFill>
            <a:schemeClr val="accent4">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effectLst>
              <a:outerShdw blurRad="38100" dist="38100" dir="2700000" algn="tl">
                <a:srgbClr val="000000">
                  <a:alpha val="43137"/>
                </a:srgbClr>
              </a:outerShdw>
            </a:effectLst>
          </a:endParaRPr>
        </a:p>
      </dsp:txBody>
      <dsp:txXfrm>
        <a:off x="6959310" y="2413631"/>
        <a:ext cx="61166" cy="61166"/>
      </dsp:txXfrm>
    </dsp:sp>
    <dsp:sp modelId="{C4D58289-95BE-4EB7-9DB0-CDE159A0146C}">
      <dsp:nvSpPr>
        <dsp:cNvPr id="0" name=""/>
        <dsp:cNvSpPr/>
      </dsp:nvSpPr>
      <dsp:spPr>
        <a:xfrm>
          <a:off x="7339196" y="1505465"/>
          <a:ext cx="1746510" cy="873255"/>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kern="1200" dirty="0" smtClean="0">
              <a:effectLst>
                <a:outerShdw blurRad="38100" dist="38100" dir="2700000" algn="tl">
                  <a:srgbClr val="000000">
                    <a:alpha val="43137"/>
                  </a:srgbClr>
                </a:outerShdw>
              </a:effectLst>
            </a:rPr>
            <a:t>Étiologique  </a:t>
          </a:r>
          <a:endParaRPr lang="fr-FR" sz="1700" kern="1200" dirty="0">
            <a:effectLst>
              <a:outerShdw blurRad="38100" dist="38100" dir="2700000" algn="tl">
                <a:srgbClr val="000000">
                  <a:alpha val="43137"/>
                </a:srgbClr>
              </a:outerShdw>
            </a:effectLst>
          </a:endParaRPr>
        </a:p>
      </dsp:txBody>
      <dsp:txXfrm>
        <a:off x="7364773" y="1531042"/>
        <a:ext cx="1695356" cy="822101"/>
      </dsp:txXfrm>
    </dsp:sp>
    <dsp:sp modelId="{53D6B8AB-1AB3-424E-9935-0AE2188F7BF0}">
      <dsp:nvSpPr>
        <dsp:cNvPr id="0" name=""/>
        <dsp:cNvSpPr/>
      </dsp:nvSpPr>
      <dsp:spPr>
        <a:xfrm>
          <a:off x="6640592" y="2932999"/>
          <a:ext cx="698604" cy="26674"/>
        </a:xfrm>
        <a:custGeom>
          <a:avLst/>
          <a:gdLst/>
          <a:ahLst/>
          <a:cxnLst/>
          <a:rect l="0" t="0" r="0" b="0"/>
          <a:pathLst>
            <a:path>
              <a:moveTo>
                <a:pt x="0" y="13337"/>
              </a:moveTo>
              <a:lnTo>
                <a:pt x="698604" y="13337"/>
              </a:lnTo>
            </a:path>
          </a:pathLst>
        </a:custGeom>
        <a:noFill/>
        <a:ln w="15875" cap="rnd" cmpd="sng" algn="ctr">
          <a:solidFill>
            <a:schemeClr val="accent4">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effectLst>
              <a:outerShdw blurRad="38100" dist="38100" dir="2700000" algn="tl">
                <a:srgbClr val="000000">
                  <a:alpha val="43137"/>
                </a:srgbClr>
              </a:outerShdw>
            </a:effectLst>
          </a:endParaRPr>
        </a:p>
      </dsp:txBody>
      <dsp:txXfrm>
        <a:off x="6972428" y="2928871"/>
        <a:ext cx="34930" cy="34930"/>
      </dsp:txXfrm>
    </dsp:sp>
    <dsp:sp modelId="{254997AE-FD91-404E-896B-AEE893EBC79E}">
      <dsp:nvSpPr>
        <dsp:cNvPr id="0" name=""/>
        <dsp:cNvSpPr/>
      </dsp:nvSpPr>
      <dsp:spPr>
        <a:xfrm>
          <a:off x="7339196" y="2509708"/>
          <a:ext cx="1746510" cy="873255"/>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kern="1200" dirty="0" smtClean="0">
              <a:effectLst>
                <a:outerShdw blurRad="38100" dist="38100" dir="2700000" algn="tl">
                  <a:srgbClr val="000000">
                    <a:alpha val="43137"/>
                  </a:srgbClr>
                </a:outerShdw>
              </a:effectLst>
            </a:rPr>
            <a:t>Substitutive  </a:t>
          </a:r>
          <a:endParaRPr lang="fr-FR" sz="1700" kern="1200" dirty="0">
            <a:effectLst>
              <a:outerShdw blurRad="38100" dist="38100" dir="2700000" algn="tl">
                <a:srgbClr val="000000">
                  <a:alpha val="43137"/>
                </a:srgbClr>
              </a:outerShdw>
            </a:effectLst>
          </a:endParaRPr>
        </a:p>
      </dsp:txBody>
      <dsp:txXfrm>
        <a:off x="7364773" y="2535285"/>
        <a:ext cx="1695356" cy="822101"/>
      </dsp:txXfrm>
    </dsp:sp>
    <dsp:sp modelId="{9E5776C5-256B-46BC-99A6-58D39DCD5F24}">
      <dsp:nvSpPr>
        <dsp:cNvPr id="0" name=""/>
        <dsp:cNvSpPr/>
      </dsp:nvSpPr>
      <dsp:spPr>
        <a:xfrm rot="3310531">
          <a:off x="6378225" y="3435120"/>
          <a:ext cx="1223336" cy="26674"/>
        </a:xfrm>
        <a:custGeom>
          <a:avLst/>
          <a:gdLst/>
          <a:ahLst/>
          <a:cxnLst/>
          <a:rect l="0" t="0" r="0" b="0"/>
          <a:pathLst>
            <a:path>
              <a:moveTo>
                <a:pt x="0" y="13337"/>
              </a:moveTo>
              <a:lnTo>
                <a:pt x="1223336" y="13337"/>
              </a:lnTo>
            </a:path>
          </a:pathLst>
        </a:custGeom>
        <a:noFill/>
        <a:ln w="15875" cap="rnd" cmpd="sng" algn="ctr">
          <a:solidFill>
            <a:schemeClr val="accent4">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effectLst>
              <a:outerShdw blurRad="38100" dist="38100" dir="2700000" algn="tl">
                <a:srgbClr val="000000">
                  <a:alpha val="43137"/>
                </a:srgbClr>
              </a:outerShdw>
            </a:effectLst>
          </a:endParaRPr>
        </a:p>
      </dsp:txBody>
      <dsp:txXfrm>
        <a:off x="6959310" y="3417874"/>
        <a:ext cx="61166" cy="61166"/>
      </dsp:txXfrm>
    </dsp:sp>
    <dsp:sp modelId="{49BBFFCF-47FF-4DE2-98DC-80AE9F944B4E}">
      <dsp:nvSpPr>
        <dsp:cNvPr id="0" name=""/>
        <dsp:cNvSpPr/>
      </dsp:nvSpPr>
      <dsp:spPr>
        <a:xfrm>
          <a:off x="7339196" y="3513952"/>
          <a:ext cx="1746510" cy="873255"/>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kern="1200" dirty="0" smtClean="0">
              <a:effectLst>
                <a:outerShdw blurRad="38100" dist="38100" dir="2700000" algn="tl">
                  <a:srgbClr val="000000">
                    <a:alpha val="43137"/>
                  </a:srgbClr>
                </a:outerShdw>
              </a:effectLst>
            </a:rPr>
            <a:t>Symptomatique  </a:t>
          </a:r>
          <a:endParaRPr lang="fr-FR" sz="1700" kern="1200" dirty="0">
            <a:effectLst>
              <a:outerShdw blurRad="38100" dist="38100" dir="2700000" algn="tl">
                <a:srgbClr val="000000">
                  <a:alpha val="43137"/>
                </a:srgbClr>
              </a:outerShdw>
            </a:effectLst>
          </a:endParaRPr>
        </a:p>
      </dsp:txBody>
      <dsp:txXfrm>
        <a:off x="7364773" y="3539529"/>
        <a:ext cx="1695356" cy="822101"/>
      </dsp:txXfrm>
    </dsp:sp>
    <dsp:sp modelId="{F415B617-91B5-45BB-BF7C-3B99DEE46250}">
      <dsp:nvSpPr>
        <dsp:cNvPr id="0" name=""/>
        <dsp:cNvSpPr/>
      </dsp:nvSpPr>
      <dsp:spPr>
        <a:xfrm rot="2142401">
          <a:off x="1669499" y="3184059"/>
          <a:ext cx="860333" cy="26674"/>
        </a:xfrm>
        <a:custGeom>
          <a:avLst/>
          <a:gdLst/>
          <a:ahLst/>
          <a:cxnLst/>
          <a:rect l="0" t="0" r="0" b="0"/>
          <a:pathLst>
            <a:path>
              <a:moveTo>
                <a:pt x="0" y="13337"/>
              </a:moveTo>
              <a:lnTo>
                <a:pt x="860333" y="13337"/>
              </a:lnTo>
            </a:path>
          </a:pathLst>
        </a:custGeom>
        <a:noFill/>
        <a:ln w="15875"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effectLst>
              <a:outerShdw blurRad="38100" dist="38100" dir="2700000" algn="tl">
                <a:srgbClr val="000000">
                  <a:alpha val="43137"/>
                </a:srgbClr>
              </a:outerShdw>
            </a:effectLst>
          </a:endParaRPr>
        </a:p>
      </dsp:txBody>
      <dsp:txXfrm>
        <a:off x="2078157" y="3175888"/>
        <a:ext cx="43016" cy="43016"/>
      </dsp:txXfrm>
    </dsp:sp>
    <dsp:sp modelId="{BC07E546-A7CF-431D-9EEB-466C4289AC32}">
      <dsp:nvSpPr>
        <dsp:cNvPr id="0" name=""/>
        <dsp:cNvSpPr/>
      </dsp:nvSpPr>
      <dsp:spPr>
        <a:xfrm>
          <a:off x="2448967" y="3011830"/>
          <a:ext cx="1746510" cy="873255"/>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fr-FR" sz="1700" b="1" kern="1200" dirty="0" smtClean="0">
              <a:effectLst>
                <a:outerShdw blurRad="38100" dist="38100" dir="2700000" algn="tl">
                  <a:srgbClr val="000000">
                    <a:alpha val="43137"/>
                  </a:srgbClr>
                </a:outerShdw>
              </a:effectLst>
            </a:rPr>
            <a:t>Diagnostique </a:t>
          </a:r>
          <a:endParaRPr lang="fr-FR" sz="1700" b="1" kern="1200" dirty="0">
            <a:effectLst>
              <a:outerShdw blurRad="38100" dist="38100" dir="2700000" algn="tl">
                <a:srgbClr val="000000">
                  <a:alpha val="43137"/>
                </a:srgbClr>
              </a:outerShdw>
            </a:effectLst>
          </a:endParaRPr>
        </a:p>
      </dsp:txBody>
      <dsp:txXfrm>
        <a:off x="2474544" y="3037407"/>
        <a:ext cx="1695356" cy="822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B00AEE-BE9F-4574-ADC4-54D72172D1E2}">
      <dsp:nvSpPr>
        <dsp:cNvPr id="0" name=""/>
        <dsp:cNvSpPr/>
      </dsp:nvSpPr>
      <dsp:spPr>
        <a:xfrm>
          <a:off x="6314898" y="1803466"/>
          <a:ext cx="1811734" cy="1811734"/>
        </a:xfrm>
        <a:prstGeom prst="ellipse">
          <a:avLst/>
        </a:prstGeom>
        <a:solidFill>
          <a:schemeClr val="accent1">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smtClean="0">
              <a:effectLst>
                <a:outerShdw blurRad="38100" dist="38100" dir="2700000" algn="tl">
                  <a:srgbClr val="000000">
                    <a:alpha val="43137"/>
                  </a:srgbClr>
                </a:outerShdw>
              </a:effectLst>
            </a:rPr>
            <a:t>Excipients </a:t>
          </a:r>
          <a:endParaRPr lang="fr-FR" sz="1900" b="1" kern="1200" dirty="0">
            <a:effectLst>
              <a:outerShdw blurRad="38100" dist="38100" dir="2700000" algn="tl">
                <a:srgbClr val="000000">
                  <a:alpha val="43137"/>
                </a:srgbClr>
              </a:outerShdw>
            </a:effectLst>
          </a:endParaRPr>
        </a:p>
      </dsp:txBody>
      <dsp:txXfrm>
        <a:off x="6580220" y="2068788"/>
        <a:ext cx="1281090" cy="1281090"/>
      </dsp:txXfrm>
    </dsp:sp>
    <dsp:sp modelId="{C9BA2752-1019-40A2-B826-04EBF794B50B}">
      <dsp:nvSpPr>
        <dsp:cNvPr id="0" name=""/>
        <dsp:cNvSpPr/>
      </dsp:nvSpPr>
      <dsp:spPr>
        <a:xfrm>
          <a:off x="5116980" y="2183930"/>
          <a:ext cx="1050805" cy="1050805"/>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fr-FR" sz="1500" b="1" kern="1200">
            <a:effectLst>
              <a:outerShdw blurRad="38100" dist="38100" dir="2700000" algn="tl">
                <a:srgbClr val="000000">
                  <a:alpha val="43137"/>
                </a:srgbClr>
              </a:outerShdw>
            </a:effectLst>
          </a:endParaRPr>
        </a:p>
      </dsp:txBody>
      <dsp:txXfrm>
        <a:off x="5256264" y="2585758"/>
        <a:ext cx="772237" cy="247149"/>
      </dsp:txXfrm>
    </dsp:sp>
    <dsp:sp modelId="{914E5440-8A28-4319-8DF7-BA76EFD08D6F}">
      <dsp:nvSpPr>
        <dsp:cNvPr id="0" name=""/>
        <dsp:cNvSpPr/>
      </dsp:nvSpPr>
      <dsp:spPr>
        <a:xfrm>
          <a:off x="3158132" y="1803466"/>
          <a:ext cx="1811734" cy="1811734"/>
        </a:xfrm>
        <a:prstGeom prst="ellipse">
          <a:avLst/>
        </a:prstGeom>
        <a:solidFill>
          <a:schemeClr val="accent1">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smtClean="0">
              <a:effectLst>
                <a:outerShdw blurRad="38100" dist="38100" dir="2700000" algn="tl">
                  <a:srgbClr val="000000">
                    <a:alpha val="43137"/>
                  </a:srgbClr>
                </a:outerShdw>
              </a:effectLst>
            </a:rPr>
            <a:t>Principe(s) Actif(s)</a:t>
          </a:r>
          <a:endParaRPr lang="fr-FR" sz="1900" b="1" kern="1200" dirty="0">
            <a:effectLst>
              <a:outerShdw blurRad="38100" dist="38100" dir="2700000" algn="tl">
                <a:srgbClr val="000000">
                  <a:alpha val="43137"/>
                </a:srgbClr>
              </a:outerShdw>
            </a:effectLst>
          </a:endParaRPr>
        </a:p>
      </dsp:txBody>
      <dsp:txXfrm>
        <a:off x="3423454" y="2068788"/>
        <a:ext cx="1281090" cy="1281090"/>
      </dsp:txXfrm>
    </dsp:sp>
    <dsp:sp modelId="{1FBCFB71-FCA3-4337-A98F-A5D277E5890F}">
      <dsp:nvSpPr>
        <dsp:cNvPr id="0" name=""/>
        <dsp:cNvSpPr/>
      </dsp:nvSpPr>
      <dsp:spPr>
        <a:xfrm>
          <a:off x="1960214" y="2183930"/>
          <a:ext cx="1050805" cy="1050805"/>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fr-FR" sz="1500" b="1" kern="1200">
            <a:effectLst>
              <a:outerShdw blurRad="38100" dist="38100" dir="2700000" algn="tl">
                <a:srgbClr val="000000">
                  <a:alpha val="43137"/>
                </a:srgbClr>
              </a:outerShdw>
            </a:effectLst>
          </a:endParaRPr>
        </a:p>
      </dsp:txBody>
      <dsp:txXfrm>
        <a:off x="2099498" y="2400396"/>
        <a:ext cx="772237" cy="617873"/>
      </dsp:txXfrm>
    </dsp:sp>
    <dsp:sp modelId="{FDAD6153-9B72-4049-B1E1-28D943C16205}">
      <dsp:nvSpPr>
        <dsp:cNvPr id="0" name=""/>
        <dsp:cNvSpPr/>
      </dsp:nvSpPr>
      <dsp:spPr>
        <a:xfrm>
          <a:off x="1366" y="1803466"/>
          <a:ext cx="1811734" cy="181173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smtClean="0">
              <a:effectLst/>
            </a:rPr>
            <a:t>Médicament</a:t>
          </a:r>
          <a:r>
            <a:rPr lang="fr-FR" sz="1900" b="1" kern="1200" dirty="0" smtClean="0">
              <a:effectLst>
                <a:outerShdw blurRad="38100" dist="38100" dir="2700000" algn="tl">
                  <a:srgbClr val="000000">
                    <a:alpha val="43137"/>
                  </a:srgbClr>
                </a:outerShdw>
              </a:effectLst>
            </a:rPr>
            <a:t> </a:t>
          </a:r>
          <a:endParaRPr lang="fr-FR" sz="1900" b="1" kern="1200" dirty="0">
            <a:effectLst>
              <a:outerShdw blurRad="38100" dist="38100" dir="2700000" algn="tl">
                <a:srgbClr val="000000">
                  <a:alpha val="43137"/>
                </a:srgbClr>
              </a:outerShdw>
            </a:effectLst>
          </a:endParaRPr>
        </a:p>
      </dsp:txBody>
      <dsp:txXfrm>
        <a:off x="89808" y="1891908"/>
        <a:ext cx="1634850" cy="16348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6530D1-20D7-4D0F-9EDF-D2B11511F351}">
      <dsp:nvSpPr>
        <dsp:cNvPr id="0" name=""/>
        <dsp:cNvSpPr/>
      </dsp:nvSpPr>
      <dsp:spPr>
        <a:xfrm>
          <a:off x="1483044" y="1021075"/>
          <a:ext cx="1321228" cy="589202"/>
        </a:xfrm>
        <a:custGeom>
          <a:avLst/>
          <a:gdLst/>
          <a:ahLst/>
          <a:cxnLst/>
          <a:rect l="0" t="0" r="0" b="0"/>
          <a:pathLst>
            <a:path>
              <a:moveTo>
                <a:pt x="1321228" y="0"/>
              </a:moveTo>
              <a:lnTo>
                <a:pt x="1321228" y="351255"/>
              </a:lnTo>
              <a:lnTo>
                <a:pt x="0" y="351255"/>
              </a:lnTo>
              <a:lnTo>
                <a:pt x="0" y="589202"/>
              </a:lnTo>
            </a:path>
          </a:pathLst>
        </a:custGeom>
        <a:noFill/>
        <a:ln w="15875"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DBC445F-92FE-41F0-9A0E-010AA4BD47F4}">
      <dsp:nvSpPr>
        <dsp:cNvPr id="0" name=""/>
        <dsp:cNvSpPr/>
      </dsp:nvSpPr>
      <dsp:spPr>
        <a:xfrm>
          <a:off x="1483044" y="2630050"/>
          <a:ext cx="2642457" cy="589202"/>
        </a:xfrm>
        <a:custGeom>
          <a:avLst/>
          <a:gdLst/>
          <a:ahLst/>
          <a:cxnLst/>
          <a:rect l="0" t="0" r="0" b="0"/>
          <a:pathLst>
            <a:path>
              <a:moveTo>
                <a:pt x="2642457" y="0"/>
              </a:moveTo>
              <a:lnTo>
                <a:pt x="2642457" y="351255"/>
              </a:lnTo>
              <a:lnTo>
                <a:pt x="0" y="351255"/>
              </a:lnTo>
              <a:lnTo>
                <a:pt x="0" y="589202"/>
              </a:lnTo>
            </a:path>
          </a:pathLst>
        </a:custGeom>
        <a:noFill/>
        <a:ln w="15875" cap="rnd"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893346D9-18F4-4754-8BDD-BE4CE8F8D988}">
      <dsp:nvSpPr>
        <dsp:cNvPr id="0" name=""/>
        <dsp:cNvSpPr/>
      </dsp:nvSpPr>
      <dsp:spPr>
        <a:xfrm>
          <a:off x="4079782" y="2630050"/>
          <a:ext cx="91440" cy="589202"/>
        </a:xfrm>
        <a:custGeom>
          <a:avLst/>
          <a:gdLst/>
          <a:ahLst/>
          <a:cxnLst/>
          <a:rect l="0" t="0" r="0" b="0"/>
          <a:pathLst>
            <a:path>
              <a:moveTo>
                <a:pt x="45720" y="0"/>
              </a:moveTo>
              <a:lnTo>
                <a:pt x="45720" y="589202"/>
              </a:lnTo>
            </a:path>
          </a:pathLst>
        </a:custGeom>
        <a:noFill/>
        <a:ln w="15875" cap="rnd"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7DF9611B-FDDA-4820-91B0-DBE5765D9C39}">
      <dsp:nvSpPr>
        <dsp:cNvPr id="0" name=""/>
        <dsp:cNvSpPr/>
      </dsp:nvSpPr>
      <dsp:spPr>
        <a:xfrm>
          <a:off x="4125502" y="2630050"/>
          <a:ext cx="2642457" cy="589202"/>
        </a:xfrm>
        <a:custGeom>
          <a:avLst/>
          <a:gdLst/>
          <a:ahLst/>
          <a:cxnLst/>
          <a:rect l="0" t="0" r="0" b="0"/>
          <a:pathLst>
            <a:path>
              <a:moveTo>
                <a:pt x="0" y="0"/>
              </a:moveTo>
              <a:lnTo>
                <a:pt x="0" y="351255"/>
              </a:lnTo>
              <a:lnTo>
                <a:pt x="2642457" y="351255"/>
              </a:lnTo>
              <a:lnTo>
                <a:pt x="2642457" y="589202"/>
              </a:lnTo>
            </a:path>
          </a:pathLst>
        </a:custGeom>
        <a:noFill/>
        <a:ln w="15875" cap="rnd"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56EE887-6C51-47D6-8CC7-6E274C3C07CE}">
      <dsp:nvSpPr>
        <dsp:cNvPr id="0" name=""/>
        <dsp:cNvSpPr/>
      </dsp:nvSpPr>
      <dsp:spPr>
        <a:xfrm>
          <a:off x="2804273" y="1021075"/>
          <a:ext cx="1321228" cy="589202"/>
        </a:xfrm>
        <a:custGeom>
          <a:avLst/>
          <a:gdLst/>
          <a:ahLst/>
          <a:cxnLst/>
          <a:rect l="0" t="0" r="0" b="0"/>
          <a:pathLst>
            <a:path>
              <a:moveTo>
                <a:pt x="0" y="0"/>
              </a:moveTo>
              <a:lnTo>
                <a:pt x="0" y="351255"/>
              </a:lnTo>
              <a:lnTo>
                <a:pt x="1321228" y="351255"/>
              </a:lnTo>
              <a:lnTo>
                <a:pt x="1321228" y="589202"/>
              </a:lnTo>
            </a:path>
          </a:pathLst>
        </a:custGeom>
        <a:noFill/>
        <a:ln w="15875"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F384F79-C6B6-48E0-9B0B-89188E8B4C97}">
      <dsp:nvSpPr>
        <dsp:cNvPr id="0" name=""/>
        <dsp:cNvSpPr/>
      </dsp:nvSpPr>
      <dsp:spPr>
        <a:xfrm>
          <a:off x="1819472" y="1302"/>
          <a:ext cx="1969602" cy="1019773"/>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4605" tIns="14605" rIns="14605" bIns="143901" numCol="1" spcCol="1270" anchor="ctr" anchorCtr="0">
          <a:noAutofit/>
        </a:bodyPr>
        <a:lstStyle/>
        <a:p>
          <a:pPr lvl="0" algn="ctr" defTabSz="1022350">
            <a:lnSpc>
              <a:spcPct val="90000"/>
            </a:lnSpc>
            <a:spcBef>
              <a:spcPct val="0"/>
            </a:spcBef>
            <a:spcAft>
              <a:spcPct val="35000"/>
            </a:spcAft>
          </a:pPr>
          <a:r>
            <a:rPr lang="fr-FR" sz="2300" b="1" kern="1200" dirty="0" smtClean="0">
              <a:effectLst>
                <a:outerShdw blurRad="38100" dist="38100" dir="2700000" algn="tl">
                  <a:srgbClr val="000000">
                    <a:alpha val="43137"/>
                  </a:srgbClr>
                </a:outerShdw>
              </a:effectLst>
            </a:rPr>
            <a:t>Classification </a:t>
          </a:r>
          <a:endParaRPr lang="fr-FR" sz="2300" b="1" kern="1200" dirty="0">
            <a:effectLst>
              <a:outerShdw blurRad="38100" dist="38100" dir="2700000" algn="tl">
                <a:srgbClr val="000000">
                  <a:alpha val="43137"/>
                </a:srgbClr>
              </a:outerShdw>
            </a:effectLst>
          </a:endParaRPr>
        </a:p>
      </dsp:txBody>
      <dsp:txXfrm>
        <a:off x="1819472" y="1302"/>
        <a:ext cx="1969602" cy="1019773"/>
      </dsp:txXfrm>
    </dsp:sp>
    <dsp:sp modelId="{3903DB6F-9CED-422E-86A1-B30B45390D1C}">
      <dsp:nvSpPr>
        <dsp:cNvPr id="0" name=""/>
        <dsp:cNvSpPr/>
      </dsp:nvSpPr>
      <dsp:spPr>
        <a:xfrm>
          <a:off x="2213392" y="794459"/>
          <a:ext cx="1772642" cy="339924"/>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880" tIns="13970" rIns="55880" bIns="13970" numCol="1" spcCol="1270" anchor="ctr" anchorCtr="0">
          <a:noAutofit/>
        </a:bodyPr>
        <a:lstStyle/>
        <a:p>
          <a:pPr lvl="0" algn="r" defTabSz="977900">
            <a:lnSpc>
              <a:spcPct val="90000"/>
            </a:lnSpc>
            <a:spcBef>
              <a:spcPct val="0"/>
            </a:spcBef>
            <a:spcAft>
              <a:spcPct val="35000"/>
            </a:spcAft>
          </a:pPr>
          <a:endParaRPr lang="fr-FR" sz="2200" kern="1200">
            <a:effectLst>
              <a:outerShdw blurRad="38100" dist="38100" dir="2700000" algn="tl">
                <a:srgbClr val="000000">
                  <a:alpha val="43137"/>
                </a:srgbClr>
              </a:outerShdw>
            </a:effectLst>
          </a:endParaRPr>
        </a:p>
      </dsp:txBody>
      <dsp:txXfrm>
        <a:off x="2213392" y="794459"/>
        <a:ext cx="1772642" cy="339924"/>
      </dsp:txXfrm>
    </dsp:sp>
    <dsp:sp modelId="{6C96025B-66F0-426F-A32C-8015AB95EAF2}">
      <dsp:nvSpPr>
        <dsp:cNvPr id="0" name=""/>
        <dsp:cNvSpPr/>
      </dsp:nvSpPr>
      <dsp:spPr>
        <a:xfrm>
          <a:off x="3140700" y="1610277"/>
          <a:ext cx="1969602" cy="1019773"/>
        </a:xfrm>
        <a:prstGeom prst="rect">
          <a:avLst/>
        </a:prstGeom>
        <a:solidFill>
          <a:schemeClr val="accent2">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605" tIns="14605" rIns="14605" bIns="143901" numCol="1" spcCol="1270" anchor="ctr" anchorCtr="0">
          <a:noAutofit/>
        </a:bodyPr>
        <a:lstStyle/>
        <a:p>
          <a:pPr lvl="0" algn="ctr" defTabSz="1022350">
            <a:lnSpc>
              <a:spcPct val="90000"/>
            </a:lnSpc>
            <a:spcBef>
              <a:spcPct val="0"/>
            </a:spcBef>
            <a:spcAft>
              <a:spcPct val="35000"/>
            </a:spcAft>
          </a:pPr>
          <a:r>
            <a:rPr lang="fr-FR" sz="2300" b="1" kern="1200" dirty="0" smtClean="0">
              <a:effectLst>
                <a:outerShdw blurRad="38100" dist="38100" dir="2700000" algn="tl">
                  <a:srgbClr val="000000">
                    <a:alpha val="43137"/>
                  </a:srgbClr>
                </a:outerShdw>
              </a:effectLst>
            </a:rPr>
            <a:t>Médicament listé </a:t>
          </a:r>
          <a:r>
            <a:rPr lang="fr-FR" sz="2300" kern="1200" dirty="0" smtClean="0">
              <a:effectLst>
                <a:outerShdw blurRad="38100" dist="38100" dir="2700000" algn="tl">
                  <a:srgbClr val="000000">
                    <a:alpha val="43137"/>
                  </a:srgbClr>
                </a:outerShdw>
              </a:effectLst>
            </a:rPr>
            <a:t> </a:t>
          </a:r>
          <a:endParaRPr lang="fr-FR" sz="2300" kern="1200" dirty="0">
            <a:effectLst>
              <a:outerShdw blurRad="38100" dist="38100" dir="2700000" algn="tl">
                <a:srgbClr val="000000">
                  <a:alpha val="43137"/>
                </a:srgbClr>
              </a:outerShdw>
            </a:effectLst>
          </a:endParaRPr>
        </a:p>
      </dsp:txBody>
      <dsp:txXfrm>
        <a:off x="3140700" y="1610277"/>
        <a:ext cx="1969602" cy="1019773"/>
      </dsp:txXfrm>
    </dsp:sp>
    <dsp:sp modelId="{7F632E8F-B95C-499C-B794-C91275892C4F}">
      <dsp:nvSpPr>
        <dsp:cNvPr id="0" name=""/>
        <dsp:cNvSpPr/>
      </dsp:nvSpPr>
      <dsp:spPr>
        <a:xfrm>
          <a:off x="3534621" y="2403434"/>
          <a:ext cx="1772642" cy="339924"/>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5560" tIns="8890" rIns="35560" bIns="8890" numCol="1" spcCol="1270" anchor="ctr" anchorCtr="0">
          <a:noAutofit/>
        </a:bodyPr>
        <a:lstStyle/>
        <a:p>
          <a:pPr lvl="0" algn="r" defTabSz="622300">
            <a:lnSpc>
              <a:spcPct val="90000"/>
            </a:lnSpc>
            <a:spcBef>
              <a:spcPct val="0"/>
            </a:spcBef>
            <a:spcAft>
              <a:spcPct val="35000"/>
            </a:spcAft>
          </a:pPr>
          <a:r>
            <a:rPr lang="fr-FR" sz="1400" kern="1200" dirty="0" smtClean="0">
              <a:effectLst>
                <a:outerShdw blurRad="38100" dist="38100" dir="2700000" algn="tl">
                  <a:srgbClr val="000000">
                    <a:alpha val="43137"/>
                  </a:srgbClr>
                </a:outerShdw>
              </a:effectLst>
            </a:rPr>
            <a:t>Avec ordonnance </a:t>
          </a:r>
          <a:endParaRPr lang="fr-FR" sz="1400" kern="1200" dirty="0">
            <a:effectLst>
              <a:outerShdw blurRad="38100" dist="38100" dir="2700000" algn="tl">
                <a:srgbClr val="000000">
                  <a:alpha val="43137"/>
                </a:srgbClr>
              </a:outerShdw>
            </a:effectLst>
          </a:endParaRPr>
        </a:p>
      </dsp:txBody>
      <dsp:txXfrm>
        <a:off x="3534621" y="2403434"/>
        <a:ext cx="1772642" cy="339924"/>
      </dsp:txXfrm>
    </dsp:sp>
    <dsp:sp modelId="{EB0D63A7-BD7D-48D9-AD07-30AF9C34C4EE}">
      <dsp:nvSpPr>
        <dsp:cNvPr id="0" name=""/>
        <dsp:cNvSpPr/>
      </dsp:nvSpPr>
      <dsp:spPr>
        <a:xfrm>
          <a:off x="5783158" y="3219253"/>
          <a:ext cx="1969602" cy="1019773"/>
        </a:xfrm>
        <a:prstGeom prst="rect">
          <a:avLst/>
        </a:prstGeom>
        <a:solidFill>
          <a:schemeClr val="accent3">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605" tIns="14605" rIns="14605" bIns="143901" numCol="1" spcCol="1270" anchor="ctr" anchorCtr="0">
          <a:noAutofit/>
        </a:bodyPr>
        <a:lstStyle/>
        <a:p>
          <a:pPr lvl="0" algn="ctr" defTabSz="1022350">
            <a:lnSpc>
              <a:spcPct val="90000"/>
            </a:lnSpc>
            <a:spcBef>
              <a:spcPct val="0"/>
            </a:spcBef>
            <a:spcAft>
              <a:spcPct val="35000"/>
            </a:spcAft>
          </a:pPr>
          <a:r>
            <a:rPr lang="fr-FR" sz="2300" b="1" kern="1200" dirty="0" smtClean="0">
              <a:effectLst>
                <a:outerShdw blurRad="38100" dist="38100" dir="2700000" algn="tl">
                  <a:srgbClr val="000000">
                    <a:alpha val="43137"/>
                  </a:srgbClr>
                </a:outerShdw>
              </a:effectLst>
            </a:rPr>
            <a:t>liste des stupéfiants </a:t>
          </a:r>
          <a:endParaRPr lang="fr-FR" sz="2300" b="1" kern="1200" dirty="0">
            <a:effectLst>
              <a:outerShdw blurRad="38100" dist="38100" dir="2700000" algn="tl">
                <a:srgbClr val="000000">
                  <a:alpha val="43137"/>
                </a:srgbClr>
              </a:outerShdw>
            </a:effectLst>
          </a:endParaRPr>
        </a:p>
      </dsp:txBody>
      <dsp:txXfrm>
        <a:off x="5783158" y="3219253"/>
        <a:ext cx="1969602" cy="1019773"/>
      </dsp:txXfrm>
    </dsp:sp>
    <dsp:sp modelId="{001B10CB-C836-4CD8-8958-31817BA13FCE}">
      <dsp:nvSpPr>
        <dsp:cNvPr id="0" name=""/>
        <dsp:cNvSpPr/>
      </dsp:nvSpPr>
      <dsp:spPr>
        <a:xfrm>
          <a:off x="6177078" y="4012410"/>
          <a:ext cx="1772642" cy="339924"/>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lvl="0" algn="ctr" defTabSz="711200">
            <a:lnSpc>
              <a:spcPct val="90000"/>
            </a:lnSpc>
            <a:spcBef>
              <a:spcPct val="0"/>
            </a:spcBef>
            <a:spcAft>
              <a:spcPct val="35000"/>
            </a:spcAft>
          </a:pPr>
          <a:r>
            <a:rPr lang="fr-FR" sz="1600" kern="1200" dirty="0" smtClean="0">
              <a:effectLst/>
            </a:rPr>
            <a:t>Tableau B</a:t>
          </a:r>
          <a:endParaRPr lang="fr-FR" sz="1600" kern="1200" dirty="0">
            <a:effectLst/>
          </a:endParaRPr>
        </a:p>
      </dsp:txBody>
      <dsp:txXfrm>
        <a:off x="6177078" y="4012410"/>
        <a:ext cx="1772642" cy="339924"/>
      </dsp:txXfrm>
    </dsp:sp>
    <dsp:sp modelId="{BD1449A7-666E-4193-84C7-E99D6AA51A19}">
      <dsp:nvSpPr>
        <dsp:cNvPr id="0" name=""/>
        <dsp:cNvSpPr/>
      </dsp:nvSpPr>
      <dsp:spPr>
        <a:xfrm>
          <a:off x="3140700" y="3219253"/>
          <a:ext cx="1969602" cy="1019773"/>
        </a:xfrm>
        <a:prstGeom prst="rect">
          <a:avLst/>
        </a:prstGeom>
        <a:solidFill>
          <a:schemeClr val="accent4">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605" tIns="14605" rIns="14605" bIns="143901" numCol="1" spcCol="1270" anchor="ctr" anchorCtr="0">
          <a:noAutofit/>
        </a:bodyPr>
        <a:lstStyle/>
        <a:p>
          <a:pPr lvl="0" algn="ctr" defTabSz="1022350">
            <a:lnSpc>
              <a:spcPct val="90000"/>
            </a:lnSpc>
            <a:spcBef>
              <a:spcPct val="0"/>
            </a:spcBef>
            <a:spcAft>
              <a:spcPct val="35000"/>
            </a:spcAft>
          </a:pPr>
          <a:r>
            <a:rPr lang="fr-FR" sz="2300" b="1" kern="1200" dirty="0" smtClean="0">
              <a:effectLst>
                <a:outerShdw blurRad="38100" dist="38100" dir="2700000" algn="tl">
                  <a:srgbClr val="000000">
                    <a:alpha val="43137"/>
                  </a:srgbClr>
                </a:outerShdw>
              </a:effectLst>
            </a:rPr>
            <a:t>Liste II </a:t>
          </a:r>
        </a:p>
      </dsp:txBody>
      <dsp:txXfrm>
        <a:off x="3140700" y="3219253"/>
        <a:ext cx="1969602" cy="1019773"/>
      </dsp:txXfrm>
    </dsp:sp>
    <dsp:sp modelId="{6576418E-D800-4047-AB23-95B717D9D905}">
      <dsp:nvSpPr>
        <dsp:cNvPr id="0" name=""/>
        <dsp:cNvSpPr/>
      </dsp:nvSpPr>
      <dsp:spPr>
        <a:xfrm>
          <a:off x="3534621" y="4012410"/>
          <a:ext cx="1772642" cy="339924"/>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lvl="0" algn="ctr" defTabSz="711200">
            <a:lnSpc>
              <a:spcPct val="90000"/>
            </a:lnSpc>
            <a:spcBef>
              <a:spcPct val="0"/>
            </a:spcBef>
            <a:spcAft>
              <a:spcPct val="35000"/>
            </a:spcAft>
          </a:pPr>
          <a:r>
            <a:rPr lang="fr-FR" sz="1600" kern="1200" dirty="0" smtClean="0">
              <a:effectLst/>
            </a:rPr>
            <a:t>Tableau C </a:t>
          </a:r>
          <a:endParaRPr lang="fr-FR" sz="1600" kern="1200" dirty="0">
            <a:effectLst/>
          </a:endParaRPr>
        </a:p>
      </dsp:txBody>
      <dsp:txXfrm>
        <a:off x="3534621" y="4012410"/>
        <a:ext cx="1772642" cy="339924"/>
      </dsp:txXfrm>
    </dsp:sp>
    <dsp:sp modelId="{146A8E79-678C-4AD2-802B-568668059824}">
      <dsp:nvSpPr>
        <dsp:cNvPr id="0" name=""/>
        <dsp:cNvSpPr/>
      </dsp:nvSpPr>
      <dsp:spPr>
        <a:xfrm>
          <a:off x="498243" y="3219253"/>
          <a:ext cx="1969602" cy="1019773"/>
        </a:xfrm>
        <a:prstGeom prst="rect">
          <a:avLst/>
        </a:prstGeom>
        <a:solidFill>
          <a:schemeClr val="accent5">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605" tIns="14605" rIns="14605" bIns="143901" numCol="1" spcCol="1270" anchor="ctr" anchorCtr="0">
          <a:noAutofit/>
        </a:bodyPr>
        <a:lstStyle/>
        <a:p>
          <a:pPr lvl="0" algn="ctr" defTabSz="1022350">
            <a:lnSpc>
              <a:spcPct val="90000"/>
            </a:lnSpc>
            <a:spcBef>
              <a:spcPct val="0"/>
            </a:spcBef>
            <a:spcAft>
              <a:spcPct val="35000"/>
            </a:spcAft>
          </a:pPr>
          <a:r>
            <a:rPr lang="fr-FR" sz="2300" b="1" kern="1200" dirty="0" smtClean="0">
              <a:effectLst>
                <a:outerShdw blurRad="38100" dist="38100" dir="2700000" algn="tl">
                  <a:srgbClr val="000000">
                    <a:alpha val="43137"/>
                  </a:srgbClr>
                </a:outerShdw>
              </a:effectLst>
            </a:rPr>
            <a:t>Liste I </a:t>
          </a:r>
          <a:endParaRPr lang="fr-FR" sz="2300" b="1" kern="1200" dirty="0">
            <a:effectLst>
              <a:outerShdw blurRad="38100" dist="38100" dir="2700000" algn="tl">
                <a:srgbClr val="000000">
                  <a:alpha val="43137"/>
                </a:srgbClr>
              </a:outerShdw>
            </a:effectLst>
          </a:endParaRPr>
        </a:p>
      </dsp:txBody>
      <dsp:txXfrm>
        <a:off x="498243" y="3219253"/>
        <a:ext cx="1969602" cy="1019773"/>
      </dsp:txXfrm>
    </dsp:sp>
    <dsp:sp modelId="{649B5425-A8EC-4B87-B518-FB42A85A84CF}">
      <dsp:nvSpPr>
        <dsp:cNvPr id="0" name=""/>
        <dsp:cNvSpPr/>
      </dsp:nvSpPr>
      <dsp:spPr>
        <a:xfrm>
          <a:off x="892164" y="4012410"/>
          <a:ext cx="1772642" cy="339924"/>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lvl="0" algn="ctr" defTabSz="711200">
            <a:lnSpc>
              <a:spcPct val="90000"/>
            </a:lnSpc>
            <a:spcBef>
              <a:spcPct val="0"/>
            </a:spcBef>
            <a:spcAft>
              <a:spcPct val="35000"/>
            </a:spcAft>
          </a:pPr>
          <a:r>
            <a:rPr lang="fr-FR" sz="1600" kern="1200" dirty="0" smtClean="0">
              <a:effectLst/>
            </a:rPr>
            <a:t>Tableau A </a:t>
          </a:r>
          <a:endParaRPr lang="fr-FR" sz="1600" kern="1200" dirty="0">
            <a:effectLst/>
          </a:endParaRPr>
        </a:p>
      </dsp:txBody>
      <dsp:txXfrm>
        <a:off x="892164" y="4012410"/>
        <a:ext cx="1772642" cy="339924"/>
      </dsp:txXfrm>
    </dsp:sp>
    <dsp:sp modelId="{D08684BD-B917-4D99-8EE1-1FD833FD1CBE}">
      <dsp:nvSpPr>
        <dsp:cNvPr id="0" name=""/>
        <dsp:cNvSpPr/>
      </dsp:nvSpPr>
      <dsp:spPr>
        <a:xfrm>
          <a:off x="498243" y="1610277"/>
          <a:ext cx="1969602" cy="1019773"/>
        </a:xfrm>
        <a:prstGeom prst="rect">
          <a:avLst/>
        </a:prstGeom>
        <a:solidFill>
          <a:schemeClr val="accent6">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605" tIns="14605" rIns="14605" bIns="143901" numCol="1" spcCol="1270" anchor="ctr" anchorCtr="0">
          <a:noAutofit/>
        </a:bodyPr>
        <a:lstStyle/>
        <a:p>
          <a:pPr lvl="0" algn="ctr" defTabSz="1022350">
            <a:lnSpc>
              <a:spcPct val="90000"/>
            </a:lnSpc>
            <a:spcBef>
              <a:spcPct val="0"/>
            </a:spcBef>
            <a:spcAft>
              <a:spcPct val="35000"/>
            </a:spcAft>
          </a:pPr>
          <a:r>
            <a:rPr lang="fr-FR" sz="2300" b="1" kern="1200" dirty="0" smtClean="0">
              <a:effectLst>
                <a:outerShdw blurRad="38100" dist="38100" dir="2700000" algn="tl">
                  <a:srgbClr val="000000">
                    <a:alpha val="43137"/>
                  </a:srgbClr>
                </a:outerShdw>
              </a:effectLst>
            </a:rPr>
            <a:t>Médicament non listé  </a:t>
          </a:r>
          <a:endParaRPr lang="fr-FR" sz="2300" b="1" kern="1200" dirty="0">
            <a:effectLst>
              <a:outerShdw blurRad="38100" dist="38100" dir="2700000" algn="tl">
                <a:srgbClr val="000000">
                  <a:alpha val="43137"/>
                </a:srgbClr>
              </a:outerShdw>
            </a:effectLst>
          </a:endParaRPr>
        </a:p>
      </dsp:txBody>
      <dsp:txXfrm>
        <a:off x="498243" y="1610277"/>
        <a:ext cx="1969602" cy="1019773"/>
      </dsp:txXfrm>
    </dsp:sp>
    <dsp:sp modelId="{D8AAC93C-CCD1-4242-8C93-09E1B5BA78EA}">
      <dsp:nvSpPr>
        <dsp:cNvPr id="0" name=""/>
        <dsp:cNvSpPr/>
      </dsp:nvSpPr>
      <dsp:spPr>
        <a:xfrm>
          <a:off x="892164" y="2403434"/>
          <a:ext cx="1772642" cy="339924"/>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lvl="0" algn="r" defTabSz="666750">
            <a:lnSpc>
              <a:spcPct val="90000"/>
            </a:lnSpc>
            <a:spcBef>
              <a:spcPct val="0"/>
            </a:spcBef>
            <a:spcAft>
              <a:spcPct val="35000"/>
            </a:spcAft>
          </a:pPr>
          <a:r>
            <a:rPr lang="fr-FR" sz="1500" kern="1200" dirty="0" smtClean="0">
              <a:effectLst>
                <a:outerShdw blurRad="38100" dist="38100" dir="2700000" algn="tl">
                  <a:srgbClr val="000000">
                    <a:alpha val="43137"/>
                  </a:srgbClr>
                </a:outerShdw>
              </a:effectLst>
            </a:rPr>
            <a:t>Sans ordonnance </a:t>
          </a:r>
          <a:endParaRPr lang="fr-FR" sz="1500" kern="1200" dirty="0">
            <a:effectLst>
              <a:outerShdw blurRad="38100" dist="38100" dir="2700000" algn="tl">
                <a:srgbClr val="000000">
                  <a:alpha val="43137"/>
                </a:srgbClr>
              </a:outerShdw>
            </a:effectLst>
          </a:endParaRPr>
        </a:p>
      </dsp:txBody>
      <dsp:txXfrm>
        <a:off x="892164" y="2403434"/>
        <a:ext cx="1772642" cy="3399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E676F9AB-7064-4D59-BB24-EA76E31F404A}" type="datetimeFigureOut">
              <a:rPr lang="fr-FR"/>
              <a:pPr>
                <a:defRPr/>
              </a:pPr>
              <a:t>12/10/2024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noProof="0" smtClean="0"/>
              <a:t>Modifiez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endParaRPr lang="fr-FR" noProof="0"/>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7A18CF0E-D4F1-42AE-8175-75D7BDFC4E37}" type="slidenum">
              <a:rPr lang="fr-FR"/>
              <a:pPr>
                <a:defRPr/>
              </a:pPr>
              <a:t>‹N°›</a:t>
            </a:fld>
            <a:endParaRPr lang="fr-FR"/>
          </a:p>
        </p:txBody>
      </p:sp>
    </p:spTree>
    <p:extLst>
      <p:ext uri="{BB962C8B-B14F-4D97-AF65-F5344CB8AC3E}">
        <p14:creationId xmlns="" xmlns:p14="http://schemas.microsoft.com/office/powerpoint/2010/main" val="298462559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Produit de contraste : produit</a:t>
            </a:r>
            <a:r>
              <a:rPr lang="fr-FR" baseline="0" dirty="0" smtClean="0"/>
              <a:t> qui augmente artificiellement le contraste permettant de  visualiser une structure anatomique </a:t>
            </a:r>
            <a:endParaRPr lang="fr-FR" dirty="0"/>
          </a:p>
        </p:txBody>
      </p:sp>
      <p:sp>
        <p:nvSpPr>
          <p:cNvPr id="4" name="Espace réservé du numéro de diapositive 3"/>
          <p:cNvSpPr>
            <a:spLocks noGrp="1"/>
          </p:cNvSpPr>
          <p:nvPr>
            <p:ph type="sldNum" sz="quarter" idx="10"/>
          </p:nvPr>
        </p:nvSpPr>
        <p:spPr/>
        <p:txBody>
          <a:bodyPr/>
          <a:lstStyle/>
          <a:p>
            <a:pPr>
              <a:defRPr/>
            </a:pPr>
            <a:fld id="{7A18CF0E-D4F1-42AE-8175-75D7BDFC4E37}" type="slidenum">
              <a:rPr lang="fr-FR" smtClean="0"/>
              <a:pPr>
                <a:defRPr/>
              </a:pPr>
              <a:t>6</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4035" name="Espace réservé des commentaires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fr-FR" smtClean="0"/>
              <a:t>Remarque : MÉDICAMENTS GÉNÉRIQUES</a:t>
            </a:r>
          </a:p>
        </p:txBody>
      </p:sp>
      <p:sp>
        <p:nvSpPr>
          <p:cNvPr id="44036" name="Espace réservé du numéro de diapositive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67D987B5-7FE5-4739-B20E-69222F106F4D}" type="slidenum">
              <a:rPr lang="fr-FR">
                <a:solidFill>
                  <a:srgbClr val="000000"/>
                </a:solidFill>
                <a:latin typeface="Calibri" panose="020F0502020204030204" pitchFamily="34" charset="0"/>
              </a:rPr>
              <a:pPr fontAlgn="base">
                <a:spcBef>
                  <a:spcPct val="0"/>
                </a:spcBef>
                <a:spcAft>
                  <a:spcPct val="0"/>
                </a:spcAft>
              </a:pPr>
              <a:t>11</a:t>
            </a:fld>
            <a:endParaRPr lang="fr-FR">
              <a:solidFill>
                <a:srgbClr val="000000"/>
              </a:solidFill>
              <a:latin typeface="Calibri" panose="020F0502020204030204" pitchFamily="34" charset="0"/>
            </a:endParaRPr>
          </a:p>
        </p:txBody>
      </p:sp>
    </p:spTree>
    <p:extLst>
      <p:ext uri="{BB962C8B-B14F-4D97-AF65-F5344CB8AC3E}">
        <p14:creationId xmlns="" xmlns:p14="http://schemas.microsoft.com/office/powerpoint/2010/main" val="370346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6083" name="Espace réservé des commentaires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sz="1200" b="0" i="0" kern="1200" dirty="0" smtClean="0">
                <a:solidFill>
                  <a:schemeClr val="tx1"/>
                </a:solidFill>
                <a:latin typeface="+mn-lt"/>
                <a:ea typeface="+mn-ea"/>
                <a:cs typeface="+mn-cs"/>
              </a:rPr>
              <a:t>es </a:t>
            </a:r>
            <a:r>
              <a:rPr lang="fr-FR" sz="1200" b="1" i="0" kern="1200" dirty="0" smtClean="0">
                <a:solidFill>
                  <a:schemeClr val="tx1"/>
                </a:solidFill>
                <a:latin typeface="+mn-lt"/>
                <a:ea typeface="+mn-ea"/>
                <a:cs typeface="+mn-cs"/>
              </a:rPr>
              <a:t>médicaments inscrits sur la liste I</a:t>
            </a:r>
            <a:r>
              <a:rPr lang="fr-FR" sz="1200" b="0" i="0" kern="1200" dirty="0" smtClean="0">
                <a:solidFill>
                  <a:schemeClr val="tx1"/>
                </a:solidFill>
                <a:latin typeface="+mn-lt"/>
                <a:ea typeface="+mn-ea"/>
                <a:cs typeface="+mn-cs"/>
              </a:rPr>
              <a:t> ne peuvent être délivrés qu'une seule fois par le pharmacien avec la même ordonnance, sauf si le médecin mentionne expressément la possibilité d'un renouvellement. La délivrance des </a:t>
            </a:r>
            <a:r>
              <a:rPr lang="fr-FR" sz="1200" b="1" i="0" kern="1200" dirty="0" smtClean="0">
                <a:solidFill>
                  <a:schemeClr val="tx1"/>
                </a:solidFill>
                <a:latin typeface="+mn-lt"/>
                <a:ea typeface="+mn-ea"/>
                <a:cs typeface="+mn-cs"/>
              </a:rPr>
              <a:t>médicaments inscrits sur la liste II</a:t>
            </a:r>
            <a:r>
              <a:rPr lang="fr-FR" sz="1200" b="0" i="0" kern="1200" dirty="0" smtClean="0">
                <a:solidFill>
                  <a:schemeClr val="tx1"/>
                </a:solidFill>
                <a:latin typeface="+mn-lt"/>
                <a:ea typeface="+mn-ea"/>
                <a:cs typeface="+mn-cs"/>
              </a:rPr>
              <a:t> peut être renouvelée. Dans ce cas le pharmacien ne peut délivrer, à chaque renouvellement, que la quantité nécessaire à un mois de traitement. La durée maximale de traitement est de 12 mois.</a:t>
            </a:r>
            <a:endParaRPr lang="fr-FR" dirty="0" smtClean="0"/>
          </a:p>
        </p:txBody>
      </p:sp>
      <p:sp>
        <p:nvSpPr>
          <p:cNvPr id="46084" name="Espace réservé du numéro de diapositive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74CEC354-0A08-4EBE-9558-8BB01266B2A1}" type="slidenum">
              <a:rPr lang="fr-FR">
                <a:solidFill>
                  <a:srgbClr val="000000"/>
                </a:solidFill>
                <a:latin typeface="Calibri" panose="020F0502020204030204" pitchFamily="34" charset="0"/>
              </a:rPr>
              <a:pPr fontAlgn="base">
                <a:spcBef>
                  <a:spcPct val="0"/>
                </a:spcBef>
                <a:spcAft>
                  <a:spcPct val="0"/>
                </a:spcAft>
              </a:pPr>
              <a:t>13</a:t>
            </a:fld>
            <a:endParaRPr lang="fr-FR">
              <a:solidFill>
                <a:srgbClr val="000000"/>
              </a:solidFill>
              <a:latin typeface="Calibri" panose="020F0502020204030204" pitchFamily="34" charset="0"/>
            </a:endParaRPr>
          </a:p>
        </p:txBody>
      </p:sp>
    </p:spTree>
    <p:extLst>
      <p:ext uri="{BB962C8B-B14F-4D97-AF65-F5344CB8AC3E}">
        <p14:creationId xmlns="" xmlns:p14="http://schemas.microsoft.com/office/powerpoint/2010/main" val="1702956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6083" name="Espace réservé des commentaires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sz="1200" b="0" i="0" kern="1200" dirty="0" smtClean="0">
                <a:solidFill>
                  <a:schemeClr val="tx1"/>
                </a:solidFill>
                <a:latin typeface="+mn-lt"/>
                <a:ea typeface="+mn-ea"/>
                <a:cs typeface="+mn-cs"/>
              </a:rPr>
              <a:t>es </a:t>
            </a:r>
            <a:r>
              <a:rPr lang="fr-FR" sz="1200" b="1" i="0" kern="1200" dirty="0" smtClean="0">
                <a:solidFill>
                  <a:schemeClr val="tx1"/>
                </a:solidFill>
                <a:latin typeface="+mn-lt"/>
                <a:ea typeface="+mn-ea"/>
                <a:cs typeface="+mn-cs"/>
              </a:rPr>
              <a:t>médicaments inscrits sur la liste I</a:t>
            </a:r>
            <a:r>
              <a:rPr lang="fr-FR" sz="1200" b="0" i="0" kern="1200" dirty="0" smtClean="0">
                <a:solidFill>
                  <a:schemeClr val="tx1"/>
                </a:solidFill>
                <a:latin typeface="+mn-lt"/>
                <a:ea typeface="+mn-ea"/>
                <a:cs typeface="+mn-cs"/>
              </a:rPr>
              <a:t> ne peuvent être délivrés qu'une seule fois par le pharmacien avec la même ordonnance, sauf si le médecin mentionne expressément la possibilité d'un renouvellement. La délivrance des </a:t>
            </a:r>
            <a:r>
              <a:rPr lang="fr-FR" sz="1200" b="1" i="0" kern="1200" dirty="0" smtClean="0">
                <a:solidFill>
                  <a:schemeClr val="tx1"/>
                </a:solidFill>
                <a:latin typeface="+mn-lt"/>
                <a:ea typeface="+mn-ea"/>
                <a:cs typeface="+mn-cs"/>
              </a:rPr>
              <a:t>médicaments inscrits sur la liste II</a:t>
            </a:r>
            <a:r>
              <a:rPr lang="fr-FR" sz="1200" b="0" i="0" kern="1200" dirty="0" smtClean="0">
                <a:solidFill>
                  <a:schemeClr val="tx1"/>
                </a:solidFill>
                <a:latin typeface="+mn-lt"/>
                <a:ea typeface="+mn-ea"/>
                <a:cs typeface="+mn-cs"/>
              </a:rPr>
              <a:t> peut être renouvelée. Dans ce cas le pharmacien ne peut délivrer, à chaque renouvellement, que la quantité nécessaire à un mois de traitement. </a:t>
            </a:r>
            <a:r>
              <a:rPr lang="fr-FR" sz="1200" b="0" i="0" kern="1200" smtClean="0">
                <a:solidFill>
                  <a:schemeClr val="tx1"/>
                </a:solidFill>
                <a:latin typeface="+mn-lt"/>
                <a:ea typeface="+mn-ea"/>
                <a:cs typeface="+mn-cs"/>
              </a:rPr>
              <a:t>La durée maximale de traitement est de 12 mois.</a:t>
            </a:r>
            <a:endParaRPr lang="fr-FR" dirty="0" smtClean="0"/>
          </a:p>
        </p:txBody>
      </p:sp>
      <p:sp>
        <p:nvSpPr>
          <p:cNvPr id="46084" name="Espace réservé du numéro de diapositive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74CEC354-0A08-4EBE-9558-8BB01266B2A1}" type="slidenum">
              <a:rPr lang="fr-FR">
                <a:solidFill>
                  <a:srgbClr val="000000"/>
                </a:solidFill>
                <a:latin typeface="Calibri" panose="020F0502020204030204" pitchFamily="34" charset="0"/>
              </a:rPr>
              <a:pPr fontAlgn="base">
                <a:spcBef>
                  <a:spcPct val="0"/>
                </a:spcBef>
                <a:spcAft>
                  <a:spcPct val="0"/>
                </a:spcAft>
              </a:pPr>
              <a:t>14</a:t>
            </a:fld>
            <a:endParaRPr lang="fr-FR">
              <a:solidFill>
                <a:srgbClr val="000000"/>
              </a:solidFill>
              <a:latin typeface="Calibri" panose="020F0502020204030204" pitchFamily="34" charset="0"/>
            </a:endParaRPr>
          </a:p>
        </p:txBody>
      </p:sp>
    </p:spTree>
    <p:extLst>
      <p:ext uri="{BB962C8B-B14F-4D97-AF65-F5344CB8AC3E}">
        <p14:creationId xmlns="" xmlns:p14="http://schemas.microsoft.com/office/powerpoint/2010/main" val="1702956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6083" name="Espace réservé des commentaires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sz="1200" b="0" i="0" kern="1200" dirty="0" smtClean="0">
                <a:solidFill>
                  <a:schemeClr val="tx1"/>
                </a:solidFill>
                <a:latin typeface="+mn-lt"/>
                <a:ea typeface="+mn-ea"/>
                <a:cs typeface="+mn-cs"/>
              </a:rPr>
              <a:t>es </a:t>
            </a:r>
            <a:r>
              <a:rPr lang="fr-FR" sz="1200" b="1" i="0" kern="1200" dirty="0" smtClean="0">
                <a:solidFill>
                  <a:schemeClr val="tx1"/>
                </a:solidFill>
                <a:latin typeface="+mn-lt"/>
                <a:ea typeface="+mn-ea"/>
                <a:cs typeface="+mn-cs"/>
              </a:rPr>
              <a:t>médicaments inscrits sur la liste I</a:t>
            </a:r>
            <a:r>
              <a:rPr lang="fr-FR" sz="1200" b="0" i="0" kern="1200" dirty="0" smtClean="0">
                <a:solidFill>
                  <a:schemeClr val="tx1"/>
                </a:solidFill>
                <a:latin typeface="+mn-lt"/>
                <a:ea typeface="+mn-ea"/>
                <a:cs typeface="+mn-cs"/>
              </a:rPr>
              <a:t> ne peuvent être délivrés qu'une seule fois par le pharmacien avec la même ordonnance, sauf si le médecin mentionne expressément la possibilité d'un renouvellement. La délivrance des </a:t>
            </a:r>
            <a:r>
              <a:rPr lang="fr-FR" sz="1200" b="1" i="0" kern="1200" dirty="0" smtClean="0">
                <a:solidFill>
                  <a:schemeClr val="tx1"/>
                </a:solidFill>
                <a:latin typeface="+mn-lt"/>
                <a:ea typeface="+mn-ea"/>
                <a:cs typeface="+mn-cs"/>
              </a:rPr>
              <a:t>médicaments inscrits sur la liste II</a:t>
            </a:r>
            <a:r>
              <a:rPr lang="fr-FR" sz="1200" b="0" i="0" kern="1200" dirty="0" smtClean="0">
                <a:solidFill>
                  <a:schemeClr val="tx1"/>
                </a:solidFill>
                <a:latin typeface="+mn-lt"/>
                <a:ea typeface="+mn-ea"/>
                <a:cs typeface="+mn-cs"/>
              </a:rPr>
              <a:t> peut être renouvelée. Dans ce cas le pharmacien ne peut délivrer, à chaque renouvellement, que la quantité nécessaire à un mois de traitement. </a:t>
            </a:r>
            <a:r>
              <a:rPr lang="fr-FR" sz="1200" b="0" i="0" kern="1200" smtClean="0">
                <a:solidFill>
                  <a:schemeClr val="tx1"/>
                </a:solidFill>
                <a:latin typeface="+mn-lt"/>
                <a:ea typeface="+mn-ea"/>
                <a:cs typeface="+mn-cs"/>
              </a:rPr>
              <a:t>La durée maximale de traitement est de 12 mois.</a:t>
            </a:r>
            <a:endParaRPr lang="fr-FR" dirty="0" smtClean="0"/>
          </a:p>
        </p:txBody>
      </p:sp>
      <p:sp>
        <p:nvSpPr>
          <p:cNvPr id="46084" name="Espace réservé du numéro de diapositive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74CEC354-0A08-4EBE-9558-8BB01266B2A1}" type="slidenum">
              <a:rPr lang="fr-FR">
                <a:solidFill>
                  <a:srgbClr val="000000"/>
                </a:solidFill>
                <a:latin typeface="Calibri" panose="020F0502020204030204" pitchFamily="34" charset="0"/>
              </a:rPr>
              <a:pPr fontAlgn="base">
                <a:spcBef>
                  <a:spcPct val="0"/>
                </a:spcBef>
                <a:spcAft>
                  <a:spcPct val="0"/>
                </a:spcAft>
              </a:pPr>
              <a:t>15</a:t>
            </a:fld>
            <a:endParaRPr lang="fr-FR">
              <a:solidFill>
                <a:srgbClr val="000000"/>
              </a:solidFill>
              <a:latin typeface="Calibri" panose="020F0502020204030204" pitchFamily="34" charset="0"/>
            </a:endParaRPr>
          </a:p>
        </p:txBody>
      </p:sp>
    </p:spTree>
    <p:extLst>
      <p:ext uri="{BB962C8B-B14F-4D97-AF65-F5344CB8AC3E}">
        <p14:creationId xmlns="" xmlns:p14="http://schemas.microsoft.com/office/powerpoint/2010/main" val="170295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6083" name="Espace réservé des commentaires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sz="1200" b="0" i="0" kern="1200" dirty="0" smtClean="0">
                <a:solidFill>
                  <a:schemeClr val="tx1"/>
                </a:solidFill>
                <a:latin typeface="+mn-lt"/>
                <a:ea typeface="+mn-ea"/>
                <a:cs typeface="+mn-cs"/>
              </a:rPr>
              <a:t>es </a:t>
            </a:r>
            <a:r>
              <a:rPr lang="fr-FR" sz="1200" b="1" i="0" kern="1200" dirty="0" smtClean="0">
                <a:solidFill>
                  <a:schemeClr val="tx1"/>
                </a:solidFill>
                <a:latin typeface="+mn-lt"/>
                <a:ea typeface="+mn-ea"/>
                <a:cs typeface="+mn-cs"/>
              </a:rPr>
              <a:t>médicaments inscrits sur la liste I</a:t>
            </a:r>
            <a:r>
              <a:rPr lang="fr-FR" sz="1200" b="0" i="0" kern="1200" dirty="0" smtClean="0">
                <a:solidFill>
                  <a:schemeClr val="tx1"/>
                </a:solidFill>
                <a:latin typeface="+mn-lt"/>
                <a:ea typeface="+mn-ea"/>
                <a:cs typeface="+mn-cs"/>
              </a:rPr>
              <a:t> ne peuvent être délivrés qu'une seule fois par le pharmacien avec la même ordonnance, sauf si le médecin mentionne expressément la possibilité d'un renouvellement. La délivrance des </a:t>
            </a:r>
            <a:r>
              <a:rPr lang="fr-FR" sz="1200" b="1" i="0" kern="1200" dirty="0" smtClean="0">
                <a:solidFill>
                  <a:schemeClr val="tx1"/>
                </a:solidFill>
                <a:latin typeface="+mn-lt"/>
                <a:ea typeface="+mn-ea"/>
                <a:cs typeface="+mn-cs"/>
              </a:rPr>
              <a:t>médicaments inscrits sur la liste II</a:t>
            </a:r>
            <a:r>
              <a:rPr lang="fr-FR" sz="1200" b="0" i="0" kern="1200" dirty="0" smtClean="0">
                <a:solidFill>
                  <a:schemeClr val="tx1"/>
                </a:solidFill>
                <a:latin typeface="+mn-lt"/>
                <a:ea typeface="+mn-ea"/>
                <a:cs typeface="+mn-cs"/>
              </a:rPr>
              <a:t> peut être renouvelée. Dans ce cas le pharmacien ne peut délivrer, à chaque renouvellement, que la quantité nécessaire à un mois de traitement. </a:t>
            </a:r>
            <a:r>
              <a:rPr lang="fr-FR" sz="1200" b="0" i="0" kern="1200" smtClean="0">
                <a:solidFill>
                  <a:schemeClr val="tx1"/>
                </a:solidFill>
                <a:latin typeface="+mn-lt"/>
                <a:ea typeface="+mn-ea"/>
                <a:cs typeface="+mn-cs"/>
              </a:rPr>
              <a:t>La durée maximale de traitement est de 12 mois.</a:t>
            </a:r>
            <a:endParaRPr lang="fr-FR" dirty="0" smtClean="0"/>
          </a:p>
        </p:txBody>
      </p:sp>
      <p:sp>
        <p:nvSpPr>
          <p:cNvPr id="46084" name="Espace réservé du numéro de diapositive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74CEC354-0A08-4EBE-9558-8BB01266B2A1}" type="slidenum">
              <a:rPr lang="fr-FR">
                <a:solidFill>
                  <a:srgbClr val="000000"/>
                </a:solidFill>
                <a:latin typeface="Calibri" panose="020F0502020204030204" pitchFamily="34" charset="0"/>
              </a:rPr>
              <a:pPr fontAlgn="base">
                <a:spcBef>
                  <a:spcPct val="0"/>
                </a:spcBef>
                <a:spcAft>
                  <a:spcPct val="0"/>
                </a:spcAft>
              </a:pPr>
              <a:t>16</a:t>
            </a:fld>
            <a:endParaRPr lang="fr-FR">
              <a:solidFill>
                <a:srgbClr val="000000"/>
              </a:solidFill>
              <a:latin typeface="Calibri" panose="020F0502020204030204" pitchFamily="34" charset="0"/>
            </a:endParaRPr>
          </a:p>
        </p:txBody>
      </p:sp>
    </p:spTree>
    <p:extLst>
      <p:ext uri="{BB962C8B-B14F-4D97-AF65-F5344CB8AC3E}">
        <p14:creationId xmlns="" xmlns:p14="http://schemas.microsoft.com/office/powerpoint/2010/main" val="1702956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promodentairecrown22@gmail.com</a:t>
            </a:r>
            <a:endParaRPr lang="fr-FR" dirty="0"/>
          </a:p>
        </p:txBody>
      </p:sp>
      <p:sp>
        <p:nvSpPr>
          <p:cNvPr id="4" name="Espace réservé du numéro de diapositive 3"/>
          <p:cNvSpPr>
            <a:spLocks noGrp="1"/>
          </p:cNvSpPr>
          <p:nvPr>
            <p:ph type="sldNum" sz="quarter" idx="10"/>
          </p:nvPr>
        </p:nvSpPr>
        <p:spPr/>
        <p:txBody>
          <a:bodyPr/>
          <a:lstStyle/>
          <a:p>
            <a:pPr>
              <a:defRPr/>
            </a:pPr>
            <a:fld id="{7A18CF0E-D4F1-42AE-8175-75D7BDFC4E37}" type="slidenum">
              <a:rPr lang="fr-FR" smtClean="0"/>
              <a:pPr>
                <a:defRPr/>
              </a:pPr>
              <a:t>18</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reeform 6"/>
          <p:cNvSpPr>
            <a:spLocks/>
          </p:cNvSpPr>
          <p:nvPr/>
        </p:nvSpPr>
        <p:spPr bwMode="auto">
          <a:xfrm>
            <a:off x="0" y="4324350"/>
            <a:ext cx="1744663" cy="777875"/>
          </a:xfrm>
          <a:custGeom>
            <a:avLst/>
            <a:gdLst>
              <a:gd name="T0" fmla="*/ 287 w 372"/>
              <a:gd name="T1" fmla="*/ 166 h 166"/>
              <a:gd name="T2" fmla="*/ 293 w 372"/>
              <a:gd name="T3" fmla="*/ 164 h 166"/>
              <a:gd name="T4" fmla="*/ 294 w 372"/>
              <a:gd name="T5" fmla="*/ 163 h 166"/>
              <a:gd name="T6" fmla="*/ 370 w 372"/>
              <a:gd name="T7" fmla="*/ 87 h 166"/>
              <a:gd name="T8" fmla="*/ 370 w 372"/>
              <a:gd name="T9" fmla="*/ 78 h 166"/>
              <a:gd name="T10" fmla="*/ 294 w 372"/>
              <a:gd name="T11" fmla="*/ 3 h 166"/>
              <a:gd name="T12" fmla="*/ 293 w 372"/>
              <a:gd name="T13" fmla="*/ 2 h 166"/>
              <a:gd name="T14" fmla="*/ 287 w 372"/>
              <a:gd name="T15" fmla="*/ 0 h 166"/>
              <a:gd name="T16" fmla="*/ 0 w 372"/>
              <a:gd name="T17" fmla="*/ 0 h 166"/>
              <a:gd name="T18" fmla="*/ 0 w 372"/>
              <a:gd name="T19" fmla="*/ 166 h 166"/>
              <a:gd name="T20" fmla="*/ 287 w 372"/>
              <a:gd name="T21"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5" name="Date Placeholder 3"/>
          <p:cNvSpPr>
            <a:spLocks noGrp="1"/>
          </p:cNvSpPr>
          <p:nvPr>
            <p:ph type="dt" sz="half" idx="10"/>
          </p:nvPr>
        </p:nvSpPr>
        <p:spPr/>
        <p:txBody>
          <a:bodyPr/>
          <a:lstStyle>
            <a:lvl1pPr>
              <a:defRPr/>
            </a:lvl1pPr>
          </a:lstStyle>
          <a:p>
            <a:pPr>
              <a:defRPr/>
            </a:pPr>
            <a:fld id="{7C157004-F2F7-4B21-9D53-F3CBC799E75A}"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a:xfrm>
            <a:off x="531813" y="4529138"/>
            <a:ext cx="779462" cy="365125"/>
          </a:xfrm>
        </p:spPr>
        <p:txBody>
          <a:bodyPr/>
          <a:lstStyle>
            <a:lvl1pPr>
              <a:defRPr/>
            </a:lvl1pPr>
          </a:lstStyle>
          <a:p>
            <a:pPr>
              <a:defRPr/>
            </a:pPr>
            <a:fld id="{FD1B3F98-03FF-4B9F-886E-5FA1A5BA8BDA}" type="slidenum">
              <a:rPr lang="fr-FR"/>
              <a:pPr>
                <a:defRPr/>
              </a:pPr>
              <a:t>‹N°›</a:t>
            </a:fld>
            <a:endParaRPr lang="fr-FR"/>
          </a:p>
        </p:txBody>
      </p:sp>
    </p:spTree>
    <p:extLst>
      <p:ext uri="{BB962C8B-B14F-4D97-AF65-F5344CB8AC3E}">
        <p14:creationId xmlns="" xmlns:p14="http://schemas.microsoft.com/office/powerpoint/2010/main" val="3632435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4"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92925" y="624110"/>
            <a:ext cx="8911687" cy="1280890"/>
          </a:xfrm>
        </p:spPr>
        <p:txBody>
          <a:bodyPr/>
          <a:lstStyle/>
          <a:p>
            <a:r>
              <a:rPr lang="fr-FR" smtClean="0"/>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3"/>
          <p:cNvSpPr>
            <a:spLocks noGrp="1"/>
          </p:cNvSpPr>
          <p:nvPr>
            <p:ph type="dt" sz="half" idx="10"/>
          </p:nvPr>
        </p:nvSpPr>
        <p:spPr/>
        <p:txBody>
          <a:bodyPr/>
          <a:lstStyle>
            <a:lvl1pPr>
              <a:defRPr/>
            </a:lvl1pPr>
          </a:lstStyle>
          <a:p>
            <a:pPr>
              <a:defRPr/>
            </a:pPr>
            <a:fld id="{1C32C562-9635-46B6-AE1E-1EA4B14A7B21}"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322B8AD7-D03B-4C24-A5E1-9500B08B13B6}" type="slidenum">
              <a:rPr lang="fr-FR"/>
              <a:pPr>
                <a:defRPr/>
              </a:pPr>
              <a:t>‹N°›</a:t>
            </a:fld>
            <a:endParaRPr lang="fr-FR"/>
          </a:p>
        </p:txBody>
      </p:sp>
    </p:spTree>
    <p:extLst>
      <p:ext uri="{BB962C8B-B14F-4D97-AF65-F5344CB8AC3E}">
        <p14:creationId xmlns="" xmlns:p14="http://schemas.microsoft.com/office/powerpoint/2010/main" val="2642530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reeform 11"/>
          <p:cNvSpPr>
            <a:spLocks/>
          </p:cNvSpPr>
          <p:nvPr/>
        </p:nvSpPr>
        <p:spPr bwMode="auto">
          <a:xfrm flipV="1">
            <a:off x="-4763" y="31781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5" name="Date Placeholder 3"/>
          <p:cNvSpPr>
            <a:spLocks noGrp="1"/>
          </p:cNvSpPr>
          <p:nvPr>
            <p:ph type="dt" sz="half" idx="10"/>
          </p:nvPr>
        </p:nvSpPr>
        <p:spPr/>
        <p:txBody>
          <a:bodyPr/>
          <a:lstStyle>
            <a:lvl1pPr>
              <a:defRPr/>
            </a:lvl1pPr>
          </a:lstStyle>
          <a:p>
            <a:pPr>
              <a:defRPr/>
            </a:pPr>
            <a:fld id="{5B497893-5FA7-473A-A65C-68195BAD06ED}"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a:xfrm>
            <a:off x="531813" y="3244850"/>
            <a:ext cx="779462" cy="365125"/>
          </a:xfrm>
        </p:spPr>
        <p:txBody>
          <a:bodyPr/>
          <a:lstStyle>
            <a:lvl1pPr>
              <a:defRPr/>
            </a:lvl1pPr>
          </a:lstStyle>
          <a:p>
            <a:pPr>
              <a:defRPr/>
            </a:pPr>
            <a:fld id="{671CE8F3-0089-4C17-8A4C-524ADCD797E4}" type="slidenum">
              <a:rPr lang="fr-FR"/>
              <a:pPr>
                <a:defRPr/>
              </a:pPr>
              <a:t>‹N°›</a:t>
            </a:fld>
            <a:endParaRPr lang="fr-FR"/>
          </a:p>
        </p:txBody>
      </p:sp>
    </p:spTree>
    <p:extLst>
      <p:ext uri="{BB962C8B-B14F-4D97-AF65-F5344CB8AC3E}">
        <p14:creationId xmlns="" xmlns:p14="http://schemas.microsoft.com/office/powerpoint/2010/main" val="4264359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5"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6" name="Date Placeholder 4"/>
          <p:cNvSpPr>
            <a:spLocks noGrp="1"/>
          </p:cNvSpPr>
          <p:nvPr>
            <p:ph type="dt" sz="half" idx="10"/>
          </p:nvPr>
        </p:nvSpPr>
        <p:spPr/>
        <p:txBody>
          <a:bodyPr/>
          <a:lstStyle>
            <a:lvl1pPr>
              <a:defRPr/>
            </a:lvl1pPr>
          </a:lstStyle>
          <a:p>
            <a:pPr>
              <a:defRPr/>
            </a:pPr>
            <a:fld id="{B35279A9-112D-4B5B-BC2F-DFBD79D5E3D8}"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9" name="Slide Number Placeholder 5"/>
          <p:cNvSpPr>
            <a:spLocks noGrp="1"/>
          </p:cNvSpPr>
          <p:nvPr>
            <p:ph type="sldNum" sz="quarter" idx="12"/>
          </p:nvPr>
        </p:nvSpPr>
        <p:spPr/>
        <p:txBody>
          <a:bodyPr/>
          <a:lstStyle>
            <a:lvl1pPr>
              <a:defRPr/>
            </a:lvl1pPr>
          </a:lstStyle>
          <a:p>
            <a:pPr>
              <a:defRPr/>
            </a:pPr>
            <a:fld id="{E7808380-1D88-4D85-B0BB-1F018865E428}" type="slidenum">
              <a:rPr lang="fr-FR"/>
              <a:pPr>
                <a:defRPr/>
              </a:pPr>
              <a:t>‹N°›</a:t>
            </a:fld>
            <a:endParaRPr lang="fr-FR"/>
          </a:p>
        </p:txBody>
      </p:sp>
    </p:spTree>
    <p:extLst>
      <p:ext uri="{BB962C8B-B14F-4D97-AF65-F5344CB8AC3E}">
        <p14:creationId xmlns="" xmlns:p14="http://schemas.microsoft.com/office/powerpoint/2010/main" val="1270253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7"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8" name="Date Placeholder 6"/>
          <p:cNvSpPr>
            <a:spLocks noGrp="1"/>
          </p:cNvSpPr>
          <p:nvPr>
            <p:ph type="dt" sz="half" idx="10"/>
          </p:nvPr>
        </p:nvSpPr>
        <p:spPr/>
        <p:txBody>
          <a:bodyPr/>
          <a:lstStyle>
            <a:lvl1pPr>
              <a:defRPr/>
            </a:lvl1pPr>
          </a:lstStyle>
          <a:p>
            <a:pPr>
              <a:defRPr/>
            </a:pPr>
            <a:fld id="{3CF894DF-7826-4229-8C56-A5759D0ECB1E}" type="datetime1">
              <a:rPr lang="fr-FR" smtClean="0"/>
              <a:pPr>
                <a:defRPr/>
              </a:pPr>
              <a:t>12/10/2024</a:t>
            </a:fld>
            <a:endParaRPr lang="fr-FR"/>
          </a:p>
        </p:txBody>
      </p:sp>
      <p:sp>
        <p:nvSpPr>
          <p:cNvPr id="9" name="Footer Placeholder 7"/>
          <p:cNvSpPr>
            <a:spLocks noGrp="1"/>
          </p:cNvSpPr>
          <p:nvPr>
            <p:ph type="ftr" sz="quarter" idx="11"/>
          </p:nvPr>
        </p:nvSpPr>
        <p:spPr/>
        <p:txBody>
          <a:bodyPr/>
          <a:lstStyle>
            <a:lvl1pPr>
              <a:defRPr/>
            </a:lvl1pPr>
          </a:lstStyle>
          <a:p>
            <a:pPr>
              <a:defRPr/>
            </a:pPr>
            <a:endParaRPr lang="fr-FR"/>
          </a:p>
        </p:txBody>
      </p:sp>
      <p:sp>
        <p:nvSpPr>
          <p:cNvPr id="11" name="Slide Number Placeholder 5"/>
          <p:cNvSpPr>
            <a:spLocks noGrp="1"/>
          </p:cNvSpPr>
          <p:nvPr>
            <p:ph type="sldNum" sz="quarter" idx="12"/>
          </p:nvPr>
        </p:nvSpPr>
        <p:spPr/>
        <p:txBody>
          <a:bodyPr/>
          <a:lstStyle>
            <a:lvl1pPr>
              <a:defRPr/>
            </a:lvl1pPr>
          </a:lstStyle>
          <a:p>
            <a:pPr>
              <a:defRPr/>
            </a:pPr>
            <a:fld id="{45B91500-D6F8-4199-91FB-86028ECF86C8}" type="slidenum">
              <a:rPr lang="fr-FR"/>
              <a:pPr>
                <a:defRPr/>
              </a:pPr>
              <a:t>‹N°›</a:t>
            </a:fld>
            <a:endParaRPr lang="fr-FR"/>
          </a:p>
        </p:txBody>
      </p:sp>
    </p:spTree>
    <p:extLst>
      <p:ext uri="{BB962C8B-B14F-4D97-AF65-F5344CB8AC3E}">
        <p14:creationId xmlns="" xmlns:p14="http://schemas.microsoft.com/office/powerpoint/2010/main" val="2102276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3"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p:txBody>
          <a:bodyPr/>
          <a:lstStyle/>
          <a:p>
            <a:r>
              <a:rPr lang="fr-FR" smtClean="0"/>
              <a:t>Modifiez le style du titre</a:t>
            </a:r>
            <a:endParaRPr lang="en-US" dirty="0"/>
          </a:p>
        </p:txBody>
      </p:sp>
      <p:sp>
        <p:nvSpPr>
          <p:cNvPr id="4" name="Date Placeholder 2"/>
          <p:cNvSpPr>
            <a:spLocks noGrp="1"/>
          </p:cNvSpPr>
          <p:nvPr>
            <p:ph type="dt" sz="half" idx="10"/>
          </p:nvPr>
        </p:nvSpPr>
        <p:spPr/>
        <p:txBody>
          <a:bodyPr/>
          <a:lstStyle>
            <a:lvl1pPr>
              <a:defRPr/>
            </a:lvl1pPr>
          </a:lstStyle>
          <a:p>
            <a:pPr>
              <a:defRPr/>
            </a:pPr>
            <a:fld id="{05740411-4AE4-42A0-B7DD-639BBE7FC304}" type="datetime1">
              <a:rPr lang="fr-FR" smtClean="0"/>
              <a:pPr>
                <a:defRPr/>
              </a:pPr>
              <a:t>12/10/2024</a:t>
            </a:fld>
            <a:endParaRPr lang="fr-FR"/>
          </a:p>
        </p:txBody>
      </p:sp>
      <p:sp>
        <p:nvSpPr>
          <p:cNvPr id="5" name="Footer Placeholder 3"/>
          <p:cNvSpPr>
            <a:spLocks noGrp="1"/>
          </p:cNvSpPr>
          <p:nvPr>
            <p:ph type="ftr" sz="quarter" idx="11"/>
          </p:nvPr>
        </p:nvSpPr>
        <p:spPr/>
        <p:txBody>
          <a:bodyPr/>
          <a:lstStyle>
            <a:lvl1pPr>
              <a:defRPr/>
            </a:lvl1pPr>
          </a:lstStyle>
          <a:p>
            <a:pPr>
              <a:defRPr/>
            </a:pPr>
            <a:endParaRPr lang="fr-FR"/>
          </a:p>
        </p:txBody>
      </p:sp>
      <p:sp>
        <p:nvSpPr>
          <p:cNvPr id="6" name="Slide Number Placeholder 4"/>
          <p:cNvSpPr>
            <a:spLocks noGrp="1"/>
          </p:cNvSpPr>
          <p:nvPr>
            <p:ph type="sldNum" sz="quarter" idx="12"/>
          </p:nvPr>
        </p:nvSpPr>
        <p:spPr/>
        <p:txBody>
          <a:bodyPr/>
          <a:lstStyle>
            <a:lvl1pPr>
              <a:defRPr/>
            </a:lvl1pPr>
          </a:lstStyle>
          <a:p>
            <a:pPr>
              <a:defRPr/>
            </a:pPr>
            <a:fld id="{78E61A16-9E90-44B3-92E8-43B3728AA315}" type="slidenum">
              <a:rPr lang="fr-FR"/>
              <a:pPr>
                <a:defRPr/>
              </a:pPr>
              <a:t>‹N°›</a:t>
            </a:fld>
            <a:endParaRPr lang="fr-FR"/>
          </a:p>
        </p:txBody>
      </p:sp>
    </p:spTree>
    <p:extLst>
      <p:ext uri="{BB962C8B-B14F-4D97-AF65-F5344CB8AC3E}">
        <p14:creationId xmlns="" xmlns:p14="http://schemas.microsoft.com/office/powerpoint/2010/main" val="2506617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3" name="Date Placeholder 1"/>
          <p:cNvSpPr>
            <a:spLocks noGrp="1"/>
          </p:cNvSpPr>
          <p:nvPr>
            <p:ph type="dt" sz="half" idx="10"/>
          </p:nvPr>
        </p:nvSpPr>
        <p:spPr/>
        <p:txBody>
          <a:bodyPr/>
          <a:lstStyle>
            <a:lvl1pPr>
              <a:defRPr/>
            </a:lvl1pPr>
          </a:lstStyle>
          <a:p>
            <a:pPr>
              <a:defRPr/>
            </a:pPr>
            <a:fld id="{060279DD-E86F-49C4-A586-C73C19745AA4}" type="datetime1">
              <a:rPr lang="fr-FR" smtClean="0"/>
              <a:pPr>
                <a:defRPr/>
              </a:pPr>
              <a:t>12/10/2024</a:t>
            </a:fld>
            <a:endParaRPr lang="fr-FR"/>
          </a:p>
        </p:txBody>
      </p:sp>
      <p:sp>
        <p:nvSpPr>
          <p:cNvPr id="4" name="Footer Placeholder 2"/>
          <p:cNvSpPr>
            <a:spLocks noGrp="1"/>
          </p:cNvSpPr>
          <p:nvPr>
            <p:ph type="ftr" sz="quarter" idx="11"/>
          </p:nvPr>
        </p:nvSpPr>
        <p:spPr/>
        <p:txBody>
          <a:bodyPr/>
          <a:lstStyle>
            <a:lvl1pPr>
              <a:defRPr/>
            </a:lvl1pPr>
          </a:lstStyle>
          <a:p>
            <a:pPr>
              <a:defRPr/>
            </a:pPr>
            <a:endParaRPr lang="fr-FR"/>
          </a:p>
        </p:txBody>
      </p:sp>
      <p:sp>
        <p:nvSpPr>
          <p:cNvPr id="5" name="Slide Number Placeholder 3"/>
          <p:cNvSpPr>
            <a:spLocks noGrp="1"/>
          </p:cNvSpPr>
          <p:nvPr>
            <p:ph type="sldNum" sz="quarter" idx="12"/>
          </p:nvPr>
        </p:nvSpPr>
        <p:spPr/>
        <p:txBody>
          <a:bodyPr/>
          <a:lstStyle>
            <a:lvl1pPr>
              <a:defRPr/>
            </a:lvl1pPr>
          </a:lstStyle>
          <a:p>
            <a:pPr>
              <a:defRPr/>
            </a:pPr>
            <a:fld id="{55F584ED-FE63-47EC-98AD-1178BE888055}" type="slidenum">
              <a:rPr lang="fr-FR"/>
              <a:pPr>
                <a:defRPr/>
              </a:pPr>
              <a:t>‹N°›</a:t>
            </a:fld>
            <a:endParaRPr lang="fr-FR"/>
          </a:p>
        </p:txBody>
      </p:sp>
    </p:spTree>
    <p:extLst>
      <p:ext uri="{BB962C8B-B14F-4D97-AF65-F5344CB8AC3E}">
        <p14:creationId xmlns="" xmlns:p14="http://schemas.microsoft.com/office/powerpoint/2010/main" val="2100186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5"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smtClean="0"/>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6" name="Date Placeholder 4"/>
          <p:cNvSpPr>
            <a:spLocks noGrp="1"/>
          </p:cNvSpPr>
          <p:nvPr>
            <p:ph type="dt" sz="half" idx="10"/>
          </p:nvPr>
        </p:nvSpPr>
        <p:spPr/>
        <p:txBody>
          <a:bodyPr/>
          <a:lstStyle>
            <a:lvl1pPr>
              <a:defRPr/>
            </a:lvl1pPr>
          </a:lstStyle>
          <a:p>
            <a:pPr>
              <a:defRPr/>
            </a:pPr>
            <a:fld id="{45D6D00F-20B9-439C-AE42-07426071A693}"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8" name="Slide Number Placeholder 6"/>
          <p:cNvSpPr>
            <a:spLocks noGrp="1"/>
          </p:cNvSpPr>
          <p:nvPr>
            <p:ph type="sldNum" sz="quarter" idx="12"/>
          </p:nvPr>
        </p:nvSpPr>
        <p:spPr/>
        <p:txBody>
          <a:bodyPr/>
          <a:lstStyle>
            <a:lvl1pPr>
              <a:defRPr/>
            </a:lvl1pPr>
          </a:lstStyle>
          <a:p>
            <a:pPr>
              <a:defRPr/>
            </a:pPr>
            <a:fld id="{8913F475-1A76-4E4E-A689-ED0DAA6515DA}" type="slidenum">
              <a:rPr lang="fr-FR"/>
              <a:pPr>
                <a:defRPr/>
              </a:pPr>
              <a:t>‹N°›</a:t>
            </a:fld>
            <a:endParaRPr lang="fr-FR"/>
          </a:p>
        </p:txBody>
      </p:sp>
    </p:spTree>
    <p:extLst>
      <p:ext uri="{BB962C8B-B14F-4D97-AF65-F5344CB8AC3E}">
        <p14:creationId xmlns="" xmlns:p14="http://schemas.microsoft.com/office/powerpoint/2010/main" val="2306842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fr-FR" noProof="0" smtClean="0"/>
              <a:t>Cliquez sur l'icône pour ajouter une image</a:t>
            </a:r>
            <a:endParaRPr lang="en-US" noProof="0"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6" name="Date Placeholder 4"/>
          <p:cNvSpPr>
            <a:spLocks noGrp="1"/>
          </p:cNvSpPr>
          <p:nvPr>
            <p:ph type="dt" sz="half" idx="10"/>
          </p:nvPr>
        </p:nvSpPr>
        <p:spPr/>
        <p:txBody>
          <a:bodyPr/>
          <a:lstStyle>
            <a:lvl1pPr>
              <a:defRPr/>
            </a:lvl1pPr>
          </a:lstStyle>
          <a:p>
            <a:pPr>
              <a:defRPr/>
            </a:pPr>
            <a:fld id="{DA5AF4E7-61B8-45AC-8B77-05617E38B954}"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8" name="Slide Number Placeholder 6"/>
          <p:cNvSpPr>
            <a:spLocks noGrp="1"/>
          </p:cNvSpPr>
          <p:nvPr>
            <p:ph type="sldNum" sz="quarter" idx="12"/>
          </p:nvPr>
        </p:nvSpPr>
        <p:spPr>
          <a:xfrm>
            <a:off x="531813" y="4983163"/>
            <a:ext cx="779462" cy="365125"/>
          </a:xfrm>
        </p:spPr>
        <p:txBody>
          <a:bodyPr/>
          <a:lstStyle>
            <a:lvl1pPr>
              <a:defRPr/>
            </a:lvl1pPr>
          </a:lstStyle>
          <a:p>
            <a:pPr>
              <a:defRPr/>
            </a:pPr>
            <a:fld id="{8D0E2FA3-3F16-4A12-A954-EF8CFCB2D1BA}" type="slidenum">
              <a:rPr lang="fr-FR"/>
              <a:pPr>
                <a:defRPr/>
              </a:pPr>
              <a:t>‹N°›</a:t>
            </a:fld>
            <a:endParaRPr lang="fr-FR"/>
          </a:p>
        </p:txBody>
      </p:sp>
    </p:spTree>
    <p:extLst>
      <p:ext uri="{BB962C8B-B14F-4D97-AF65-F5344CB8AC3E}">
        <p14:creationId xmlns="" xmlns:p14="http://schemas.microsoft.com/office/powerpoint/2010/main" val="1657160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4" name="Freeform 11"/>
          <p:cNvSpPr>
            <a:spLocks/>
          </p:cNvSpPr>
          <p:nvPr/>
        </p:nvSpPr>
        <p:spPr bwMode="auto">
          <a:xfrm flipV="1">
            <a:off x="-4763" y="31781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5" name="Date Placeholder 3"/>
          <p:cNvSpPr>
            <a:spLocks noGrp="1"/>
          </p:cNvSpPr>
          <p:nvPr>
            <p:ph type="dt" sz="half" idx="10"/>
          </p:nvPr>
        </p:nvSpPr>
        <p:spPr/>
        <p:txBody>
          <a:bodyPr/>
          <a:lstStyle>
            <a:lvl1pPr>
              <a:defRPr/>
            </a:lvl1pPr>
          </a:lstStyle>
          <a:p>
            <a:pPr>
              <a:defRPr/>
            </a:pPr>
            <a:fld id="{EF60DD19-0B9E-45B9-916F-415574B04335}"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a:xfrm>
            <a:off x="531813" y="3244850"/>
            <a:ext cx="779462" cy="365125"/>
          </a:xfrm>
        </p:spPr>
        <p:txBody>
          <a:bodyPr/>
          <a:lstStyle>
            <a:lvl1pPr>
              <a:defRPr/>
            </a:lvl1pPr>
          </a:lstStyle>
          <a:p>
            <a:pPr>
              <a:defRPr/>
            </a:pPr>
            <a:fld id="{39D85187-3258-4A6A-8771-54AC304FA9B5}" type="slidenum">
              <a:rPr lang="fr-FR"/>
              <a:pPr>
                <a:defRPr/>
              </a:pPr>
              <a:t>‹N°›</a:t>
            </a:fld>
            <a:endParaRPr lang="fr-FR"/>
          </a:p>
        </p:txBody>
      </p:sp>
    </p:spTree>
    <p:extLst>
      <p:ext uri="{BB962C8B-B14F-4D97-AF65-F5344CB8AC3E}">
        <p14:creationId xmlns="" xmlns:p14="http://schemas.microsoft.com/office/powerpoint/2010/main" val="125859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5" name="Freeform 11"/>
          <p:cNvSpPr>
            <a:spLocks/>
          </p:cNvSpPr>
          <p:nvPr/>
        </p:nvSpPr>
        <p:spPr bwMode="auto">
          <a:xfrm flipV="1">
            <a:off x="-4763" y="31781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6" name="TextBox 13"/>
          <p:cNvSpPr txBox="1">
            <a:spLocks noChangeArrowheads="1"/>
          </p:cNvSpPr>
          <p:nvPr/>
        </p:nvSpPr>
        <p:spPr bwMode="auto">
          <a:xfrm>
            <a:off x="2466975" y="647700"/>
            <a:ext cx="609600" cy="585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rgbClr val="A53010"/>
                </a:solidFill>
                <a:latin typeface="Arial" panose="020B0604020202020204" pitchFamily="34" charset="0"/>
              </a:rPr>
              <a:t>“</a:t>
            </a:r>
          </a:p>
        </p:txBody>
      </p:sp>
      <p:sp>
        <p:nvSpPr>
          <p:cNvPr id="7" name="TextBox 14"/>
          <p:cNvSpPr txBox="1">
            <a:spLocks noChangeArrowheads="1"/>
          </p:cNvSpPr>
          <p:nvPr/>
        </p:nvSpPr>
        <p:spPr bwMode="auto">
          <a:xfrm>
            <a:off x="11114088" y="2905125"/>
            <a:ext cx="6096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rgbClr val="A53010"/>
                </a:solidFill>
                <a:latin typeface="Arial" panose="020B0604020202020204" pitchFamily="34" charset="0"/>
              </a:rPr>
              <a:t>”</a:t>
            </a:r>
          </a:p>
        </p:txBody>
      </p:sp>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8" name="Date Placeholder 3"/>
          <p:cNvSpPr>
            <a:spLocks noGrp="1"/>
          </p:cNvSpPr>
          <p:nvPr>
            <p:ph type="dt" sz="half" idx="14"/>
          </p:nvPr>
        </p:nvSpPr>
        <p:spPr/>
        <p:txBody>
          <a:bodyPr/>
          <a:lstStyle>
            <a:lvl1pPr>
              <a:defRPr/>
            </a:lvl1pPr>
          </a:lstStyle>
          <a:p>
            <a:pPr>
              <a:defRPr/>
            </a:pPr>
            <a:fld id="{DBFDEBCB-1703-428F-A9EC-8AD91ECE69B3}" type="datetime1">
              <a:rPr lang="fr-FR" smtClean="0"/>
              <a:pPr>
                <a:defRPr/>
              </a:pPr>
              <a:t>12/10/2024</a:t>
            </a:fld>
            <a:endParaRPr lang="fr-FR"/>
          </a:p>
        </p:txBody>
      </p:sp>
      <p:sp>
        <p:nvSpPr>
          <p:cNvPr id="9" name="Footer Placeholder 4"/>
          <p:cNvSpPr>
            <a:spLocks noGrp="1"/>
          </p:cNvSpPr>
          <p:nvPr>
            <p:ph type="ftr" sz="quarter" idx="15"/>
          </p:nvPr>
        </p:nvSpPr>
        <p:spPr/>
        <p:txBody>
          <a:bodyPr/>
          <a:lstStyle>
            <a:lvl1pPr>
              <a:defRPr/>
            </a:lvl1pPr>
          </a:lstStyle>
          <a:p>
            <a:pPr>
              <a:defRPr/>
            </a:pPr>
            <a:endParaRPr lang="fr-FR"/>
          </a:p>
        </p:txBody>
      </p:sp>
      <p:sp>
        <p:nvSpPr>
          <p:cNvPr id="10" name="Slide Number Placeholder 5"/>
          <p:cNvSpPr>
            <a:spLocks noGrp="1"/>
          </p:cNvSpPr>
          <p:nvPr>
            <p:ph type="sldNum" sz="quarter" idx="16"/>
          </p:nvPr>
        </p:nvSpPr>
        <p:spPr>
          <a:xfrm>
            <a:off x="531813" y="3244850"/>
            <a:ext cx="779462" cy="365125"/>
          </a:xfrm>
        </p:spPr>
        <p:txBody>
          <a:bodyPr/>
          <a:lstStyle>
            <a:lvl1pPr>
              <a:defRPr/>
            </a:lvl1pPr>
          </a:lstStyle>
          <a:p>
            <a:pPr>
              <a:defRPr/>
            </a:pPr>
            <a:fld id="{3770BF6F-9E77-43F4-A005-53703BFEC3A0}" type="slidenum">
              <a:rPr lang="fr-FR"/>
              <a:pPr>
                <a:defRPr/>
              </a:pPr>
              <a:t>‹N°›</a:t>
            </a:fld>
            <a:endParaRPr lang="fr-FR"/>
          </a:p>
        </p:txBody>
      </p:sp>
    </p:spTree>
    <p:extLst>
      <p:ext uri="{BB962C8B-B14F-4D97-AF65-F5344CB8AC3E}">
        <p14:creationId xmlns="" xmlns:p14="http://schemas.microsoft.com/office/powerpoint/2010/main" val="2792818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smtClean="0"/>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rtlCol="0">
            <a:normAutofit/>
          </a:bodyPr>
          <a:lstStyle>
            <a:lvl1pPr>
              <a:buNone/>
              <a:defRPr lang="en-US">
                <a:solidFill>
                  <a:schemeClr val="tx1">
                    <a:lumMod val="65000"/>
                    <a:lumOff val="35000"/>
                  </a:schemeClr>
                </a:solidFill>
              </a:defRPr>
            </a:lvl1pPr>
          </a:lstStyle>
          <a:p>
            <a:pPr lvl="0"/>
            <a:r>
              <a:rPr lang="fr-FR" smtClean="0"/>
              <a:t>Modifiez les styles du texte du masque</a:t>
            </a:r>
          </a:p>
        </p:txBody>
      </p:sp>
      <p:sp>
        <p:nvSpPr>
          <p:cNvPr id="6" name="Date Placeholder 4"/>
          <p:cNvSpPr>
            <a:spLocks noGrp="1"/>
          </p:cNvSpPr>
          <p:nvPr>
            <p:ph type="dt" sz="half" idx="10"/>
          </p:nvPr>
        </p:nvSpPr>
        <p:spPr/>
        <p:txBody>
          <a:bodyPr/>
          <a:lstStyle>
            <a:lvl1pPr>
              <a:defRPr/>
            </a:lvl1pPr>
          </a:lstStyle>
          <a:p>
            <a:pPr>
              <a:defRPr/>
            </a:pPr>
            <a:fld id="{82340E71-8DC4-450F-A207-29279569D473}"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8" name="Slide Number Placeholder 6"/>
          <p:cNvSpPr>
            <a:spLocks noGrp="1"/>
          </p:cNvSpPr>
          <p:nvPr>
            <p:ph type="sldNum" sz="quarter" idx="12"/>
          </p:nvPr>
        </p:nvSpPr>
        <p:spPr>
          <a:xfrm>
            <a:off x="531813" y="4983163"/>
            <a:ext cx="779462" cy="365125"/>
          </a:xfrm>
        </p:spPr>
        <p:txBody>
          <a:bodyPr/>
          <a:lstStyle>
            <a:lvl1pPr>
              <a:defRPr/>
            </a:lvl1pPr>
          </a:lstStyle>
          <a:p>
            <a:pPr>
              <a:defRPr/>
            </a:pPr>
            <a:fld id="{DB26D48F-F88F-4DCE-972F-385EA721CE48}" type="slidenum">
              <a:rPr lang="fr-FR"/>
              <a:pPr>
                <a:defRPr/>
              </a:pPr>
              <a:t>‹N°›</a:t>
            </a:fld>
            <a:endParaRPr lang="fr-FR"/>
          </a:p>
        </p:txBody>
      </p:sp>
    </p:spTree>
    <p:extLst>
      <p:ext uri="{BB962C8B-B14F-4D97-AF65-F5344CB8AC3E}">
        <p14:creationId xmlns="" xmlns:p14="http://schemas.microsoft.com/office/powerpoint/2010/main" val="361261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6" name="TextBox 16"/>
          <p:cNvSpPr txBox="1">
            <a:spLocks noChangeArrowheads="1"/>
          </p:cNvSpPr>
          <p:nvPr/>
        </p:nvSpPr>
        <p:spPr bwMode="auto">
          <a:xfrm>
            <a:off x="2466975" y="647700"/>
            <a:ext cx="609600" cy="585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rgbClr val="A53010"/>
                </a:solidFill>
                <a:latin typeface="Arial" panose="020B0604020202020204" pitchFamily="34" charset="0"/>
              </a:rPr>
              <a:t>“</a:t>
            </a:r>
          </a:p>
        </p:txBody>
      </p:sp>
      <p:sp>
        <p:nvSpPr>
          <p:cNvPr id="7" name="TextBox 17"/>
          <p:cNvSpPr txBox="1">
            <a:spLocks noChangeArrowheads="1"/>
          </p:cNvSpPr>
          <p:nvPr/>
        </p:nvSpPr>
        <p:spPr bwMode="auto">
          <a:xfrm>
            <a:off x="11114088" y="2905125"/>
            <a:ext cx="6096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rgbClr val="A53010"/>
                </a:solidFill>
                <a:latin typeface="Arial" panose="020B0604020202020204" pitchFamily="34" charset="0"/>
              </a:rPr>
              <a:t>”</a:t>
            </a:r>
          </a:p>
        </p:txBody>
      </p:sp>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4" name="Text Placeholder 3"/>
          <p:cNvSpPr>
            <a:spLocks noGrp="1"/>
          </p:cNvSpPr>
          <p:nvPr>
            <p:ph type="body" sz="half" idx="2"/>
          </p:nvPr>
        </p:nvSpPr>
        <p:spPr>
          <a:xfrm>
            <a:off x="2589213" y="5181600"/>
            <a:ext cx="8915400" cy="729622"/>
          </a:xfrm>
        </p:spPr>
        <p:txBody>
          <a:bodyPr rtlCol="0">
            <a:normAutofit/>
          </a:bodyPr>
          <a:lstStyle>
            <a:lvl1pPr>
              <a:buNone/>
              <a:defRPr lang="en-US">
                <a:solidFill>
                  <a:schemeClr val="tx1">
                    <a:lumMod val="65000"/>
                    <a:lumOff val="35000"/>
                  </a:schemeClr>
                </a:solidFill>
              </a:defRPr>
            </a:lvl1pPr>
          </a:lstStyle>
          <a:p>
            <a:pPr lvl="0"/>
            <a:r>
              <a:rPr lang="fr-FR" smtClean="0"/>
              <a:t>Modifiez les styles du texte du masque</a:t>
            </a:r>
          </a:p>
        </p:txBody>
      </p:sp>
      <p:sp>
        <p:nvSpPr>
          <p:cNvPr id="8" name="Date Placeholder 4"/>
          <p:cNvSpPr>
            <a:spLocks noGrp="1"/>
          </p:cNvSpPr>
          <p:nvPr>
            <p:ph type="dt" sz="half" idx="14"/>
          </p:nvPr>
        </p:nvSpPr>
        <p:spPr/>
        <p:txBody>
          <a:bodyPr/>
          <a:lstStyle>
            <a:lvl1pPr>
              <a:defRPr/>
            </a:lvl1pPr>
          </a:lstStyle>
          <a:p>
            <a:pPr>
              <a:defRPr/>
            </a:pPr>
            <a:fld id="{5794FEF2-CB3D-4E62-AB97-985CE4B258FB}" type="datetime1">
              <a:rPr lang="fr-FR" smtClean="0"/>
              <a:pPr>
                <a:defRPr/>
              </a:pPr>
              <a:t>12/10/2024</a:t>
            </a:fld>
            <a:endParaRPr lang="fr-FR"/>
          </a:p>
        </p:txBody>
      </p:sp>
      <p:sp>
        <p:nvSpPr>
          <p:cNvPr id="9" name="Footer Placeholder 5"/>
          <p:cNvSpPr>
            <a:spLocks noGrp="1"/>
          </p:cNvSpPr>
          <p:nvPr>
            <p:ph type="ftr" sz="quarter" idx="15"/>
          </p:nvPr>
        </p:nvSpPr>
        <p:spPr/>
        <p:txBody>
          <a:bodyPr/>
          <a:lstStyle>
            <a:lvl1pPr>
              <a:defRPr/>
            </a:lvl1pPr>
          </a:lstStyle>
          <a:p>
            <a:pPr>
              <a:defRPr/>
            </a:pPr>
            <a:endParaRPr lang="fr-FR"/>
          </a:p>
        </p:txBody>
      </p:sp>
      <p:sp>
        <p:nvSpPr>
          <p:cNvPr id="10" name="Slide Number Placeholder 6"/>
          <p:cNvSpPr>
            <a:spLocks noGrp="1"/>
          </p:cNvSpPr>
          <p:nvPr>
            <p:ph type="sldNum" sz="quarter" idx="16"/>
          </p:nvPr>
        </p:nvSpPr>
        <p:spPr>
          <a:xfrm>
            <a:off x="531813" y="4983163"/>
            <a:ext cx="779462" cy="365125"/>
          </a:xfrm>
        </p:spPr>
        <p:txBody>
          <a:bodyPr/>
          <a:lstStyle>
            <a:lvl1pPr>
              <a:defRPr/>
            </a:lvl1pPr>
          </a:lstStyle>
          <a:p>
            <a:pPr>
              <a:defRPr/>
            </a:pPr>
            <a:fld id="{0CCECB71-5B90-49D2-B0EB-87E5DEFA4BEE}" type="slidenum">
              <a:rPr lang="fr-FR"/>
              <a:pPr>
                <a:defRPr/>
              </a:pPr>
              <a:t>‹N°›</a:t>
            </a:fld>
            <a:endParaRPr lang="fr-FR"/>
          </a:p>
        </p:txBody>
      </p:sp>
    </p:spTree>
    <p:extLst>
      <p:ext uri="{BB962C8B-B14F-4D97-AF65-F5344CB8AC3E}">
        <p14:creationId xmlns="" xmlns:p14="http://schemas.microsoft.com/office/powerpoint/2010/main" val="3691812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4" name="Text Placeholder 3"/>
          <p:cNvSpPr>
            <a:spLocks noGrp="1"/>
          </p:cNvSpPr>
          <p:nvPr>
            <p:ph type="body" sz="half" idx="2"/>
          </p:nvPr>
        </p:nvSpPr>
        <p:spPr>
          <a:xfrm>
            <a:off x="2589213" y="5181600"/>
            <a:ext cx="8915400" cy="729622"/>
          </a:xfrm>
        </p:spPr>
        <p:txBody>
          <a:bodyPr rtlCol="0">
            <a:normAutofit/>
          </a:bodyPr>
          <a:lstStyle>
            <a:lvl1pPr>
              <a:buNone/>
              <a:defRPr lang="en-US">
                <a:solidFill>
                  <a:schemeClr val="tx1">
                    <a:lumMod val="65000"/>
                    <a:lumOff val="35000"/>
                  </a:schemeClr>
                </a:solidFill>
              </a:defRPr>
            </a:lvl1pPr>
          </a:lstStyle>
          <a:p>
            <a:pPr lvl="0"/>
            <a:r>
              <a:rPr lang="fr-FR" smtClean="0"/>
              <a:t>Modifiez les styles du texte du masque</a:t>
            </a:r>
          </a:p>
        </p:txBody>
      </p:sp>
      <p:sp>
        <p:nvSpPr>
          <p:cNvPr id="6" name="Date Placeholder 4"/>
          <p:cNvSpPr>
            <a:spLocks noGrp="1"/>
          </p:cNvSpPr>
          <p:nvPr>
            <p:ph type="dt" sz="half" idx="14"/>
          </p:nvPr>
        </p:nvSpPr>
        <p:spPr/>
        <p:txBody>
          <a:bodyPr/>
          <a:lstStyle>
            <a:lvl1pPr>
              <a:defRPr/>
            </a:lvl1pPr>
          </a:lstStyle>
          <a:p>
            <a:pPr>
              <a:defRPr/>
            </a:pPr>
            <a:fld id="{4FA1D81B-2C7C-4D7F-AA35-E8ACB2F5202F}" type="datetime1">
              <a:rPr lang="fr-FR" smtClean="0"/>
              <a:pPr>
                <a:defRPr/>
              </a:pPr>
              <a:t>12/10/2024</a:t>
            </a:fld>
            <a:endParaRPr lang="fr-FR"/>
          </a:p>
        </p:txBody>
      </p:sp>
      <p:sp>
        <p:nvSpPr>
          <p:cNvPr id="7" name="Footer Placeholder 5"/>
          <p:cNvSpPr>
            <a:spLocks noGrp="1"/>
          </p:cNvSpPr>
          <p:nvPr>
            <p:ph type="ftr" sz="quarter" idx="15"/>
          </p:nvPr>
        </p:nvSpPr>
        <p:spPr/>
        <p:txBody>
          <a:bodyPr/>
          <a:lstStyle>
            <a:lvl1pPr>
              <a:defRPr/>
            </a:lvl1pPr>
          </a:lstStyle>
          <a:p>
            <a:pPr>
              <a:defRPr/>
            </a:pPr>
            <a:endParaRPr lang="fr-FR"/>
          </a:p>
        </p:txBody>
      </p:sp>
      <p:sp>
        <p:nvSpPr>
          <p:cNvPr id="8" name="Slide Number Placeholder 6"/>
          <p:cNvSpPr>
            <a:spLocks noGrp="1"/>
          </p:cNvSpPr>
          <p:nvPr>
            <p:ph type="sldNum" sz="quarter" idx="16"/>
          </p:nvPr>
        </p:nvSpPr>
        <p:spPr>
          <a:xfrm>
            <a:off x="531813" y="4983163"/>
            <a:ext cx="779462" cy="365125"/>
          </a:xfrm>
        </p:spPr>
        <p:txBody>
          <a:bodyPr/>
          <a:lstStyle>
            <a:lvl1pPr>
              <a:defRPr/>
            </a:lvl1pPr>
          </a:lstStyle>
          <a:p>
            <a:pPr>
              <a:defRPr/>
            </a:pPr>
            <a:fld id="{B2FEDE0B-5355-4A98-9831-528124F65424}" type="slidenum">
              <a:rPr lang="fr-FR"/>
              <a:pPr>
                <a:defRPr/>
              </a:pPr>
              <a:t>‹N°›</a:t>
            </a:fld>
            <a:endParaRPr lang="fr-FR"/>
          </a:p>
        </p:txBody>
      </p:sp>
    </p:spTree>
    <p:extLst>
      <p:ext uri="{BB962C8B-B14F-4D97-AF65-F5344CB8AC3E}">
        <p14:creationId xmlns="" xmlns:p14="http://schemas.microsoft.com/office/powerpoint/2010/main" val="297231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4"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3"/>
          <p:cNvSpPr>
            <a:spLocks noGrp="1"/>
          </p:cNvSpPr>
          <p:nvPr>
            <p:ph type="dt" sz="half" idx="10"/>
          </p:nvPr>
        </p:nvSpPr>
        <p:spPr/>
        <p:txBody>
          <a:bodyPr/>
          <a:lstStyle>
            <a:lvl1pPr>
              <a:defRPr/>
            </a:lvl1pPr>
          </a:lstStyle>
          <a:p>
            <a:pPr>
              <a:defRPr/>
            </a:pPr>
            <a:fld id="{C1B1D8D9-D969-403B-9C9F-3FDEB7FB8486}"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5B4B54B4-9721-44BB-BACA-FE92107E4BC5}" type="slidenum">
              <a:rPr lang="fr-FR"/>
              <a:pPr>
                <a:defRPr/>
              </a:pPr>
              <a:t>‹N°›</a:t>
            </a:fld>
            <a:endParaRPr lang="fr-FR"/>
          </a:p>
        </p:txBody>
      </p:sp>
    </p:spTree>
    <p:extLst>
      <p:ext uri="{BB962C8B-B14F-4D97-AF65-F5344CB8AC3E}">
        <p14:creationId xmlns="" xmlns:p14="http://schemas.microsoft.com/office/powerpoint/2010/main" val="33825247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4"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Vertical Title 1"/>
          <p:cNvSpPr>
            <a:spLocks noGrp="1"/>
          </p:cNvSpPr>
          <p:nvPr>
            <p:ph type="title" orient="vert"/>
          </p:nvPr>
        </p:nvSpPr>
        <p:spPr>
          <a:xfrm>
            <a:off x="9294812" y="627405"/>
            <a:ext cx="2207601" cy="5283817"/>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3"/>
          <p:cNvSpPr>
            <a:spLocks noGrp="1"/>
          </p:cNvSpPr>
          <p:nvPr>
            <p:ph type="dt" sz="half" idx="10"/>
          </p:nvPr>
        </p:nvSpPr>
        <p:spPr/>
        <p:txBody>
          <a:bodyPr/>
          <a:lstStyle>
            <a:lvl1pPr>
              <a:defRPr/>
            </a:lvl1pPr>
          </a:lstStyle>
          <a:p>
            <a:pPr>
              <a:defRPr/>
            </a:pPr>
            <a:fld id="{1F48B947-E2EE-48A4-B6DE-D87576E1708A}"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D6D85C90-1D5C-42FF-B325-E563CD209477}" type="slidenum">
              <a:rPr lang="fr-FR"/>
              <a:pPr>
                <a:defRPr/>
              </a:pPr>
              <a:t>‹N°›</a:t>
            </a:fld>
            <a:endParaRPr lang="fr-FR"/>
          </a:p>
        </p:txBody>
      </p:sp>
    </p:spTree>
    <p:extLst>
      <p:ext uri="{BB962C8B-B14F-4D97-AF65-F5344CB8AC3E}">
        <p14:creationId xmlns="" xmlns:p14="http://schemas.microsoft.com/office/powerpoint/2010/main" val="4177847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reeform 6"/>
          <p:cNvSpPr>
            <a:spLocks/>
          </p:cNvSpPr>
          <p:nvPr/>
        </p:nvSpPr>
        <p:spPr bwMode="auto">
          <a:xfrm>
            <a:off x="0" y="4324350"/>
            <a:ext cx="1744663" cy="777875"/>
          </a:xfrm>
          <a:custGeom>
            <a:avLst/>
            <a:gdLst>
              <a:gd name="T0" fmla="*/ 287 w 372"/>
              <a:gd name="T1" fmla="*/ 166 h 166"/>
              <a:gd name="T2" fmla="*/ 293 w 372"/>
              <a:gd name="T3" fmla="*/ 164 h 166"/>
              <a:gd name="T4" fmla="*/ 294 w 372"/>
              <a:gd name="T5" fmla="*/ 163 h 166"/>
              <a:gd name="T6" fmla="*/ 370 w 372"/>
              <a:gd name="T7" fmla="*/ 87 h 166"/>
              <a:gd name="T8" fmla="*/ 370 w 372"/>
              <a:gd name="T9" fmla="*/ 78 h 166"/>
              <a:gd name="T10" fmla="*/ 294 w 372"/>
              <a:gd name="T11" fmla="*/ 3 h 166"/>
              <a:gd name="T12" fmla="*/ 293 w 372"/>
              <a:gd name="T13" fmla="*/ 2 h 166"/>
              <a:gd name="T14" fmla="*/ 287 w 372"/>
              <a:gd name="T15" fmla="*/ 0 h 166"/>
              <a:gd name="T16" fmla="*/ 0 w 372"/>
              <a:gd name="T17" fmla="*/ 0 h 166"/>
              <a:gd name="T18" fmla="*/ 0 w 372"/>
              <a:gd name="T19" fmla="*/ 166 h 166"/>
              <a:gd name="T20" fmla="*/ 287 w 372"/>
              <a:gd name="T21"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5" name="Date Placeholder 3"/>
          <p:cNvSpPr>
            <a:spLocks noGrp="1"/>
          </p:cNvSpPr>
          <p:nvPr>
            <p:ph type="dt" sz="half" idx="10"/>
          </p:nvPr>
        </p:nvSpPr>
        <p:spPr/>
        <p:txBody>
          <a:bodyPr/>
          <a:lstStyle>
            <a:lvl1pPr>
              <a:defRPr/>
            </a:lvl1pPr>
          </a:lstStyle>
          <a:p>
            <a:pPr>
              <a:defRPr/>
            </a:pPr>
            <a:fld id="{817D3103-9910-474C-8343-D65E30239BEC}"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a:xfrm>
            <a:off x="531813" y="4529138"/>
            <a:ext cx="779462" cy="365125"/>
          </a:xfrm>
        </p:spPr>
        <p:txBody>
          <a:bodyPr/>
          <a:lstStyle>
            <a:lvl1pPr>
              <a:defRPr/>
            </a:lvl1pPr>
          </a:lstStyle>
          <a:p>
            <a:pPr>
              <a:defRPr/>
            </a:pPr>
            <a:fld id="{ED14ADA1-1DF7-47D2-83E6-F3A2F0598985}" type="slidenum">
              <a:rPr lang="fr-FR"/>
              <a:pPr>
                <a:defRPr/>
              </a:pPr>
              <a:t>‹N°›</a:t>
            </a:fld>
            <a:endParaRPr lang="fr-FR"/>
          </a:p>
        </p:txBody>
      </p:sp>
    </p:spTree>
    <p:extLst>
      <p:ext uri="{BB962C8B-B14F-4D97-AF65-F5344CB8AC3E}">
        <p14:creationId xmlns="" xmlns:p14="http://schemas.microsoft.com/office/powerpoint/2010/main" val="1733194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4"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92925" y="624110"/>
            <a:ext cx="8911687" cy="1280890"/>
          </a:xfrm>
        </p:spPr>
        <p:txBody>
          <a:bodyPr/>
          <a:lstStyle/>
          <a:p>
            <a:r>
              <a:rPr lang="fr-FR" smtClean="0"/>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3"/>
          <p:cNvSpPr>
            <a:spLocks noGrp="1"/>
          </p:cNvSpPr>
          <p:nvPr>
            <p:ph type="dt" sz="half" idx="10"/>
          </p:nvPr>
        </p:nvSpPr>
        <p:spPr/>
        <p:txBody>
          <a:bodyPr/>
          <a:lstStyle>
            <a:lvl1pPr>
              <a:defRPr/>
            </a:lvl1pPr>
          </a:lstStyle>
          <a:p>
            <a:pPr>
              <a:defRPr/>
            </a:pPr>
            <a:fld id="{9A6B395E-10F0-4F58-A9FA-5D9941CAFA7C}"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3B6CA6E9-5922-4392-B789-0C7E44EC6EBB}" type="slidenum">
              <a:rPr lang="fr-FR"/>
              <a:pPr>
                <a:defRPr/>
              </a:pPr>
              <a:t>‹N°›</a:t>
            </a:fld>
            <a:endParaRPr lang="fr-FR"/>
          </a:p>
        </p:txBody>
      </p:sp>
    </p:spTree>
    <p:extLst>
      <p:ext uri="{BB962C8B-B14F-4D97-AF65-F5344CB8AC3E}">
        <p14:creationId xmlns="" xmlns:p14="http://schemas.microsoft.com/office/powerpoint/2010/main" val="41725886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reeform 11"/>
          <p:cNvSpPr>
            <a:spLocks/>
          </p:cNvSpPr>
          <p:nvPr/>
        </p:nvSpPr>
        <p:spPr bwMode="auto">
          <a:xfrm flipV="1">
            <a:off x="-4763" y="31781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5" name="Date Placeholder 3"/>
          <p:cNvSpPr>
            <a:spLocks noGrp="1"/>
          </p:cNvSpPr>
          <p:nvPr>
            <p:ph type="dt" sz="half" idx="10"/>
          </p:nvPr>
        </p:nvSpPr>
        <p:spPr/>
        <p:txBody>
          <a:bodyPr/>
          <a:lstStyle>
            <a:lvl1pPr>
              <a:defRPr/>
            </a:lvl1pPr>
          </a:lstStyle>
          <a:p>
            <a:pPr>
              <a:defRPr/>
            </a:pPr>
            <a:fld id="{121F536B-0650-41CD-AE18-4EBA3A342AE9}"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a:xfrm>
            <a:off x="531813" y="3244850"/>
            <a:ext cx="779462" cy="365125"/>
          </a:xfrm>
        </p:spPr>
        <p:txBody>
          <a:bodyPr/>
          <a:lstStyle>
            <a:lvl1pPr>
              <a:defRPr/>
            </a:lvl1pPr>
          </a:lstStyle>
          <a:p>
            <a:pPr>
              <a:defRPr/>
            </a:pPr>
            <a:fld id="{16BBDDC1-B2C8-463E-B7F9-D5A639A9833C}" type="slidenum">
              <a:rPr lang="fr-FR"/>
              <a:pPr>
                <a:defRPr/>
              </a:pPr>
              <a:t>‹N°›</a:t>
            </a:fld>
            <a:endParaRPr lang="fr-FR"/>
          </a:p>
        </p:txBody>
      </p:sp>
    </p:spTree>
    <p:extLst>
      <p:ext uri="{BB962C8B-B14F-4D97-AF65-F5344CB8AC3E}">
        <p14:creationId xmlns="" xmlns:p14="http://schemas.microsoft.com/office/powerpoint/2010/main" val="42669231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5"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6" name="Date Placeholder 4"/>
          <p:cNvSpPr>
            <a:spLocks noGrp="1"/>
          </p:cNvSpPr>
          <p:nvPr>
            <p:ph type="dt" sz="half" idx="10"/>
          </p:nvPr>
        </p:nvSpPr>
        <p:spPr/>
        <p:txBody>
          <a:bodyPr/>
          <a:lstStyle>
            <a:lvl1pPr>
              <a:defRPr/>
            </a:lvl1pPr>
          </a:lstStyle>
          <a:p>
            <a:pPr>
              <a:defRPr/>
            </a:pPr>
            <a:fld id="{BE9BA0D1-96FE-453B-9215-78BF32DC017F}"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9" name="Slide Number Placeholder 5"/>
          <p:cNvSpPr>
            <a:spLocks noGrp="1"/>
          </p:cNvSpPr>
          <p:nvPr>
            <p:ph type="sldNum" sz="quarter" idx="12"/>
          </p:nvPr>
        </p:nvSpPr>
        <p:spPr/>
        <p:txBody>
          <a:bodyPr/>
          <a:lstStyle>
            <a:lvl1pPr>
              <a:defRPr/>
            </a:lvl1pPr>
          </a:lstStyle>
          <a:p>
            <a:pPr>
              <a:defRPr/>
            </a:pPr>
            <a:fld id="{1B6C6FB4-E87C-4DC7-A83C-1DD734F48136}" type="slidenum">
              <a:rPr lang="fr-FR"/>
              <a:pPr>
                <a:defRPr/>
              </a:pPr>
              <a:t>‹N°›</a:t>
            </a:fld>
            <a:endParaRPr lang="fr-FR"/>
          </a:p>
        </p:txBody>
      </p:sp>
    </p:spTree>
    <p:extLst>
      <p:ext uri="{BB962C8B-B14F-4D97-AF65-F5344CB8AC3E}">
        <p14:creationId xmlns="" xmlns:p14="http://schemas.microsoft.com/office/powerpoint/2010/main" val="6274011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7"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8" name="Date Placeholder 6"/>
          <p:cNvSpPr>
            <a:spLocks noGrp="1"/>
          </p:cNvSpPr>
          <p:nvPr>
            <p:ph type="dt" sz="half" idx="10"/>
          </p:nvPr>
        </p:nvSpPr>
        <p:spPr/>
        <p:txBody>
          <a:bodyPr/>
          <a:lstStyle>
            <a:lvl1pPr>
              <a:defRPr/>
            </a:lvl1pPr>
          </a:lstStyle>
          <a:p>
            <a:pPr>
              <a:defRPr/>
            </a:pPr>
            <a:fld id="{7D019F68-9C6B-481C-9B6C-AF0253F2DEC7}" type="datetime1">
              <a:rPr lang="fr-FR" smtClean="0"/>
              <a:pPr>
                <a:defRPr/>
              </a:pPr>
              <a:t>12/10/2024</a:t>
            </a:fld>
            <a:endParaRPr lang="fr-FR"/>
          </a:p>
        </p:txBody>
      </p:sp>
      <p:sp>
        <p:nvSpPr>
          <p:cNvPr id="9" name="Footer Placeholder 7"/>
          <p:cNvSpPr>
            <a:spLocks noGrp="1"/>
          </p:cNvSpPr>
          <p:nvPr>
            <p:ph type="ftr" sz="quarter" idx="11"/>
          </p:nvPr>
        </p:nvSpPr>
        <p:spPr/>
        <p:txBody>
          <a:bodyPr/>
          <a:lstStyle>
            <a:lvl1pPr>
              <a:defRPr/>
            </a:lvl1pPr>
          </a:lstStyle>
          <a:p>
            <a:pPr>
              <a:defRPr/>
            </a:pPr>
            <a:endParaRPr lang="fr-FR"/>
          </a:p>
        </p:txBody>
      </p:sp>
      <p:sp>
        <p:nvSpPr>
          <p:cNvPr id="11" name="Slide Number Placeholder 5"/>
          <p:cNvSpPr>
            <a:spLocks noGrp="1"/>
          </p:cNvSpPr>
          <p:nvPr>
            <p:ph type="sldNum" sz="quarter" idx="12"/>
          </p:nvPr>
        </p:nvSpPr>
        <p:spPr/>
        <p:txBody>
          <a:bodyPr/>
          <a:lstStyle>
            <a:lvl1pPr>
              <a:defRPr/>
            </a:lvl1pPr>
          </a:lstStyle>
          <a:p>
            <a:pPr>
              <a:defRPr/>
            </a:pPr>
            <a:fld id="{43F2CBE5-D6B3-43F7-A947-AC272CF61697}" type="slidenum">
              <a:rPr lang="fr-FR"/>
              <a:pPr>
                <a:defRPr/>
              </a:pPr>
              <a:t>‹N°›</a:t>
            </a:fld>
            <a:endParaRPr lang="fr-FR"/>
          </a:p>
        </p:txBody>
      </p:sp>
    </p:spTree>
    <p:extLst>
      <p:ext uri="{BB962C8B-B14F-4D97-AF65-F5344CB8AC3E}">
        <p14:creationId xmlns="" xmlns:p14="http://schemas.microsoft.com/office/powerpoint/2010/main" val="40000295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3"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p:txBody>
          <a:bodyPr/>
          <a:lstStyle/>
          <a:p>
            <a:r>
              <a:rPr lang="fr-FR" smtClean="0"/>
              <a:t>Modifiez le style du titre</a:t>
            </a:r>
            <a:endParaRPr lang="en-US" dirty="0"/>
          </a:p>
        </p:txBody>
      </p:sp>
      <p:sp>
        <p:nvSpPr>
          <p:cNvPr id="4" name="Date Placeholder 2"/>
          <p:cNvSpPr>
            <a:spLocks noGrp="1"/>
          </p:cNvSpPr>
          <p:nvPr>
            <p:ph type="dt" sz="half" idx="10"/>
          </p:nvPr>
        </p:nvSpPr>
        <p:spPr/>
        <p:txBody>
          <a:bodyPr/>
          <a:lstStyle>
            <a:lvl1pPr>
              <a:defRPr/>
            </a:lvl1pPr>
          </a:lstStyle>
          <a:p>
            <a:pPr>
              <a:defRPr/>
            </a:pPr>
            <a:fld id="{03F740A4-6C8A-4CBA-BB12-5A2655F7A697}" type="datetime1">
              <a:rPr lang="fr-FR" smtClean="0"/>
              <a:pPr>
                <a:defRPr/>
              </a:pPr>
              <a:t>12/10/2024</a:t>
            </a:fld>
            <a:endParaRPr lang="fr-FR"/>
          </a:p>
        </p:txBody>
      </p:sp>
      <p:sp>
        <p:nvSpPr>
          <p:cNvPr id="5" name="Footer Placeholder 3"/>
          <p:cNvSpPr>
            <a:spLocks noGrp="1"/>
          </p:cNvSpPr>
          <p:nvPr>
            <p:ph type="ftr" sz="quarter" idx="11"/>
          </p:nvPr>
        </p:nvSpPr>
        <p:spPr/>
        <p:txBody>
          <a:bodyPr/>
          <a:lstStyle>
            <a:lvl1pPr>
              <a:defRPr/>
            </a:lvl1pPr>
          </a:lstStyle>
          <a:p>
            <a:pPr>
              <a:defRPr/>
            </a:pPr>
            <a:endParaRPr lang="fr-FR"/>
          </a:p>
        </p:txBody>
      </p:sp>
      <p:sp>
        <p:nvSpPr>
          <p:cNvPr id="6" name="Slide Number Placeholder 4"/>
          <p:cNvSpPr>
            <a:spLocks noGrp="1"/>
          </p:cNvSpPr>
          <p:nvPr>
            <p:ph type="sldNum" sz="quarter" idx="12"/>
          </p:nvPr>
        </p:nvSpPr>
        <p:spPr/>
        <p:txBody>
          <a:bodyPr/>
          <a:lstStyle>
            <a:lvl1pPr>
              <a:defRPr/>
            </a:lvl1pPr>
          </a:lstStyle>
          <a:p>
            <a:pPr>
              <a:defRPr/>
            </a:pPr>
            <a:fld id="{C78F129A-1CAA-4FB6-AF1C-5DEA986F8DB4}" type="slidenum">
              <a:rPr lang="fr-FR"/>
              <a:pPr>
                <a:defRPr/>
              </a:pPr>
              <a:t>‹N°›</a:t>
            </a:fld>
            <a:endParaRPr lang="fr-FR"/>
          </a:p>
        </p:txBody>
      </p:sp>
    </p:spTree>
    <p:extLst>
      <p:ext uri="{BB962C8B-B14F-4D97-AF65-F5344CB8AC3E}">
        <p14:creationId xmlns="" xmlns:p14="http://schemas.microsoft.com/office/powerpoint/2010/main" val="6432086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3" name="Date Placeholder 1"/>
          <p:cNvSpPr>
            <a:spLocks noGrp="1"/>
          </p:cNvSpPr>
          <p:nvPr>
            <p:ph type="dt" sz="half" idx="10"/>
          </p:nvPr>
        </p:nvSpPr>
        <p:spPr/>
        <p:txBody>
          <a:bodyPr/>
          <a:lstStyle>
            <a:lvl1pPr>
              <a:defRPr/>
            </a:lvl1pPr>
          </a:lstStyle>
          <a:p>
            <a:pPr>
              <a:defRPr/>
            </a:pPr>
            <a:fld id="{7F3A0358-91B3-4ECB-BED1-359018FFEE4F}" type="datetime1">
              <a:rPr lang="fr-FR" smtClean="0"/>
              <a:pPr>
                <a:defRPr/>
              </a:pPr>
              <a:t>12/10/2024</a:t>
            </a:fld>
            <a:endParaRPr lang="fr-FR"/>
          </a:p>
        </p:txBody>
      </p:sp>
      <p:sp>
        <p:nvSpPr>
          <p:cNvPr id="4" name="Footer Placeholder 2"/>
          <p:cNvSpPr>
            <a:spLocks noGrp="1"/>
          </p:cNvSpPr>
          <p:nvPr>
            <p:ph type="ftr" sz="quarter" idx="11"/>
          </p:nvPr>
        </p:nvSpPr>
        <p:spPr/>
        <p:txBody>
          <a:bodyPr/>
          <a:lstStyle>
            <a:lvl1pPr>
              <a:defRPr/>
            </a:lvl1pPr>
          </a:lstStyle>
          <a:p>
            <a:pPr>
              <a:defRPr/>
            </a:pPr>
            <a:endParaRPr lang="fr-FR"/>
          </a:p>
        </p:txBody>
      </p:sp>
      <p:sp>
        <p:nvSpPr>
          <p:cNvPr id="5" name="Slide Number Placeholder 3"/>
          <p:cNvSpPr>
            <a:spLocks noGrp="1"/>
          </p:cNvSpPr>
          <p:nvPr>
            <p:ph type="sldNum" sz="quarter" idx="12"/>
          </p:nvPr>
        </p:nvSpPr>
        <p:spPr/>
        <p:txBody>
          <a:bodyPr/>
          <a:lstStyle>
            <a:lvl1pPr>
              <a:defRPr/>
            </a:lvl1pPr>
          </a:lstStyle>
          <a:p>
            <a:pPr>
              <a:defRPr/>
            </a:pPr>
            <a:fld id="{4BFFFB1E-EA0F-49DC-885D-6A38CE3CE228}" type="slidenum">
              <a:rPr lang="fr-FR"/>
              <a:pPr>
                <a:defRPr/>
              </a:pPr>
              <a:t>‹N°›</a:t>
            </a:fld>
            <a:endParaRPr lang="fr-FR"/>
          </a:p>
        </p:txBody>
      </p:sp>
    </p:spTree>
    <p:extLst>
      <p:ext uri="{BB962C8B-B14F-4D97-AF65-F5344CB8AC3E}">
        <p14:creationId xmlns="" xmlns:p14="http://schemas.microsoft.com/office/powerpoint/2010/main" val="42804502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5"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smtClean="0"/>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6" name="Date Placeholder 4"/>
          <p:cNvSpPr>
            <a:spLocks noGrp="1"/>
          </p:cNvSpPr>
          <p:nvPr>
            <p:ph type="dt" sz="half" idx="10"/>
          </p:nvPr>
        </p:nvSpPr>
        <p:spPr/>
        <p:txBody>
          <a:bodyPr/>
          <a:lstStyle>
            <a:lvl1pPr>
              <a:defRPr/>
            </a:lvl1pPr>
          </a:lstStyle>
          <a:p>
            <a:pPr>
              <a:defRPr/>
            </a:pPr>
            <a:fld id="{2D459D9C-F18A-4844-A467-7F97B6719FD6}"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8" name="Slide Number Placeholder 6"/>
          <p:cNvSpPr>
            <a:spLocks noGrp="1"/>
          </p:cNvSpPr>
          <p:nvPr>
            <p:ph type="sldNum" sz="quarter" idx="12"/>
          </p:nvPr>
        </p:nvSpPr>
        <p:spPr/>
        <p:txBody>
          <a:bodyPr/>
          <a:lstStyle>
            <a:lvl1pPr>
              <a:defRPr/>
            </a:lvl1pPr>
          </a:lstStyle>
          <a:p>
            <a:pPr>
              <a:defRPr/>
            </a:pPr>
            <a:fld id="{0C0D22A5-FAA0-4413-8F5C-32F4D4BE9CFB}" type="slidenum">
              <a:rPr lang="fr-FR"/>
              <a:pPr>
                <a:defRPr/>
              </a:pPr>
              <a:t>‹N°›</a:t>
            </a:fld>
            <a:endParaRPr lang="fr-FR"/>
          </a:p>
        </p:txBody>
      </p:sp>
    </p:spTree>
    <p:extLst>
      <p:ext uri="{BB962C8B-B14F-4D97-AF65-F5344CB8AC3E}">
        <p14:creationId xmlns="" xmlns:p14="http://schemas.microsoft.com/office/powerpoint/2010/main" val="11281582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fr-FR" noProof="0" smtClean="0"/>
              <a:t>Cliquez sur l'icône pour ajouter une image</a:t>
            </a:r>
            <a:endParaRPr lang="en-US" noProof="0"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6" name="Date Placeholder 4"/>
          <p:cNvSpPr>
            <a:spLocks noGrp="1"/>
          </p:cNvSpPr>
          <p:nvPr>
            <p:ph type="dt" sz="half" idx="10"/>
          </p:nvPr>
        </p:nvSpPr>
        <p:spPr/>
        <p:txBody>
          <a:bodyPr/>
          <a:lstStyle>
            <a:lvl1pPr>
              <a:defRPr/>
            </a:lvl1pPr>
          </a:lstStyle>
          <a:p>
            <a:pPr>
              <a:defRPr/>
            </a:pPr>
            <a:fld id="{FC5666EB-32A9-40EE-B2D8-DD902BC21ADA}"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8" name="Slide Number Placeholder 6"/>
          <p:cNvSpPr>
            <a:spLocks noGrp="1"/>
          </p:cNvSpPr>
          <p:nvPr>
            <p:ph type="sldNum" sz="quarter" idx="12"/>
          </p:nvPr>
        </p:nvSpPr>
        <p:spPr>
          <a:xfrm>
            <a:off x="531813" y="4983163"/>
            <a:ext cx="779462" cy="365125"/>
          </a:xfrm>
        </p:spPr>
        <p:txBody>
          <a:bodyPr/>
          <a:lstStyle>
            <a:lvl1pPr>
              <a:defRPr/>
            </a:lvl1pPr>
          </a:lstStyle>
          <a:p>
            <a:pPr>
              <a:defRPr/>
            </a:pPr>
            <a:fld id="{7F9C83DB-FEFF-4507-BFD8-1152E908778C}" type="slidenum">
              <a:rPr lang="fr-FR"/>
              <a:pPr>
                <a:defRPr/>
              </a:pPr>
              <a:t>‹N°›</a:t>
            </a:fld>
            <a:endParaRPr lang="fr-FR"/>
          </a:p>
        </p:txBody>
      </p:sp>
    </p:spTree>
    <p:extLst>
      <p:ext uri="{BB962C8B-B14F-4D97-AF65-F5344CB8AC3E}">
        <p14:creationId xmlns="" xmlns:p14="http://schemas.microsoft.com/office/powerpoint/2010/main" val="27354335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4" name="Freeform 11"/>
          <p:cNvSpPr>
            <a:spLocks/>
          </p:cNvSpPr>
          <p:nvPr/>
        </p:nvSpPr>
        <p:spPr bwMode="auto">
          <a:xfrm flipV="1">
            <a:off x="-4763" y="31781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5" name="Date Placeholder 3"/>
          <p:cNvSpPr>
            <a:spLocks noGrp="1"/>
          </p:cNvSpPr>
          <p:nvPr>
            <p:ph type="dt" sz="half" idx="10"/>
          </p:nvPr>
        </p:nvSpPr>
        <p:spPr/>
        <p:txBody>
          <a:bodyPr/>
          <a:lstStyle>
            <a:lvl1pPr>
              <a:defRPr/>
            </a:lvl1pPr>
          </a:lstStyle>
          <a:p>
            <a:pPr>
              <a:defRPr/>
            </a:pPr>
            <a:fld id="{077809CC-4F1A-4564-BE1C-EA31C6A6F56D}"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a:xfrm>
            <a:off x="531813" y="3244850"/>
            <a:ext cx="779462" cy="365125"/>
          </a:xfrm>
        </p:spPr>
        <p:txBody>
          <a:bodyPr/>
          <a:lstStyle>
            <a:lvl1pPr>
              <a:defRPr/>
            </a:lvl1pPr>
          </a:lstStyle>
          <a:p>
            <a:pPr>
              <a:defRPr/>
            </a:pPr>
            <a:fld id="{D0B1703A-0A3F-4B23-AA92-2313FAD7DD9A}" type="slidenum">
              <a:rPr lang="fr-FR"/>
              <a:pPr>
                <a:defRPr/>
              </a:pPr>
              <a:t>‹N°›</a:t>
            </a:fld>
            <a:endParaRPr lang="fr-FR"/>
          </a:p>
        </p:txBody>
      </p:sp>
    </p:spTree>
    <p:extLst>
      <p:ext uri="{BB962C8B-B14F-4D97-AF65-F5344CB8AC3E}">
        <p14:creationId xmlns="" xmlns:p14="http://schemas.microsoft.com/office/powerpoint/2010/main" val="33773647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5" name="Freeform 11"/>
          <p:cNvSpPr>
            <a:spLocks/>
          </p:cNvSpPr>
          <p:nvPr/>
        </p:nvSpPr>
        <p:spPr bwMode="auto">
          <a:xfrm flipV="1">
            <a:off x="-4763" y="31781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6" name="TextBox 13"/>
          <p:cNvSpPr txBox="1">
            <a:spLocks noChangeArrowheads="1"/>
          </p:cNvSpPr>
          <p:nvPr/>
        </p:nvSpPr>
        <p:spPr bwMode="auto">
          <a:xfrm>
            <a:off x="2466975" y="647700"/>
            <a:ext cx="609600" cy="585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chemeClr val="accent1"/>
                </a:solidFill>
                <a:latin typeface="Arial" panose="020B0604020202020204" pitchFamily="34" charset="0"/>
              </a:rPr>
              <a:t>“</a:t>
            </a:r>
          </a:p>
        </p:txBody>
      </p:sp>
      <p:sp>
        <p:nvSpPr>
          <p:cNvPr id="7" name="TextBox 14"/>
          <p:cNvSpPr txBox="1">
            <a:spLocks noChangeArrowheads="1"/>
          </p:cNvSpPr>
          <p:nvPr/>
        </p:nvSpPr>
        <p:spPr bwMode="auto">
          <a:xfrm>
            <a:off x="11114088" y="2905125"/>
            <a:ext cx="6096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chemeClr val="accent1"/>
                </a:solidFill>
                <a:latin typeface="Arial" panose="020B0604020202020204" pitchFamily="34" charset="0"/>
              </a:rPr>
              <a:t>”</a:t>
            </a:r>
          </a:p>
        </p:txBody>
      </p:sp>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8" name="Date Placeholder 3"/>
          <p:cNvSpPr>
            <a:spLocks noGrp="1"/>
          </p:cNvSpPr>
          <p:nvPr>
            <p:ph type="dt" sz="half" idx="14"/>
          </p:nvPr>
        </p:nvSpPr>
        <p:spPr/>
        <p:txBody>
          <a:bodyPr/>
          <a:lstStyle>
            <a:lvl1pPr>
              <a:defRPr/>
            </a:lvl1pPr>
          </a:lstStyle>
          <a:p>
            <a:pPr>
              <a:defRPr/>
            </a:pPr>
            <a:fld id="{732F7819-0D81-43B0-89AA-6D4FC7F545C5}" type="datetime1">
              <a:rPr lang="fr-FR" smtClean="0"/>
              <a:pPr>
                <a:defRPr/>
              </a:pPr>
              <a:t>12/10/2024</a:t>
            </a:fld>
            <a:endParaRPr lang="fr-FR"/>
          </a:p>
        </p:txBody>
      </p:sp>
      <p:sp>
        <p:nvSpPr>
          <p:cNvPr id="9" name="Footer Placeholder 4"/>
          <p:cNvSpPr>
            <a:spLocks noGrp="1"/>
          </p:cNvSpPr>
          <p:nvPr>
            <p:ph type="ftr" sz="quarter" idx="15"/>
          </p:nvPr>
        </p:nvSpPr>
        <p:spPr/>
        <p:txBody>
          <a:bodyPr/>
          <a:lstStyle>
            <a:lvl1pPr>
              <a:defRPr/>
            </a:lvl1pPr>
          </a:lstStyle>
          <a:p>
            <a:pPr>
              <a:defRPr/>
            </a:pPr>
            <a:endParaRPr lang="fr-FR"/>
          </a:p>
        </p:txBody>
      </p:sp>
      <p:sp>
        <p:nvSpPr>
          <p:cNvPr id="10" name="Slide Number Placeholder 5"/>
          <p:cNvSpPr>
            <a:spLocks noGrp="1"/>
          </p:cNvSpPr>
          <p:nvPr>
            <p:ph type="sldNum" sz="quarter" idx="16"/>
          </p:nvPr>
        </p:nvSpPr>
        <p:spPr>
          <a:xfrm>
            <a:off x="531813" y="3244850"/>
            <a:ext cx="779462" cy="365125"/>
          </a:xfrm>
        </p:spPr>
        <p:txBody>
          <a:bodyPr/>
          <a:lstStyle>
            <a:lvl1pPr>
              <a:defRPr/>
            </a:lvl1pPr>
          </a:lstStyle>
          <a:p>
            <a:pPr>
              <a:defRPr/>
            </a:pPr>
            <a:fld id="{7AC6C9B7-05DD-4297-AE71-971BBB6488E3}" type="slidenum">
              <a:rPr lang="fr-FR"/>
              <a:pPr>
                <a:defRPr/>
              </a:pPr>
              <a:t>‹N°›</a:t>
            </a:fld>
            <a:endParaRPr lang="fr-FR"/>
          </a:p>
        </p:txBody>
      </p:sp>
    </p:spTree>
    <p:extLst>
      <p:ext uri="{BB962C8B-B14F-4D97-AF65-F5344CB8AC3E}">
        <p14:creationId xmlns="" xmlns:p14="http://schemas.microsoft.com/office/powerpoint/2010/main" val="21821751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smtClean="0"/>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rtlCol="0">
            <a:normAutofit/>
          </a:bodyPr>
          <a:lstStyle>
            <a:lvl1pPr>
              <a:buNone/>
              <a:defRPr lang="en-US">
                <a:solidFill>
                  <a:schemeClr val="tx1">
                    <a:lumMod val="65000"/>
                    <a:lumOff val="35000"/>
                  </a:schemeClr>
                </a:solidFill>
              </a:defRPr>
            </a:lvl1pPr>
          </a:lstStyle>
          <a:p>
            <a:pPr lvl="0"/>
            <a:r>
              <a:rPr lang="fr-FR" smtClean="0"/>
              <a:t>Modifiez les styles du texte du masque</a:t>
            </a:r>
          </a:p>
        </p:txBody>
      </p:sp>
      <p:sp>
        <p:nvSpPr>
          <p:cNvPr id="6" name="Date Placeholder 4"/>
          <p:cNvSpPr>
            <a:spLocks noGrp="1"/>
          </p:cNvSpPr>
          <p:nvPr>
            <p:ph type="dt" sz="half" idx="10"/>
          </p:nvPr>
        </p:nvSpPr>
        <p:spPr/>
        <p:txBody>
          <a:bodyPr/>
          <a:lstStyle>
            <a:lvl1pPr>
              <a:defRPr/>
            </a:lvl1pPr>
          </a:lstStyle>
          <a:p>
            <a:pPr>
              <a:defRPr/>
            </a:pPr>
            <a:fld id="{1A8A3A46-0EE9-470B-A083-122012179508}" type="datetime1">
              <a:rPr lang="fr-FR" smtClean="0"/>
              <a:pPr>
                <a:defRPr/>
              </a:pPr>
              <a:t>12/10/2024</a:t>
            </a:fld>
            <a:endParaRPr lang="fr-FR"/>
          </a:p>
        </p:txBody>
      </p:sp>
      <p:sp>
        <p:nvSpPr>
          <p:cNvPr id="7" name="Footer Placeholder 5"/>
          <p:cNvSpPr>
            <a:spLocks noGrp="1"/>
          </p:cNvSpPr>
          <p:nvPr>
            <p:ph type="ftr" sz="quarter" idx="11"/>
          </p:nvPr>
        </p:nvSpPr>
        <p:spPr/>
        <p:txBody>
          <a:bodyPr/>
          <a:lstStyle>
            <a:lvl1pPr>
              <a:defRPr/>
            </a:lvl1pPr>
          </a:lstStyle>
          <a:p>
            <a:pPr>
              <a:defRPr/>
            </a:pPr>
            <a:endParaRPr lang="fr-FR"/>
          </a:p>
        </p:txBody>
      </p:sp>
      <p:sp>
        <p:nvSpPr>
          <p:cNvPr id="8" name="Slide Number Placeholder 6"/>
          <p:cNvSpPr>
            <a:spLocks noGrp="1"/>
          </p:cNvSpPr>
          <p:nvPr>
            <p:ph type="sldNum" sz="quarter" idx="12"/>
          </p:nvPr>
        </p:nvSpPr>
        <p:spPr>
          <a:xfrm>
            <a:off x="531813" y="4983163"/>
            <a:ext cx="779462" cy="365125"/>
          </a:xfrm>
        </p:spPr>
        <p:txBody>
          <a:bodyPr/>
          <a:lstStyle>
            <a:lvl1pPr>
              <a:defRPr/>
            </a:lvl1pPr>
          </a:lstStyle>
          <a:p>
            <a:pPr>
              <a:defRPr/>
            </a:pPr>
            <a:fld id="{A151A5E5-A1B4-498F-A073-61754E57D37B}" type="slidenum">
              <a:rPr lang="fr-FR"/>
              <a:pPr>
                <a:defRPr/>
              </a:pPr>
              <a:t>‹N°›</a:t>
            </a:fld>
            <a:endParaRPr lang="fr-FR"/>
          </a:p>
        </p:txBody>
      </p:sp>
    </p:spTree>
    <p:extLst>
      <p:ext uri="{BB962C8B-B14F-4D97-AF65-F5344CB8AC3E}">
        <p14:creationId xmlns="" xmlns:p14="http://schemas.microsoft.com/office/powerpoint/2010/main" val="30381975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6" name="TextBox 16"/>
          <p:cNvSpPr txBox="1">
            <a:spLocks noChangeArrowheads="1"/>
          </p:cNvSpPr>
          <p:nvPr/>
        </p:nvSpPr>
        <p:spPr bwMode="auto">
          <a:xfrm>
            <a:off x="2466975" y="647700"/>
            <a:ext cx="609600" cy="585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chemeClr val="accent1"/>
                </a:solidFill>
                <a:latin typeface="Arial" panose="020B0604020202020204" pitchFamily="34" charset="0"/>
              </a:rPr>
              <a:t>“</a:t>
            </a:r>
          </a:p>
        </p:txBody>
      </p:sp>
      <p:sp>
        <p:nvSpPr>
          <p:cNvPr id="7" name="TextBox 17"/>
          <p:cNvSpPr txBox="1">
            <a:spLocks noChangeArrowheads="1"/>
          </p:cNvSpPr>
          <p:nvPr/>
        </p:nvSpPr>
        <p:spPr bwMode="auto">
          <a:xfrm>
            <a:off x="11114088" y="2905125"/>
            <a:ext cx="6096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fontAlgn="base">
              <a:spcBef>
                <a:spcPct val="0"/>
              </a:spcBef>
              <a:spcAft>
                <a:spcPct val="0"/>
              </a:spcAft>
              <a:defRPr>
                <a:solidFill>
                  <a:schemeClr val="tx1"/>
                </a:solidFill>
                <a:latin typeface="Century Gothic" panose="020B0502020202020204" pitchFamily="34" charset="0"/>
              </a:defRPr>
            </a:lvl6pPr>
            <a:lvl7pPr marL="2971800" indent="-228600" fontAlgn="base">
              <a:spcBef>
                <a:spcPct val="0"/>
              </a:spcBef>
              <a:spcAft>
                <a:spcPct val="0"/>
              </a:spcAft>
              <a:defRPr>
                <a:solidFill>
                  <a:schemeClr val="tx1"/>
                </a:solidFill>
                <a:latin typeface="Century Gothic" panose="020B0502020202020204" pitchFamily="34" charset="0"/>
              </a:defRPr>
            </a:lvl7pPr>
            <a:lvl8pPr marL="3429000" indent="-228600" fontAlgn="base">
              <a:spcBef>
                <a:spcPct val="0"/>
              </a:spcBef>
              <a:spcAft>
                <a:spcPct val="0"/>
              </a:spcAft>
              <a:defRPr>
                <a:solidFill>
                  <a:schemeClr val="tx1"/>
                </a:solidFill>
                <a:latin typeface="Century Gothic" panose="020B0502020202020204" pitchFamily="34" charset="0"/>
              </a:defRPr>
            </a:lvl8pPr>
            <a:lvl9pPr marL="3886200" indent="-228600" fontAlgn="base">
              <a:spcBef>
                <a:spcPct val="0"/>
              </a:spcBef>
              <a:spcAft>
                <a:spcPct val="0"/>
              </a:spcAft>
              <a:defRPr>
                <a:solidFill>
                  <a:schemeClr val="tx1"/>
                </a:solidFill>
                <a:latin typeface="Century Gothic" panose="020B0502020202020204" pitchFamily="34" charset="0"/>
              </a:defRPr>
            </a:lvl9pPr>
          </a:lstStyle>
          <a:p>
            <a:pPr eaLnBrk="1" hangingPunct="1"/>
            <a:r>
              <a:rPr lang="en-US" sz="8000">
                <a:solidFill>
                  <a:schemeClr val="accent1"/>
                </a:solidFill>
                <a:latin typeface="Arial" panose="020B0604020202020204" pitchFamily="34" charset="0"/>
              </a:rPr>
              <a:t>”</a:t>
            </a:r>
          </a:p>
        </p:txBody>
      </p:sp>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4" name="Text Placeholder 3"/>
          <p:cNvSpPr>
            <a:spLocks noGrp="1"/>
          </p:cNvSpPr>
          <p:nvPr>
            <p:ph type="body" sz="half" idx="2"/>
          </p:nvPr>
        </p:nvSpPr>
        <p:spPr>
          <a:xfrm>
            <a:off x="2589213" y="5181600"/>
            <a:ext cx="8915400" cy="729622"/>
          </a:xfrm>
        </p:spPr>
        <p:txBody>
          <a:bodyPr rtlCol="0">
            <a:normAutofit/>
          </a:bodyPr>
          <a:lstStyle>
            <a:lvl1pPr>
              <a:buNone/>
              <a:defRPr lang="en-US">
                <a:solidFill>
                  <a:schemeClr val="tx1">
                    <a:lumMod val="65000"/>
                    <a:lumOff val="35000"/>
                  </a:schemeClr>
                </a:solidFill>
              </a:defRPr>
            </a:lvl1pPr>
          </a:lstStyle>
          <a:p>
            <a:pPr lvl="0"/>
            <a:r>
              <a:rPr lang="fr-FR" smtClean="0"/>
              <a:t>Modifiez les styles du texte du masque</a:t>
            </a:r>
          </a:p>
        </p:txBody>
      </p:sp>
      <p:sp>
        <p:nvSpPr>
          <p:cNvPr id="8" name="Date Placeholder 4"/>
          <p:cNvSpPr>
            <a:spLocks noGrp="1"/>
          </p:cNvSpPr>
          <p:nvPr>
            <p:ph type="dt" sz="half" idx="14"/>
          </p:nvPr>
        </p:nvSpPr>
        <p:spPr/>
        <p:txBody>
          <a:bodyPr/>
          <a:lstStyle>
            <a:lvl1pPr>
              <a:defRPr/>
            </a:lvl1pPr>
          </a:lstStyle>
          <a:p>
            <a:pPr>
              <a:defRPr/>
            </a:pPr>
            <a:fld id="{2051AAB7-32C0-436F-BCE7-27D26BA209A2}" type="datetime1">
              <a:rPr lang="fr-FR" smtClean="0"/>
              <a:pPr>
                <a:defRPr/>
              </a:pPr>
              <a:t>12/10/2024</a:t>
            </a:fld>
            <a:endParaRPr lang="fr-FR"/>
          </a:p>
        </p:txBody>
      </p:sp>
      <p:sp>
        <p:nvSpPr>
          <p:cNvPr id="9" name="Footer Placeholder 5"/>
          <p:cNvSpPr>
            <a:spLocks noGrp="1"/>
          </p:cNvSpPr>
          <p:nvPr>
            <p:ph type="ftr" sz="quarter" idx="15"/>
          </p:nvPr>
        </p:nvSpPr>
        <p:spPr/>
        <p:txBody>
          <a:bodyPr/>
          <a:lstStyle>
            <a:lvl1pPr>
              <a:defRPr/>
            </a:lvl1pPr>
          </a:lstStyle>
          <a:p>
            <a:pPr>
              <a:defRPr/>
            </a:pPr>
            <a:endParaRPr lang="fr-FR"/>
          </a:p>
        </p:txBody>
      </p:sp>
      <p:sp>
        <p:nvSpPr>
          <p:cNvPr id="10" name="Slide Number Placeholder 6"/>
          <p:cNvSpPr>
            <a:spLocks noGrp="1"/>
          </p:cNvSpPr>
          <p:nvPr>
            <p:ph type="sldNum" sz="quarter" idx="16"/>
          </p:nvPr>
        </p:nvSpPr>
        <p:spPr>
          <a:xfrm>
            <a:off x="531813" y="4983163"/>
            <a:ext cx="779462" cy="365125"/>
          </a:xfrm>
        </p:spPr>
        <p:txBody>
          <a:bodyPr/>
          <a:lstStyle>
            <a:lvl1pPr>
              <a:defRPr/>
            </a:lvl1pPr>
          </a:lstStyle>
          <a:p>
            <a:pPr>
              <a:defRPr/>
            </a:pPr>
            <a:fld id="{82041919-6D86-447D-BB5F-90FB38CAE6BA}" type="slidenum">
              <a:rPr lang="fr-FR"/>
              <a:pPr>
                <a:defRPr/>
              </a:pPr>
              <a:t>‹N°›</a:t>
            </a:fld>
            <a:endParaRPr lang="fr-FR"/>
          </a:p>
        </p:txBody>
      </p:sp>
    </p:spTree>
    <p:extLst>
      <p:ext uri="{BB962C8B-B14F-4D97-AF65-F5344CB8AC3E}">
        <p14:creationId xmlns="" xmlns:p14="http://schemas.microsoft.com/office/powerpoint/2010/main" val="5344630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5" name="Freeform 11"/>
          <p:cNvSpPr>
            <a:spLocks/>
          </p:cNvSpPr>
          <p:nvPr/>
        </p:nvSpPr>
        <p:spPr bwMode="auto">
          <a:xfrm flipV="1">
            <a:off x="-4763" y="491172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4" name="Text Placeholder 3"/>
          <p:cNvSpPr>
            <a:spLocks noGrp="1"/>
          </p:cNvSpPr>
          <p:nvPr>
            <p:ph type="body" sz="half" idx="2"/>
          </p:nvPr>
        </p:nvSpPr>
        <p:spPr>
          <a:xfrm>
            <a:off x="2589213" y="5181600"/>
            <a:ext cx="8915400" cy="729622"/>
          </a:xfrm>
        </p:spPr>
        <p:txBody>
          <a:bodyPr rtlCol="0">
            <a:normAutofit/>
          </a:bodyPr>
          <a:lstStyle>
            <a:lvl1pPr>
              <a:buNone/>
              <a:defRPr lang="en-US">
                <a:solidFill>
                  <a:schemeClr val="tx1">
                    <a:lumMod val="65000"/>
                    <a:lumOff val="35000"/>
                  </a:schemeClr>
                </a:solidFill>
              </a:defRPr>
            </a:lvl1pPr>
          </a:lstStyle>
          <a:p>
            <a:pPr lvl="0"/>
            <a:r>
              <a:rPr lang="fr-FR" smtClean="0"/>
              <a:t>Modifiez les styles du texte du masque</a:t>
            </a:r>
          </a:p>
        </p:txBody>
      </p:sp>
      <p:sp>
        <p:nvSpPr>
          <p:cNvPr id="6" name="Date Placeholder 4"/>
          <p:cNvSpPr>
            <a:spLocks noGrp="1"/>
          </p:cNvSpPr>
          <p:nvPr>
            <p:ph type="dt" sz="half" idx="14"/>
          </p:nvPr>
        </p:nvSpPr>
        <p:spPr/>
        <p:txBody>
          <a:bodyPr/>
          <a:lstStyle>
            <a:lvl1pPr>
              <a:defRPr/>
            </a:lvl1pPr>
          </a:lstStyle>
          <a:p>
            <a:pPr>
              <a:defRPr/>
            </a:pPr>
            <a:fld id="{30C2B1F5-EAE9-4F6A-A69F-A4CB8A4560EA}" type="datetime1">
              <a:rPr lang="fr-FR" smtClean="0"/>
              <a:pPr>
                <a:defRPr/>
              </a:pPr>
              <a:t>12/10/2024</a:t>
            </a:fld>
            <a:endParaRPr lang="fr-FR"/>
          </a:p>
        </p:txBody>
      </p:sp>
      <p:sp>
        <p:nvSpPr>
          <p:cNvPr id="7" name="Footer Placeholder 5"/>
          <p:cNvSpPr>
            <a:spLocks noGrp="1"/>
          </p:cNvSpPr>
          <p:nvPr>
            <p:ph type="ftr" sz="quarter" idx="15"/>
          </p:nvPr>
        </p:nvSpPr>
        <p:spPr/>
        <p:txBody>
          <a:bodyPr/>
          <a:lstStyle>
            <a:lvl1pPr>
              <a:defRPr/>
            </a:lvl1pPr>
          </a:lstStyle>
          <a:p>
            <a:pPr>
              <a:defRPr/>
            </a:pPr>
            <a:endParaRPr lang="fr-FR"/>
          </a:p>
        </p:txBody>
      </p:sp>
      <p:sp>
        <p:nvSpPr>
          <p:cNvPr id="8" name="Slide Number Placeholder 6"/>
          <p:cNvSpPr>
            <a:spLocks noGrp="1"/>
          </p:cNvSpPr>
          <p:nvPr>
            <p:ph type="sldNum" sz="quarter" idx="16"/>
          </p:nvPr>
        </p:nvSpPr>
        <p:spPr>
          <a:xfrm>
            <a:off x="531813" y="4983163"/>
            <a:ext cx="779462" cy="365125"/>
          </a:xfrm>
        </p:spPr>
        <p:txBody>
          <a:bodyPr/>
          <a:lstStyle>
            <a:lvl1pPr>
              <a:defRPr/>
            </a:lvl1pPr>
          </a:lstStyle>
          <a:p>
            <a:pPr>
              <a:defRPr/>
            </a:pPr>
            <a:fld id="{BC0C16DB-79ED-4FFF-A3C9-6F7D9FF59C1D}" type="slidenum">
              <a:rPr lang="fr-FR"/>
              <a:pPr>
                <a:defRPr/>
              </a:pPr>
              <a:t>‹N°›</a:t>
            </a:fld>
            <a:endParaRPr lang="fr-FR"/>
          </a:p>
        </p:txBody>
      </p:sp>
    </p:spTree>
    <p:extLst>
      <p:ext uri="{BB962C8B-B14F-4D97-AF65-F5344CB8AC3E}">
        <p14:creationId xmlns="" xmlns:p14="http://schemas.microsoft.com/office/powerpoint/2010/main" val="38945312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4"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3"/>
          <p:cNvSpPr>
            <a:spLocks noGrp="1"/>
          </p:cNvSpPr>
          <p:nvPr>
            <p:ph type="dt" sz="half" idx="10"/>
          </p:nvPr>
        </p:nvSpPr>
        <p:spPr/>
        <p:txBody>
          <a:bodyPr/>
          <a:lstStyle>
            <a:lvl1pPr>
              <a:defRPr/>
            </a:lvl1pPr>
          </a:lstStyle>
          <a:p>
            <a:pPr>
              <a:defRPr/>
            </a:pPr>
            <a:fld id="{74890AB4-0495-42DB-B651-54D9526F0A63}"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5281ADF9-B44D-401B-A732-B3F73C67F092}" type="slidenum">
              <a:rPr lang="fr-FR"/>
              <a:pPr>
                <a:defRPr/>
              </a:pPr>
              <a:t>‹N°›</a:t>
            </a:fld>
            <a:endParaRPr lang="fr-FR"/>
          </a:p>
        </p:txBody>
      </p:sp>
    </p:spTree>
    <p:extLst>
      <p:ext uri="{BB962C8B-B14F-4D97-AF65-F5344CB8AC3E}">
        <p14:creationId xmlns="" xmlns:p14="http://schemas.microsoft.com/office/powerpoint/2010/main" val="42505713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4" name="Freeform 11"/>
          <p:cNvSpPr>
            <a:spLocks/>
          </p:cNvSpPr>
          <p:nvPr/>
        </p:nvSpPr>
        <p:spPr bwMode="auto">
          <a:xfrm flipV="1">
            <a:off x="-4763" y="714375"/>
            <a:ext cx="1589088" cy="508000"/>
          </a:xfrm>
          <a:custGeom>
            <a:avLst/>
            <a:gdLst>
              <a:gd name="T0" fmla="*/ 9248 w 9248"/>
              <a:gd name="T1" fmla="*/ 4701 h 10000"/>
              <a:gd name="T2" fmla="*/ 7915 w 9248"/>
              <a:gd name="T3" fmla="*/ 188 h 10000"/>
              <a:gd name="T4" fmla="*/ 7886 w 9248"/>
              <a:gd name="T5" fmla="*/ 94 h 10000"/>
              <a:gd name="T6" fmla="*/ 7803 w 9248"/>
              <a:gd name="T7" fmla="*/ 0 h 10000"/>
              <a:gd name="T8" fmla="*/ 7275 w 9248"/>
              <a:gd name="T9" fmla="*/ 0 h 10000"/>
              <a:gd name="T10" fmla="*/ 0 w 9248"/>
              <a:gd name="T11" fmla="*/ 70 h 10000"/>
              <a:gd name="T12" fmla="*/ 25 w 9248"/>
              <a:gd name="T13" fmla="*/ 10000 h 10000"/>
              <a:gd name="T14" fmla="*/ 7275 w 9248"/>
              <a:gd name="T15" fmla="*/ 9966 h 10000"/>
              <a:gd name="T16" fmla="*/ 7803 w 9248"/>
              <a:gd name="T17" fmla="*/ 9966 h 10000"/>
              <a:gd name="T18" fmla="*/ 7886 w 9248"/>
              <a:gd name="T19" fmla="*/ 9872 h 10000"/>
              <a:gd name="T20" fmla="*/ 7915 w 9248"/>
              <a:gd name="T21" fmla="*/ 9778 h 10000"/>
              <a:gd name="T22" fmla="*/ 9248 w 9248"/>
              <a:gd name="T23" fmla="*/ 5265 h 10000"/>
              <a:gd name="T24" fmla="*/ 9248 w 9248"/>
              <a:gd name="T25" fmla="*/ 4701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 name="Vertical Title 1"/>
          <p:cNvSpPr>
            <a:spLocks noGrp="1"/>
          </p:cNvSpPr>
          <p:nvPr>
            <p:ph type="title" orient="vert"/>
          </p:nvPr>
        </p:nvSpPr>
        <p:spPr>
          <a:xfrm>
            <a:off x="9294812" y="627405"/>
            <a:ext cx="2207601" cy="5283817"/>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3"/>
          <p:cNvSpPr>
            <a:spLocks noGrp="1"/>
          </p:cNvSpPr>
          <p:nvPr>
            <p:ph type="dt" sz="half" idx="10"/>
          </p:nvPr>
        </p:nvSpPr>
        <p:spPr/>
        <p:txBody>
          <a:bodyPr/>
          <a:lstStyle>
            <a:lvl1pPr>
              <a:defRPr/>
            </a:lvl1pPr>
          </a:lstStyle>
          <a:p>
            <a:pPr>
              <a:defRPr/>
            </a:pPr>
            <a:fld id="{37C91392-592E-491C-B25D-C5B4D1637E9E}" type="datetime1">
              <a:rPr lang="fr-FR" smtClean="0"/>
              <a:pPr>
                <a:defRPr/>
              </a:pPr>
              <a:t>12/10/2024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C8F80888-349B-4F47-87A7-4753D2E35B49}" type="slidenum">
              <a:rPr lang="fr-FR"/>
              <a:pPr>
                <a:defRPr/>
              </a:pPr>
              <a:t>‹N°›</a:t>
            </a:fld>
            <a:endParaRPr lang="fr-FR"/>
          </a:p>
        </p:txBody>
      </p:sp>
    </p:spTree>
    <p:extLst>
      <p:ext uri="{BB962C8B-B14F-4D97-AF65-F5344CB8AC3E}">
        <p14:creationId xmlns="" xmlns:p14="http://schemas.microsoft.com/office/powerpoint/2010/main" val="1577467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026" name="Group 22"/>
          <p:cNvGrpSpPr>
            <a:grpSpLocks/>
          </p:cNvGrpSpPr>
          <p:nvPr/>
        </p:nvGrpSpPr>
        <p:grpSpPr bwMode="auto">
          <a:xfrm>
            <a:off x="0" y="228600"/>
            <a:ext cx="2851150" cy="6638925"/>
            <a:chOff x="2487613" y="285750"/>
            <a:chExt cx="2428875" cy="5654676"/>
          </a:xfrm>
        </p:grpSpPr>
        <p:sp>
          <p:nvSpPr>
            <p:cNvPr id="1046" name="Freeform 11"/>
            <p:cNvSpPr>
              <a:spLocks/>
            </p:cNvSpPr>
            <p:nvPr/>
          </p:nvSpPr>
          <p:spPr bwMode="auto">
            <a:xfrm>
              <a:off x="2487613" y="2284413"/>
              <a:ext cx="85725" cy="533400"/>
            </a:xfrm>
            <a:custGeom>
              <a:avLst/>
              <a:gdLst>
                <a:gd name="T0" fmla="*/ 22 w 22"/>
                <a:gd name="T1" fmla="*/ 136 h 136"/>
                <a:gd name="T2" fmla="*/ 17 w 22"/>
                <a:gd name="T3" fmla="*/ 80 h 136"/>
                <a:gd name="T4" fmla="*/ 0 w 22"/>
                <a:gd name="T5" fmla="*/ 0 h 136"/>
                <a:gd name="T6" fmla="*/ 0 w 22"/>
                <a:gd name="T7" fmla="*/ 35 h 136"/>
                <a:gd name="T8" fmla="*/ 20 w 22"/>
                <a:gd name="T9" fmla="*/ 124 h 136"/>
                <a:gd name="T10" fmla="*/ 22 w 22"/>
                <a:gd name="T11" fmla="*/ 136 h 136"/>
              </a:gdLst>
              <a:ahLst/>
              <a:cxnLst>
                <a:cxn ang="0">
                  <a:pos x="T0" y="T1"/>
                </a:cxn>
                <a:cxn ang="0">
                  <a:pos x="T2" y="T3"/>
                </a:cxn>
                <a:cxn ang="0">
                  <a:pos x="T4" y="T5"/>
                </a:cxn>
                <a:cxn ang="0">
                  <a:pos x="T6" y="T7"/>
                </a:cxn>
                <a:cxn ang="0">
                  <a:pos x="T8" y="T9"/>
                </a:cxn>
                <a:cxn ang="0">
                  <a:pos x="T10" y="T11"/>
                </a:cxn>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7" name="Freeform 12"/>
            <p:cNvSpPr>
              <a:spLocks/>
            </p:cNvSpPr>
            <p:nvPr/>
          </p:nvSpPr>
          <p:spPr bwMode="auto">
            <a:xfrm>
              <a:off x="2597151" y="2779713"/>
              <a:ext cx="550863" cy="1978025"/>
            </a:xfrm>
            <a:custGeom>
              <a:avLst/>
              <a:gdLst>
                <a:gd name="T0" fmla="*/ 86 w 140"/>
                <a:gd name="T1" fmla="*/ 350 h 504"/>
                <a:gd name="T2" fmla="*/ 139 w 140"/>
                <a:gd name="T3" fmla="*/ 504 h 504"/>
                <a:gd name="T4" fmla="*/ 140 w 140"/>
                <a:gd name="T5" fmla="*/ 478 h 504"/>
                <a:gd name="T6" fmla="*/ 95 w 140"/>
                <a:gd name="T7" fmla="*/ 347 h 504"/>
                <a:gd name="T8" fmla="*/ 0 w 140"/>
                <a:gd name="T9" fmla="*/ 0 h 504"/>
                <a:gd name="T10" fmla="*/ 6 w 140"/>
                <a:gd name="T11" fmla="*/ 61 h 504"/>
                <a:gd name="T12" fmla="*/ 86 w 140"/>
                <a:gd name="T13" fmla="*/ 350 h 504"/>
              </a:gdLst>
              <a:ahLst/>
              <a:cxnLst>
                <a:cxn ang="0">
                  <a:pos x="T0" y="T1"/>
                </a:cxn>
                <a:cxn ang="0">
                  <a:pos x="T2" y="T3"/>
                </a:cxn>
                <a:cxn ang="0">
                  <a:pos x="T4" y="T5"/>
                </a:cxn>
                <a:cxn ang="0">
                  <a:pos x="T6" y="T7"/>
                </a:cxn>
                <a:cxn ang="0">
                  <a:pos x="T8" y="T9"/>
                </a:cxn>
                <a:cxn ang="0">
                  <a:pos x="T10" y="T11"/>
                </a:cxn>
                <a:cxn ang="0">
                  <a:pos x="T12" y="T13"/>
                </a:cxn>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8" name="Freeform 13"/>
            <p:cNvSpPr>
              <a:spLocks/>
            </p:cNvSpPr>
            <p:nvPr/>
          </p:nvSpPr>
          <p:spPr bwMode="auto">
            <a:xfrm>
              <a:off x="3175001" y="4730750"/>
              <a:ext cx="519113" cy="1209675"/>
            </a:xfrm>
            <a:custGeom>
              <a:avLst/>
              <a:gdLst>
                <a:gd name="T0" fmla="*/ 8 w 132"/>
                <a:gd name="T1" fmla="*/ 22 h 308"/>
                <a:gd name="T2" fmla="*/ 0 w 132"/>
                <a:gd name="T3" fmla="*/ 0 h 308"/>
                <a:gd name="T4" fmla="*/ 0 w 132"/>
                <a:gd name="T5" fmla="*/ 29 h 308"/>
                <a:gd name="T6" fmla="*/ 68 w 132"/>
                <a:gd name="T7" fmla="*/ 194 h 308"/>
                <a:gd name="T8" fmla="*/ 123 w 132"/>
                <a:gd name="T9" fmla="*/ 308 h 308"/>
                <a:gd name="T10" fmla="*/ 132 w 132"/>
                <a:gd name="T11" fmla="*/ 308 h 308"/>
                <a:gd name="T12" fmla="*/ 77 w 132"/>
                <a:gd name="T13" fmla="*/ 190 h 308"/>
                <a:gd name="T14" fmla="*/ 8 w 132"/>
                <a:gd name="T15" fmla="*/ 22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9" name="Freeform 14"/>
            <p:cNvSpPr>
              <a:spLocks/>
            </p:cNvSpPr>
            <p:nvPr/>
          </p:nvSpPr>
          <p:spPr bwMode="auto">
            <a:xfrm>
              <a:off x="3305176" y="5630863"/>
              <a:ext cx="146050" cy="309563"/>
            </a:xfrm>
            <a:custGeom>
              <a:avLst/>
              <a:gdLst>
                <a:gd name="T0" fmla="*/ 28 w 37"/>
                <a:gd name="T1" fmla="*/ 79 h 79"/>
                <a:gd name="T2" fmla="*/ 37 w 37"/>
                <a:gd name="T3" fmla="*/ 79 h 79"/>
                <a:gd name="T4" fmla="*/ 0 w 37"/>
                <a:gd name="T5" fmla="*/ 0 h 79"/>
                <a:gd name="T6" fmla="*/ 28 w 37"/>
                <a:gd name="T7" fmla="*/ 79 h 79"/>
              </a:gdLst>
              <a:ahLst/>
              <a:cxnLst>
                <a:cxn ang="0">
                  <a:pos x="T0" y="T1"/>
                </a:cxn>
                <a:cxn ang="0">
                  <a:pos x="T2" y="T3"/>
                </a:cxn>
                <a:cxn ang="0">
                  <a:pos x="T4" y="T5"/>
                </a:cxn>
                <a:cxn ang="0">
                  <a:pos x="T6" y="T7"/>
                </a:cxn>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0" name="Freeform 15"/>
            <p:cNvSpPr>
              <a:spLocks/>
            </p:cNvSpPr>
            <p:nvPr/>
          </p:nvSpPr>
          <p:spPr bwMode="auto">
            <a:xfrm>
              <a:off x="2573338" y="2817813"/>
              <a:ext cx="700088" cy="2835275"/>
            </a:xfrm>
            <a:custGeom>
              <a:avLst/>
              <a:gdLst>
                <a:gd name="T0" fmla="*/ 162 w 178"/>
                <a:gd name="T1" fmla="*/ 660 h 722"/>
                <a:gd name="T2" fmla="*/ 116 w 178"/>
                <a:gd name="T3" fmla="*/ 534 h 722"/>
                <a:gd name="T4" fmla="*/ 40 w 178"/>
                <a:gd name="T5" fmla="*/ 236 h 722"/>
                <a:gd name="T6" fmla="*/ 12 w 178"/>
                <a:gd name="T7" fmla="*/ 51 h 722"/>
                <a:gd name="T8" fmla="*/ 0 w 178"/>
                <a:gd name="T9" fmla="*/ 0 h 722"/>
                <a:gd name="T10" fmla="*/ 33 w 178"/>
                <a:gd name="T11" fmla="*/ 237 h 722"/>
                <a:gd name="T12" fmla="*/ 107 w 178"/>
                <a:gd name="T13" fmla="*/ 537 h 722"/>
                <a:gd name="T14" fmla="*/ 160 w 178"/>
                <a:gd name="T15" fmla="*/ 681 h 722"/>
                <a:gd name="T16" fmla="*/ 178 w 178"/>
                <a:gd name="T17" fmla="*/ 722 h 722"/>
                <a:gd name="T18" fmla="*/ 174 w 178"/>
                <a:gd name="T19" fmla="*/ 708 h 722"/>
                <a:gd name="T20" fmla="*/ 162 w 178"/>
                <a:gd name="T21" fmla="*/ 660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1" name="Freeform 16"/>
            <p:cNvSpPr>
              <a:spLocks/>
            </p:cNvSpPr>
            <p:nvPr/>
          </p:nvSpPr>
          <p:spPr bwMode="auto">
            <a:xfrm>
              <a:off x="2506663" y="285750"/>
              <a:ext cx="90488" cy="2493963"/>
            </a:xfrm>
            <a:custGeom>
              <a:avLst/>
              <a:gdLst>
                <a:gd name="T0" fmla="*/ 11 w 23"/>
                <a:gd name="T1" fmla="*/ 577 h 635"/>
                <a:gd name="T2" fmla="*/ 12 w 23"/>
                <a:gd name="T3" fmla="*/ 589 h 635"/>
                <a:gd name="T4" fmla="*/ 22 w 23"/>
                <a:gd name="T5" fmla="*/ 632 h 635"/>
                <a:gd name="T6" fmla="*/ 23 w 23"/>
                <a:gd name="T7" fmla="*/ 635 h 635"/>
                <a:gd name="T8" fmla="*/ 17 w 23"/>
                <a:gd name="T9" fmla="*/ 576 h 635"/>
                <a:gd name="T10" fmla="*/ 5 w 23"/>
                <a:gd name="T11" fmla="*/ 269 h 635"/>
                <a:gd name="T12" fmla="*/ 15 w 23"/>
                <a:gd name="T13" fmla="*/ 0 h 635"/>
                <a:gd name="T14" fmla="*/ 12 w 23"/>
                <a:gd name="T15" fmla="*/ 0 h 635"/>
                <a:gd name="T16" fmla="*/ 1 w 23"/>
                <a:gd name="T17" fmla="*/ 269 h 635"/>
                <a:gd name="T18" fmla="*/ 11 w 23"/>
                <a:gd name="T19" fmla="*/ 577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2" name="Freeform 17"/>
            <p:cNvSpPr>
              <a:spLocks/>
            </p:cNvSpPr>
            <p:nvPr/>
          </p:nvSpPr>
          <p:spPr bwMode="auto">
            <a:xfrm>
              <a:off x="2554288" y="2598738"/>
              <a:ext cx="66675" cy="420688"/>
            </a:xfrm>
            <a:custGeom>
              <a:avLst/>
              <a:gdLst>
                <a:gd name="T0" fmla="*/ 0 w 17"/>
                <a:gd name="T1" fmla="*/ 0 h 107"/>
                <a:gd name="T2" fmla="*/ 5 w 17"/>
                <a:gd name="T3" fmla="*/ 56 h 107"/>
                <a:gd name="T4" fmla="*/ 17 w 17"/>
                <a:gd name="T5" fmla="*/ 107 h 107"/>
                <a:gd name="T6" fmla="*/ 11 w 17"/>
                <a:gd name="T7" fmla="*/ 46 h 107"/>
                <a:gd name="T8" fmla="*/ 10 w 17"/>
                <a:gd name="T9" fmla="*/ 43 h 107"/>
                <a:gd name="T10" fmla="*/ 0 w 17"/>
                <a:gd name="T11" fmla="*/ 0 h 107"/>
              </a:gdLst>
              <a:ahLst/>
              <a:cxnLst>
                <a:cxn ang="0">
                  <a:pos x="T0" y="T1"/>
                </a:cxn>
                <a:cxn ang="0">
                  <a:pos x="T2" y="T3"/>
                </a:cxn>
                <a:cxn ang="0">
                  <a:pos x="T4" y="T5"/>
                </a:cxn>
                <a:cxn ang="0">
                  <a:pos x="T6" y="T7"/>
                </a:cxn>
                <a:cxn ang="0">
                  <a:pos x="T8" y="T9"/>
                </a:cxn>
                <a:cxn ang="0">
                  <a:pos x="T10" y="T11"/>
                </a:cxn>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3" name="Freeform 18"/>
            <p:cNvSpPr>
              <a:spLocks/>
            </p:cNvSpPr>
            <p:nvPr/>
          </p:nvSpPr>
          <p:spPr bwMode="auto">
            <a:xfrm>
              <a:off x="3143251" y="4757738"/>
              <a:ext cx="161925" cy="873125"/>
            </a:xfrm>
            <a:custGeom>
              <a:avLst/>
              <a:gdLst>
                <a:gd name="T0" fmla="*/ 0 w 41"/>
                <a:gd name="T1" fmla="*/ 0 h 222"/>
                <a:gd name="T2" fmla="*/ 5 w 41"/>
                <a:gd name="T3" fmla="*/ 93 h 222"/>
                <a:gd name="T4" fmla="*/ 17 w 41"/>
                <a:gd name="T5" fmla="*/ 166 h 222"/>
                <a:gd name="T6" fmla="*/ 24 w 41"/>
                <a:gd name="T7" fmla="*/ 184 h 222"/>
                <a:gd name="T8" fmla="*/ 41 w 41"/>
                <a:gd name="T9" fmla="*/ 222 h 222"/>
                <a:gd name="T10" fmla="*/ 38 w 41"/>
                <a:gd name="T11" fmla="*/ 212 h 222"/>
                <a:gd name="T12" fmla="*/ 13 w 41"/>
                <a:gd name="T13" fmla="*/ 92 h 222"/>
                <a:gd name="T14" fmla="*/ 8 w 41"/>
                <a:gd name="T15" fmla="*/ 22 h 222"/>
                <a:gd name="T16" fmla="*/ 7 w 41"/>
                <a:gd name="T17" fmla="*/ 18 h 222"/>
                <a:gd name="T18" fmla="*/ 0 w 41"/>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4" name="Freeform 19"/>
            <p:cNvSpPr>
              <a:spLocks/>
            </p:cNvSpPr>
            <p:nvPr/>
          </p:nvSpPr>
          <p:spPr bwMode="auto">
            <a:xfrm>
              <a:off x="3148013" y="1282700"/>
              <a:ext cx="1768475" cy="3448050"/>
            </a:xfrm>
            <a:custGeom>
              <a:avLst/>
              <a:gdLst>
                <a:gd name="T0" fmla="*/ 7 w 450"/>
                <a:gd name="T1" fmla="*/ 854 h 878"/>
                <a:gd name="T2" fmla="*/ 50 w 450"/>
                <a:gd name="T3" fmla="*/ 613 h 878"/>
                <a:gd name="T4" fmla="*/ 149 w 450"/>
                <a:gd name="T5" fmla="*/ 388 h 878"/>
                <a:gd name="T6" fmla="*/ 285 w 450"/>
                <a:gd name="T7" fmla="*/ 183 h 878"/>
                <a:gd name="T8" fmla="*/ 364 w 450"/>
                <a:gd name="T9" fmla="*/ 89 h 878"/>
                <a:gd name="T10" fmla="*/ 406 w 450"/>
                <a:gd name="T11" fmla="*/ 44 h 878"/>
                <a:gd name="T12" fmla="*/ 450 w 450"/>
                <a:gd name="T13" fmla="*/ 1 h 878"/>
                <a:gd name="T14" fmla="*/ 450 w 450"/>
                <a:gd name="T15" fmla="*/ 0 h 878"/>
                <a:gd name="T16" fmla="*/ 405 w 450"/>
                <a:gd name="T17" fmla="*/ 43 h 878"/>
                <a:gd name="T18" fmla="*/ 363 w 450"/>
                <a:gd name="T19" fmla="*/ 88 h 878"/>
                <a:gd name="T20" fmla="*/ 283 w 450"/>
                <a:gd name="T21" fmla="*/ 181 h 878"/>
                <a:gd name="T22" fmla="*/ 145 w 450"/>
                <a:gd name="T23" fmla="*/ 386 h 878"/>
                <a:gd name="T24" fmla="*/ 45 w 450"/>
                <a:gd name="T25" fmla="*/ 611 h 878"/>
                <a:gd name="T26" fmla="*/ 0 w 450"/>
                <a:gd name="T27" fmla="*/ 854 h 878"/>
                <a:gd name="T28" fmla="*/ 0 w 450"/>
                <a:gd name="T29" fmla="*/ 859 h 878"/>
                <a:gd name="T30" fmla="*/ 7 w 450"/>
                <a:gd name="T31" fmla="*/ 878 h 878"/>
                <a:gd name="T32" fmla="*/ 7 w 450"/>
                <a:gd name="T33" fmla="*/ 854 h 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5" name="Freeform 20"/>
            <p:cNvSpPr>
              <a:spLocks/>
            </p:cNvSpPr>
            <p:nvPr/>
          </p:nvSpPr>
          <p:spPr bwMode="auto">
            <a:xfrm>
              <a:off x="3273426" y="5653088"/>
              <a:ext cx="138113" cy="287338"/>
            </a:xfrm>
            <a:custGeom>
              <a:avLst/>
              <a:gdLst>
                <a:gd name="T0" fmla="*/ 0 w 35"/>
                <a:gd name="T1" fmla="*/ 0 h 73"/>
                <a:gd name="T2" fmla="*/ 26 w 35"/>
                <a:gd name="T3" fmla="*/ 73 h 73"/>
                <a:gd name="T4" fmla="*/ 35 w 35"/>
                <a:gd name="T5" fmla="*/ 73 h 73"/>
                <a:gd name="T6" fmla="*/ 0 w 35"/>
                <a:gd name="T7" fmla="*/ 0 h 73"/>
              </a:gdLst>
              <a:ahLst/>
              <a:cxnLst>
                <a:cxn ang="0">
                  <a:pos x="T0" y="T1"/>
                </a:cxn>
                <a:cxn ang="0">
                  <a:pos x="T2" y="T3"/>
                </a:cxn>
                <a:cxn ang="0">
                  <a:pos x="T4" y="T5"/>
                </a:cxn>
                <a:cxn ang="0">
                  <a:pos x="T6" y="T7"/>
                </a:cxn>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6" name="Freeform 21"/>
            <p:cNvSpPr>
              <a:spLocks/>
            </p:cNvSpPr>
            <p:nvPr/>
          </p:nvSpPr>
          <p:spPr bwMode="auto">
            <a:xfrm>
              <a:off x="3143251" y="4656138"/>
              <a:ext cx="31750" cy="188913"/>
            </a:xfrm>
            <a:custGeom>
              <a:avLst/>
              <a:gdLst>
                <a:gd name="T0" fmla="*/ 7 w 8"/>
                <a:gd name="T1" fmla="*/ 44 h 48"/>
                <a:gd name="T2" fmla="*/ 8 w 8"/>
                <a:gd name="T3" fmla="*/ 48 h 48"/>
                <a:gd name="T4" fmla="*/ 8 w 8"/>
                <a:gd name="T5" fmla="*/ 19 h 48"/>
                <a:gd name="T6" fmla="*/ 1 w 8"/>
                <a:gd name="T7" fmla="*/ 0 h 48"/>
                <a:gd name="T8" fmla="*/ 0 w 8"/>
                <a:gd name="T9" fmla="*/ 26 h 48"/>
                <a:gd name="T10" fmla="*/ 7 w 8"/>
                <a:gd name="T11" fmla="*/ 44 h 48"/>
              </a:gdLst>
              <a:ahLst/>
              <a:cxnLst>
                <a:cxn ang="0">
                  <a:pos x="T0" y="T1"/>
                </a:cxn>
                <a:cxn ang="0">
                  <a:pos x="T2" y="T3"/>
                </a:cxn>
                <a:cxn ang="0">
                  <a:pos x="T4" y="T5"/>
                </a:cxn>
                <a:cxn ang="0">
                  <a:pos x="T6" y="T7"/>
                </a:cxn>
                <a:cxn ang="0">
                  <a:pos x="T8" y="T9"/>
                </a:cxn>
                <a:cxn ang="0">
                  <a:pos x="T10" y="T11"/>
                </a:cxn>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57" name="Freeform 22"/>
            <p:cNvSpPr>
              <a:spLocks/>
            </p:cNvSpPr>
            <p:nvPr/>
          </p:nvSpPr>
          <p:spPr bwMode="auto">
            <a:xfrm>
              <a:off x="3211513" y="5410200"/>
              <a:ext cx="203200" cy="530225"/>
            </a:xfrm>
            <a:custGeom>
              <a:avLst/>
              <a:gdLst>
                <a:gd name="T0" fmla="*/ 7 w 52"/>
                <a:gd name="T1" fmla="*/ 18 h 135"/>
                <a:gd name="T2" fmla="*/ 0 w 52"/>
                <a:gd name="T3" fmla="*/ 0 h 135"/>
                <a:gd name="T4" fmla="*/ 12 w 52"/>
                <a:gd name="T5" fmla="*/ 48 h 135"/>
                <a:gd name="T6" fmla="*/ 16 w 52"/>
                <a:gd name="T7" fmla="*/ 62 h 135"/>
                <a:gd name="T8" fmla="*/ 51 w 52"/>
                <a:gd name="T9" fmla="*/ 135 h 135"/>
                <a:gd name="T10" fmla="*/ 52 w 52"/>
                <a:gd name="T11" fmla="*/ 135 h 135"/>
                <a:gd name="T12" fmla="*/ 24 w 52"/>
                <a:gd name="T13" fmla="*/ 56 h 135"/>
                <a:gd name="T14" fmla="*/ 7 w 52"/>
                <a:gd name="T15" fmla="*/ 18 h 1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grpSp>
      <p:grpSp>
        <p:nvGrpSpPr>
          <p:cNvPr id="1027" name="Group 9"/>
          <p:cNvGrpSpPr>
            <a:grpSpLocks/>
          </p:cNvGrpSpPr>
          <p:nvPr/>
        </p:nvGrpSpPr>
        <p:grpSpPr bwMode="auto">
          <a:xfrm>
            <a:off x="26988" y="0"/>
            <a:ext cx="2357437" cy="6853238"/>
            <a:chOff x="6627813" y="194833"/>
            <a:chExt cx="1952625" cy="5678918"/>
          </a:xfrm>
        </p:grpSpPr>
        <p:sp>
          <p:nvSpPr>
            <p:cNvPr id="1034" name="Freeform 27"/>
            <p:cNvSpPr>
              <a:spLocks/>
            </p:cNvSpPr>
            <p:nvPr/>
          </p:nvSpPr>
          <p:spPr bwMode="auto">
            <a:xfrm>
              <a:off x="6627813" y="194833"/>
              <a:ext cx="409575" cy="3646488"/>
            </a:xfrm>
            <a:custGeom>
              <a:avLst/>
              <a:gdLst>
                <a:gd name="T0" fmla="*/ 7 w 103"/>
                <a:gd name="T1" fmla="*/ 210 h 920"/>
                <a:gd name="T2" fmla="*/ 26 w 103"/>
                <a:gd name="T3" fmla="*/ 445 h 920"/>
                <a:gd name="T4" fmla="*/ 57 w 103"/>
                <a:gd name="T5" fmla="*/ 679 h 920"/>
                <a:gd name="T6" fmla="*/ 101 w 103"/>
                <a:gd name="T7" fmla="*/ 911 h 920"/>
                <a:gd name="T8" fmla="*/ 103 w 103"/>
                <a:gd name="T9" fmla="*/ 920 h 920"/>
                <a:gd name="T10" fmla="*/ 99 w 103"/>
                <a:gd name="T11" fmla="*/ 874 h 920"/>
                <a:gd name="T12" fmla="*/ 99 w 103"/>
                <a:gd name="T13" fmla="*/ 866 h 920"/>
                <a:gd name="T14" fmla="*/ 63 w 103"/>
                <a:gd name="T15" fmla="*/ 678 h 920"/>
                <a:gd name="T16" fmla="*/ 30 w 103"/>
                <a:gd name="T17" fmla="*/ 444 h 920"/>
                <a:gd name="T18" fmla="*/ 9 w 103"/>
                <a:gd name="T19" fmla="*/ 209 h 920"/>
                <a:gd name="T20" fmla="*/ 3 w 103"/>
                <a:gd name="T21" fmla="*/ 92 h 920"/>
                <a:gd name="T22" fmla="*/ 1 w 103"/>
                <a:gd name="T23" fmla="*/ 0 h 920"/>
                <a:gd name="T24" fmla="*/ 0 w 103"/>
                <a:gd name="T25" fmla="*/ 0 h 920"/>
                <a:gd name="T26" fmla="*/ 1 w 103"/>
                <a:gd name="T27" fmla="*/ 92 h 920"/>
                <a:gd name="T28" fmla="*/ 7 w 103"/>
                <a:gd name="T29" fmla="*/ 21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35" name="Freeform 28"/>
            <p:cNvSpPr>
              <a:spLocks/>
            </p:cNvSpPr>
            <p:nvPr/>
          </p:nvSpPr>
          <p:spPr bwMode="auto">
            <a:xfrm>
              <a:off x="7061201" y="3771900"/>
              <a:ext cx="350838" cy="1309688"/>
            </a:xfrm>
            <a:custGeom>
              <a:avLst/>
              <a:gdLst>
                <a:gd name="T0" fmla="*/ 53 w 88"/>
                <a:gd name="T1" fmla="*/ 229 h 330"/>
                <a:gd name="T2" fmla="*/ 88 w 88"/>
                <a:gd name="T3" fmla="*/ 330 h 330"/>
                <a:gd name="T4" fmla="*/ 88 w 88"/>
                <a:gd name="T5" fmla="*/ 308 h 330"/>
                <a:gd name="T6" fmla="*/ 88 w 88"/>
                <a:gd name="T7" fmla="*/ 304 h 330"/>
                <a:gd name="T8" fmla="*/ 62 w 88"/>
                <a:gd name="T9" fmla="*/ 226 h 330"/>
                <a:gd name="T10" fmla="*/ 0 w 88"/>
                <a:gd name="T11" fmla="*/ 0 h 330"/>
                <a:gd name="T12" fmla="*/ 7 w 88"/>
                <a:gd name="T13" fmla="*/ 63 h 330"/>
                <a:gd name="T14" fmla="*/ 53 w 88"/>
                <a:gd name="T15" fmla="*/ 229 h 3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36" name="Freeform 29"/>
            <p:cNvSpPr>
              <a:spLocks/>
            </p:cNvSpPr>
            <p:nvPr/>
          </p:nvSpPr>
          <p:spPr bwMode="auto">
            <a:xfrm>
              <a:off x="7439026" y="5053013"/>
              <a:ext cx="357188" cy="820738"/>
            </a:xfrm>
            <a:custGeom>
              <a:avLst/>
              <a:gdLst>
                <a:gd name="T0" fmla="*/ 6 w 90"/>
                <a:gd name="T1" fmla="*/ 15 h 207"/>
                <a:gd name="T2" fmla="*/ 0 w 90"/>
                <a:gd name="T3" fmla="*/ 0 h 207"/>
                <a:gd name="T4" fmla="*/ 1 w 90"/>
                <a:gd name="T5" fmla="*/ 29 h 207"/>
                <a:gd name="T6" fmla="*/ 42 w 90"/>
                <a:gd name="T7" fmla="*/ 127 h 207"/>
                <a:gd name="T8" fmla="*/ 80 w 90"/>
                <a:gd name="T9" fmla="*/ 207 h 207"/>
                <a:gd name="T10" fmla="*/ 90 w 90"/>
                <a:gd name="T11" fmla="*/ 207 h 207"/>
                <a:gd name="T12" fmla="*/ 50 w 90"/>
                <a:gd name="T13" fmla="*/ 123 h 207"/>
                <a:gd name="T14" fmla="*/ 6 w 90"/>
                <a:gd name="T15" fmla="*/ 15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37" name="Freeform 30"/>
            <p:cNvSpPr>
              <a:spLocks/>
            </p:cNvSpPr>
            <p:nvPr/>
          </p:nvSpPr>
          <p:spPr bwMode="auto">
            <a:xfrm>
              <a:off x="7037388" y="3811588"/>
              <a:ext cx="457200" cy="1852613"/>
            </a:xfrm>
            <a:custGeom>
              <a:avLst/>
              <a:gdLst>
                <a:gd name="T0" fmla="*/ 101 w 115"/>
                <a:gd name="T1" fmla="*/ 409 h 467"/>
                <a:gd name="T2" fmla="*/ 78 w 115"/>
                <a:gd name="T3" fmla="*/ 344 h 467"/>
                <a:gd name="T4" fmla="*/ 29 w 115"/>
                <a:gd name="T5" fmla="*/ 151 h 467"/>
                <a:gd name="T6" fmla="*/ 13 w 115"/>
                <a:gd name="T7" fmla="*/ 53 h 467"/>
                <a:gd name="T8" fmla="*/ 0 w 115"/>
                <a:gd name="T9" fmla="*/ 0 h 467"/>
                <a:gd name="T10" fmla="*/ 21 w 115"/>
                <a:gd name="T11" fmla="*/ 152 h 467"/>
                <a:gd name="T12" fmla="*/ 69 w 115"/>
                <a:gd name="T13" fmla="*/ 347 h 467"/>
                <a:gd name="T14" fmla="*/ 103 w 115"/>
                <a:gd name="T15" fmla="*/ 441 h 467"/>
                <a:gd name="T16" fmla="*/ 115 w 115"/>
                <a:gd name="T17" fmla="*/ 467 h 467"/>
                <a:gd name="T18" fmla="*/ 112 w 115"/>
                <a:gd name="T19" fmla="*/ 458 h 467"/>
                <a:gd name="T20" fmla="*/ 101 w 115"/>
                <a:gd name="T21" fmla="*/ 409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38" name="Freeform 31"/>
            <p:cNvSpPr>
              <a:spLocks/>
            </p:cNvSpPr>
            <p:nvPr/>
          </p:nvSpPr>
          <p:spPr bwMode="auto">
            <a:xfrm>
              <a:off x="6992938" y="1263650"/>
              <a:ext cx="144463" cy="2508250"/>
            </a:xfrm>
            <a:custGeom>
              <a:avLst/>
              <a:gdLst>
                <a:gd name="T0" fmla="*/ 17 w 36"/>
                <a:gd name="T1" fmla="*/ 633 h 633"/>
                <a:gd name="T2" fmla="*/ 13 w 36"/>
                <a:gd name="T3" fmla="*/ 597 h 633"/>
                <a:gd name="T4" fmla="*/ 5 w 36"/>
                <a:gd name="T5" fmla="*/ 398 h 633"/>
                <a:gd name="T6" fmla="*/ 13 w 36"/>
                <a:gd name="T7" fmla="*/ 198 h 633"/>
                <a:gd name="T8" fmla="*/ 22 w 36"/>
                <a:gd name="T9" fmla="*/ 99 h 633"/>
                <a:gd name="T10" fmla="*/ 36 w 36"/>
                <a:gd name="T11" fmla="*/ 0 h 633"/>
                <a:gd name="T12" fmla="*/ 35 w 36"/>
                <a:gd name="T13" fmla="*/ 0 h 633"/>
                <a:gd name="T14" fmla="*/ 20 w 36"/>
                <a:gd name="T15" fmla="*/ 99 h 633"/>
                <a:gd name="T16" fmla="*/ 10 w 36"/>
                <a:gd name="T17" fmla="*/ 198 h 633"/>
                <a:gd name="T18" fmla="*/ 1 w 36"/>
                <a:gd name="T19" fmla="*/ 398 h 633"/>
                <a:gd name="T20" fmla="*/ 7 w 36"/>
                <a:gd name="T21" fmla="*/ 589 h 633"/>
                <a:gd name="T22" fmla="*/ 16 w 36"/>
                <a:gd name="T23" fmla="*/ 632 h 633"/>
                <a:gd name="T24" fmla="*/ 17 w 36"/>
                <a:gd name="T25"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39" name="Freeform 32"/>
            <p:cNvSpPr>
              <a:spLocks/>
            </p:cNvSpPr>
            <p:nvPr/>
          </p:nvSpPr>
          <p:spPr bwMode="auto">
            <a:xfrm>
              <a:off x="7526338" y="5640388"/>
              <a:ext cx="111125" cy="233363"/>
            </a:xfrm>
            <a:custGeom>
              <a:avLst/>
              <a:gdLst>
                <a:gd name="T0" fmla="*/ 22 w 28"/>
                <a:gd name="T1" fmla="*/ 59 h 59"/>
                <a:gd name="T2" fmla="*/ 28 w 28"/>
                <a:gd name="T3" fmla="*/ 59 h 59"/>
                <a:gd name="T4" fmla="*/ 0 w 28"/>
                <a:gd name="T5" fmla="*/ 0 h 59"/>
                <a:gd name="T6" fmla="*/ 22 w 28"/>
                <a:gd name="T7" fmla="*/ 59 h 59"/>
              </a:gdLst>
              <a:ahLst/>
              <a:cxnLst>
                <a:cxn ang="0">
                  <a:pos x="T0" y="T1"/>
                </a:cxn>
                <a:cxn ang="0">
                  <a:pos x="T2" y="T3"/>
                </a:cxn>
                <a:cxn ang="0">
                  <a:pos x="T4" y="T5"/>
                </a:cxn>
                <a:cxn ang="0">
                  <a:pos x="T6" y="T7"/>
                </a:cxn>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0" name="Freeform 33"/>
            <p:cNvSpPr>
              <a:spLocks/>
            </p:cNvSpPr>
            <p:nvPr/>
          </p:nvSpPr>
          <p:spPr bwMode="auto">
            <a:xfrm>
              <a:off x="7021513" y="3598863"/>
              <a:ext cx="68263" cy="423863"/>
            </a:xfrm>
            <a:custGeom>
              <a:avLst/>
              <a:gdLst>
                <a:gd name="T0" fmla="*/ 4 w 17"/>
                <a:gd name="T1" fmla="*/ 54 h 107"/>
                <a:gd name="T2" fmla="*/ 17 w 17"/>
                <a:gd name="T3" fmla="*/ 107 h 107"/>
                <a:gd name="T4" fmla="*/ 10 w 17"/>
                <a:gd name="T5" fmla="*/ 44 h 107"/>
                <a:gd name="T6" fmla="*/ 9 w 17"/>
                <a:gd name="T7" fmla="*/ 43 h 107"/>
                <a:gd name="T8" fmla="*/ 0 w 17"/>
                <a:gd name="T9" fmla="*/ 0 h 107"/>
                <a:gd name="T10" fmla="*/ 0 w 17"/>
                <a:gd name="T11" fmla="*/ 8 h 107"/>
                <a:gd name="T12" fmla="*/ 4 w 17"/>
                <a:gd name="T13" fmla="*/ 54 h 107"/>
              </a:gdLst>
              <a:ahLst/>
              <a:cxnLst>
                <a:cxn ang="0">
                  <a:pos x="T0" y="T1"/>
                </a:cxn>
                <a:cxn ang="0">
                  <a:pos x="T2" y="T3"/>
                </a:cxn>
                <a:cxn ang="0">
                  <a:pos x="T4" y="T5"/>
                </a:cxn>
                <a:cxn ang="0">
                  <a:pos x="T6" y="T7"/>
                </a:cxn>
                <a:cxn ang="0">
                  <a:pos x="T8" y="T9"/>
                </a:cxn>
                <a:cxn ang="0">
                  <a:pos x="T10" y="T11"/>
                </a:cxn>
                <a:cxn ang="0">
                  <a:pos x="T12" y="T13"/>
                </a:cxn>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1" name="Freeform 34"/>
            <p:cNvSpPr>
              <a:spLocks/>
            </p:cNvSpPr>
            <p:nvPr/>
          </p:nvSpPr>
          <p:spPr bwMode="auto">
            <a:xfrm>
              <a:off x="7412038" y="2801938"/>
              <a:ext cx="1168400" cy="2251075"/>
            </a:xfrm>
            <a:custGeom>
              <a:avLst/>
              <a:gdLst>
                <a:gd name="T0" fmla="*/ 8 w 294"/>
                <a:gd name="T1" fmla="*/ 553 h 568"/>
                <a:gd name="T2" fmla="*/ 35 w 294"/>
                <a:gd name="T3" fmla="*/ 397 h 568"/>
                <a:gd name="T4" fmla="*/ 99 w 294"/>
                <a:gd name="T5" fmla="*/ 252 h 568"/>
                <a:gd name="T6" fmla="*/ 187 w 294"/>
                <a:gd name="T7" fmla="*/ 119 h 568"/>
                <a:gd name="T8" fmla="*/ 238 w 294"/>
                <a:gd name="T9" fmla="*/ 58 h 568"/>
                <a:gd name="T10" fmla="*/ 265 w 294"/>
                <a:gd name="T11" fmla="*/ 28 h 568"/>
                <a:gd name="T12" fmla="*/ 294 w 294"/>
                <a:gd name="T13" fmla="*/ 0 h 568"/>
                <a:gd name="T14" fmla="*/ 293 w 294"/>
                <a:gd name="T15" fmla="*/ 0 h 568"/>
                <a:gd name="T16" fmla="*/ 264 w 294"/>
                <a:gd name="T17" fmla="*/ 27 h 568"/>
                <a:gd name="T18" fmla="*/ 237 w 294"/>
                <a:gd name="T19" fmla="*/ 56 h 568"/>
                <a:gd name="T20" fmla="*/ 185 w 294"/>
                <a:gd name="T21" fmla="*/ 117 h 568"/>
                <a:gd name="T22" fmla="*/ 95 w 294"/>
                <a:gd name="T23" fmla="*/ 249 h 568"/>
                <a:gd name="T24" fmla="*/ 30 w 294"/>
                <a:gd name="T25" fmla="*/ 396 h 568"/>
                <a:gd name="T26" fmla="*/ 0 w 294"/>
                <a:gd name="T27" fmla="*/ 549 h 568"/>
                <a:gd name="T28" fmla="*/ 7 w 294"/>
                <a:gd name="T29" fmla="*/ 568 h 568"/>
                <a:gd name="T30" fmla="*/ 8 w 294"/>
                <a:gd name="T31" fmla="*/ 553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2" name="Freeform 35"/>
            <p:cNvSpPr>
              <a:spLocks/>
            </p:cNvSpPr>
            <p:nvPr/>
          </p:nvSpPr>
          <p:spPr bwMode="auto">
            <a:xfrm>
              <a:off x="7494588" y="5664200"/>
              <a:ext cx="100013" cy="209550"/>
            </a:xfrm>
            <a:custGeom>
              <a:avLst/>
              <a:gdLst>
                <a:gd name="T0" fmla="*/ 0 w 25"/>
                <a:gd name="T1" fmla="*/ 0 h 53"/>
                <a:gd name="T2" fmla="*/ 19 w 25"/>
                <a:gd name="T3" fmla="*/ 53 h 53"/>
                <a:gd name="T4" fmla="*/ 25 w 25"/>
                <a:gd name="T5" fmla="*/ 53 h 53"/>
                <a:gd name="T6" fmla="*/ 0 w 25"/>
                <a:gd name="T7" fmla="*/ 0 h 53"/>
              </a:gdLst>
              <a:ahLst/>
              <a:cxnLst>
                <a:cxn ang="0">
                  <a:pos x="T0" y="T1"/>
                </a:cxn>
                <a:cxn ang="0">
                  <a:pos x="T2" y="T3"/>
                </a:cxn>
                <a:cxn ang="0">
                  <a:pos x="T4" y="T5"/>
                </a:cxn>
                <a:cxn ang="0">
                  <a:pos x="T6" y="T7"/>
                </a:cxn>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3" name="Freeform 36"/>
            <p:cNvSpPr>
              <a:spLocks/>
            </p:cNvSpPr>
            <p:nvPr/>
          </p:nvSpPr>
          <p:spPr bwMode="auto">
            <a:xfrm>
              <a:off x="7412038" y="5081588"/>
              <a:ext cx="114300" cy="558800"/>
            </a:xfrm>
            <a:custGeom>
              <a:avLst/>
              <a:gdLst>
                <a:gd name="T0" fmla="*/ 0 w 29"/>
                <a:gd name="T1" fmla="*/ 0 h 141"/>
                <a:gd name="T2" fmla="*/ 7 w 29"/>
                <a:gd name="T3" fmla="*/ 89 h 141"/>
                <a:gd name="T4" fmla="*/ 18 w 29"/>
                <a:gd name="T5" fmla="*/ 117 h 141"/>
                <a:gd name="T6" fmla="*/ 29 w 29"/>
                <a:gd name="T7" fmla="*/ 141 h 141"/>
                <a:gd name="T8" fmla="*/ 27 w 29"/>
                <a:gd name="T9" fmla="*/ 135 h 141"/>
                <a:gd name="T10" fmla="*/ 8 w 29"/>
                <a:gd name="T11" fmla="*/ 22 h 141"/>
                <a:gd name="T12" fmla="*/ 4 w 29"/>
                <a:gd name="T13" fmla="*/ 11 h 141"/>
                <a:gd name="T14" fmla="*/ 0 w 29"/>
                <a:gd name="T15" fmla="*/ 0 h 1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4" name="Freeform 37"/>
            <p:cNvSpPr>
              <a:spLocks/>
            </p:cNvSpPr>
            <p:nvPr/>
          </p:nvSpPr>
          <p:spPr bwMode="auto">
            <a:xfrm>
              <a:off x="7412038" y="4978400"/>
              <a:ext cx="31750" cy="188913"/>
            </a:xfrm>
            <a:custGeom>
              <a:avLst/>
              <a:gdLst>
                <a:gd name="T0" fmla="*/ 0 w 8"/>
                <a:gd name="T1" fmla="*/ 26 h 48"/>
                <a:gd name="T2" fmla="*/ 4 w 8"/>
                <a:gd name="T3" fmla="*/ 37 h 48"/>
                <a:gd name="T4" fmla="*/ 8 w 8"/>
                <a:gd name="T5" fmla="*/ 48 h 48"/>
                <a:gd name="T6" fmla="*/ 7 w 8"/>
                <a:gd name="T7" fmla="*/ 19 h 48"/>
                <a:gd name="T8" fmla="*/ 0 w 8"/>
                <a:gd name="T9" fmla="*/ 0 h 48"/>
                <a:gd name="T10" fmla="*/ 0 w 8"/>
                <a:gd name="T11" fmla="*/ 4 h 48"/>
                <a:gd name="T12" fmla="*/ 0 w 8"/>
                <a:gd name="T13" fmla="*/ 26 h 48"/>
              </a:gdLst>
              <a:ahLst/>
              <a:cxnLst>
                <a:cxn ang="0">
                  <a:pos x="T0" y="T1"/>
                </a:cxn>
                <a:cxn ang="0">
                  <a:pos x="T2" y="T3"/>
                </a:cxn>
                <a:cxn ang="0">
                  <a:pos x="T4" y="T5"/>
                </a:cxn>
                <a:cxn ang="0">
                  <a:pos x="T6" y="T7"/>
                </a:cxn>
                <a:cxn ang="0">
                  <a:pos x="T8" y="T9"/>
                </a:cxn>
                <a:cxn ang="0">
                  <a:pos x="T10" y="T11"/>
                </a:cxn>
                <a:cxn ang="0">
                  <a:pos x="T12" y="T13"/>
                </a:cxn>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1045" name="Freeform 38"/>
            <p:cNvSpPr>
              <a:spLocks/>
            </p:cNvSpPr>
            <p:nvPr/>
          </p:nvSpPr>
          <p:spPr bwMode="auto">
            <a:xfrm>
              <a:off x="7439026" y="5434013"/>
              <a:ext cx="174625" cy="439738"/>
            </a:xfrm>
            <a:custGeom>
              <a:avLst/>
              <a:gdLst>
                <a:gd name="T0" fmla="*/ 11 w 44"/>
                <a:gd name="T1" fmla="*/ 28 h 111"/>
                <a:gd name="T2" fmla="*/ 0 w 44"/>
                <a:gd name="T3" fmla="*/ 0 h 111"/>
                <a:gd name="T4" fmla="*/ 11 w 44"/>
                <a:gd name="T5" fmla="*/ 49 h 111"/>
                <a:gd name="T6" fmla="*/ 14 w 44"/>
                <a:gd name="T7" fmla="*/ 58 h 111"/>
                <a:gd name="T8" fmla="*/ 39 w 44"/>
                <a:gd name="T9" fmla="*/ 111 h 111"/>
                <a:gd name="T10" fmla="*/ 44 w 44"/>
                <a:gd name="T11" fmla="*/ 111 h 111"/>
                <a:gd name="T12" fmla="*/ 22 w 44"/>
                <a:gd name="T13" fmla="*/ 52 h 111"/>
                <a:gd name="T14" fmla="*/ 11 w 44"/>
                <a:gd name="T15" fmla="*/ 28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grpSp>
      <p:sp>
        <p:nvSpPr>
          <p:cNvPr id="7" name="Rectangle 6"/>
          <p:cNvSpPr/>
          <p:nvPr/>
        </p:nvSpPr>
        <p:spPr>
          <a:xfrm>
            <a:off x="0" y="0"/>
            <a:ext cx="182563"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29" name="Title Placeholder 1"/>
          <p:cNvSpPr>
            <a:spLocks noGrp="1"/>
          </p:cNvSpPr>
          <p:nvPr>
            <p:ph type="title"/>
          </p:nvPr>
        </p:nvSpPr>
        <p:spPr bwMode="auto">
          <a:xfrm>
            <a:off x="2592388" y="623888"/>
            <a:ext cx="8912225" cy="1281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Modifiez le style du titre</a:t>
            </a:r>
            <a:endParaRPr lang="en-US" smtClean="0"/>
          </a:p>
        </p:txBody>
      </p:sp>
      <p:sp>
        <p:nvSpPr>
          <p:cNvPr id="1030" name="Text Placeholder 2"/>
          <p:cNvSpPr>
            <a:spLocks noGrp="1"/>
          </p:cNvSpPr>
          <p:nvPr>
            <p:ph type="body" idx="1"/>
          </p:nvPr>
        </p:nvSpPr>
        <p:spPr bwMode="auto">
          <a:xfrm>
            <a:off x="2589213" y="2133600"/>
            <a:ext cx="8915400" cy="3886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smtClean="0"/>
          </a:p>
        </p:txBody>
      </p:sp>
      <p:sp>
        <p:nvSpPr>
          <p:cNvPr id="4" name="Date Placeholder 3"/>
          <p:cNvSpPr>
            <a:spLocks noGrp="1"/>
          </p:cNvSpPr>
          <p:nvPr>
            <p:ph type="dt" sz="half" idx="2"/>
          </p:nvPr>
        </p:nvSpPr>
        <p:spPr>
          <a:xfrm>
            <a:off x="10361613" y="6130925"/>
            <a:ext cx="1146175" cy="369888"/>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prstClr val="black">
                    <a:tint val="75000"/>
                  </a:prstClr>
                </a:solidFill>
                <a:latin typeface="+mn-lt"/>
              </a:defRPr>
            </a:lvl1pPr>
          </a:lstStyle>
          <a:p>
            <a:pPr>
              <a:defRPr/>
            </a:pPr>
            <a:fld id="{FB6E18F0-8E40-4EEB-A674-508C3D3EB114}" type="datetime1">
              <a:rPr lang="fr-FR" smtClean="0"/>
              <a:pPr>
                <a:defRPr/>
              </a:pPr>
              <a:t>12/10/2024</a:t>
            </a:fld>
            <a:endParaRPr lang="fr-FR"/>
          </a:p>
        </p:txBody>
      </p:sp>
      <p:sp>
        <p:nvSpPr>
          <p:cNvPr id="5" name="Footer Placeholder 4"/>
          <p:cNvSpPr>
            <a:spLocks noGrp="1"/>
          </p:cNvSpPr>
          <p:nvPr>
            <p:ph type="ftr" sz="quarter" idx="3"/>
          </p:nvPr>
        </p:nvSpPr>
        <p:spPr>
          <a:xfrm>
            <a:off x="2589213" y="6135688"/>
            <a:ext cx="76200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prstClr val="black">
                    <a:tint val="75000"/>
                  </a:prstClr>
                </a:solidFill>
                <a:latin typeface="+mn-lt"/>
              </a:defRPr>
            </a:lvl1pPr>
          </a:lstStyle>
          <a:p>
            <a:pPr>
              <a:defRPr/>
            </a:pPr>
            <a:endParaRPr lang="fr-FR"/>
          </a:p>
        </p:txBody>
      </p:sp>
      <p:sp>
        <p:nvSpPr>
          <p:cNvPr id="6" name="Slide Number Placeholder 5"/>
          <p:cNvSpPr>
            <a:spLocks noGrp="1"/>
          </p:cNvSpPr>
          <p:nvPr>
            <p:ph type="sldNum" sz="quarter" idx="4"/>
          </p:nvPr>
        </p:nvSpPr>
        <p:spPr bwMode="gray">
          <a:xfrm>
            <a:off x="531813" y="787400"/>
            <a:ext cx="779462" cy="365125"/>
          </a:xfrm>
          <a:prstGeom prst="rect">
            <a:avLst/>
          </a:prstGeom>
        </p:spPr>
        <p:txBody>
          <a:bodyPr vert="horz" lIns="91440" tIns="45720" rIns="91440" bIns="45720" rtlCol="0" anchor="ctr"/>
          <a:lstStyle>
            <a:lvl1pPr algn="r" eaLnBrk="1" fontAlgn="auto" hangingPunct="1">
              <a:spcBef>
                <a:spcPts val="0"/>
              </a:spcBef>
              <a:spcAft>
                <a:spcPts val="0"/>
              </a:spcAft>
              <a:defRPr sz="2000" smtClean="0">
                <a:solidFill>
                  <a:srgbClr val="FEFFFF"/>
                </a:solidFill>
                <a:latin typeface="+mn-lt"/>
              </a:defRPr>
            </a:lvl1pPr>
          </a:lstStyle>
          <a:p>
            <a:pPr>
              <a:defRPr/>
            </a:pPr>
            <a:fld id="{BAF91176-0C5D-44F7-A9A1-3569A0DC4C6E}" type="slidenum">
              <a:rPr lang="fr-FR"/>
              <a:pPr>
                <a:defRPr/>
              </a:pPr>
              <a:t>‹N°›</a:t>
            </a:fld>
            <a:endParaRPr lang="fr-F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hf hdr="0" ftr="0" dt="0"/>
  <p:txStyles>
    <p:titleStyle>
      <a:lvl1pPr algn="l" defTabSz="457200" rtl="0" eaLnBrk="1" fontAlgn="base" hangingPunct="1">
        <a:spcBef>
          <a:spcPct val="0"/>
        </a:spcBef>
        <a:spcAft>
          <a:spcPct val="0"/>
        </a:spcAft>
        <a:defRPr sz="3600" kern="1200">
          <a:solidFill>
            <a:srgbClr val="262626"/>
          </a:solidFill>
          <a:latin typeface="+mj-lt"/>
          <a:ea typeface="+mj-ea"/>
          <a:cs typeface="+mj-cs"/>
        </a:defRPr>
      </a:lvl1pPr>
      <a:lvl2pPr algn="l" defTabSz="457200" rtl="0" eaLnBrk="1" fontAlgn="base" hangingPunct="1">
        <a:spcBef>
          <a:spcPct val="0"/>
        </a:spcBef>
        <a:spcAft>
          <a:spcPct val="0"/>
        </a:spcAft>
        <a:defRPr sz="3600">
          <a:solidFill>
            <a:srgbClr val="262626"/>
          </a:solidFill>
          <a:latin typeface="Century Gothic" panose="020B0502020202020204" pitchFamily="34" charset="0"/>
        </a:defRPr>
      </a:lvl2pPr>
      <a:lvl3pPr algn="l" defTabSz="457200" rtl="0" eaLnBrk="1" fontAlgn="base" hangingPunct="1">
        <a:spcBef>
          <a:spcPct val="0"/>
        </a:spcBef>
        <a:spcAft>
          <a:spcPct val="0"/>
        </a:spcAft>
        <a:defRPr sz="3600">
          <a:solidFill>
            <a:srgbClr val="262626"/>
          </a:solidFill>
          <a:latin typeface="Century Gothic" panose="020B0502020202020204" pitchFamily="34" charset="0"/>
        </a:defRPr>
      </a:lvl3pPr>
      <a:lvl4pPr algn="l" defTabSz="457200" rtl="0" eaLnBrk="1" fontAlgn="base" hangingPunct="1">
        <a:spcBef>
          <a:spcPct val="0"/>
        </a:spcBef>
        <a:spcAft>
          <a:spcPct val="0"/>
        </a:spcAft>
        <a:defRPr sz="3600">
          <a:solidFill>
            <a:srgbClr val="262626"/>
          </a:solidFill>
          <a:latin typeface="Century Gothic" panose="020B0502020202020204" pitchFamily="34" charset="0"/>
        </a:defRPr>
      </a:lvl4pPr>
      <a:lvl5pPr algn="l" defTabSz="457200" rtl="0" eaLnBrk="1" fontAlgn="base" hangingPunct="1">
        <a:spcBef>
          <a:spcPct val="0"/>
        </a:spcBef>
        <a:spcAft>
          <a:spcPct val="0"/>
        </a:spcAft>
        <a:defRPr sz="3600">
          <a:solidFill>
            <a:srgbClr val="262626"/>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fontAlgn="base" hangingPunct="1">
        <a:spcBef>
          <a:spcPts val="1000"/>
        </a:spcBef>
        <a:spcAft>
          <a:spcPct val="0"/>
        </a:spcAft>
        <a:buClr>
          <a:schemeClr val="accent1"/>
        </a:buClr>
        <a:buFont typeface="Wingdings 3" panose="05040102010807070707" pitchFamily="18" charset="2"/>
        <a:buChar char=""/>
        <a:defRPr kern="1200">
          <a:solidFill>
            <a:srgbClr val="404040"/>
          </a:solidFill>
          <a:latin typeface="+mn-lt"/>
          <a:ea typeface="+mn-ea"/>
          <a:cs typeface="+mn-cs"/>
        </a:defRPr>
      </a:lvl1pPr>
      <a:lvl2pPr marL="742950" indent="-285750" algn="l" defTabSz="457200" rtl="0" eaLnBrk="1" fontAlgn="base" hangingPunct="1">
        <a:spcBef>
          <a:spcPts val="1000"/>
        </a:spcBef>
        <a:spcAft>
          <a:spcPct val="0"/>
        </a:spcAft>
        <a:buClr>
          <a:schemeClr val="accent1"/>
        </a:buClr>
        <a:buFont typeface="Wingdings 3" panose="05040102010807070707" pitchFamily="18" charset="2"/>
        <a:buChar char=""/>
        <a:defRPr sz="1600" kern="1200">
          <a:solidFill>
            <a:srgbClr val="404040"/>
          </a:solidFill>
          <a:latin typeface="+mn-lt"/>
          <a:ea typeface="+mn-ea"/>
          <a:cs typeface="+mn-cs"/>
        </a:defRPr>
      </a:lvl2pPr>
      <a:lvl3pPr marL="1143000" indent="-228600" algn="l" defTabSz="457200" rtl="0" eaLnBrk="1" fontAlgn="base" hangingPunct="1">
        <a:spcBef>
          <a:spcPts val="1000"/>
        </a:spcBef>
        <a:spcAft>
          <a:spcPct val="0"/>
        </a:spcAft>
        <a:buClr>
          <a:schemeClr val="accent1"/>
        </a:buClr>
        <a:buFont typeface="Wingdings 3" panose="05040102010807070707" pitchFamily="18" charset="2"/>
        <a:buChar char=""/>
        <a:defRPr sz="1400" kern="1200">
          <a:solidFill>
            <a:srgbClr val="404040"/>
          </a:solidFill>
          <a:latin typeface="+mn-lt"/>
          <a:ea typeface="+mn-ea"/>
          <a:cs typeface="+mn-cs"/>
        </a:defRPr>
      </a:lvl3pPr>
      <a:lvl4pPr marL="1600200" indent="-228600" algn="l" defTabSz="457200" rtl="0" eaLnBrk="1" fontAlgn="base" hangingPunct="1">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4pPr>
      <a:lvl5pPr marL="2057400" indent="-228600" algn="l" defTabSz="457200" rtl="0" eaLnBrk="1" fontAlgn="base" hangingPunct="1">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050" name="Group 22"/>
          <p:cNvGrpSpPr>
            <a:grpSpLocks/>
          </p:cNvGrpSpPr>
          <p:nvPr/>
        </p:nvGrpSpPr>
        <p:grpSpPr bwMode="auto">
          <a:xfrm>
            <a:off x="0" y="228600"/>
            <a:ext cx="2851150" cy="6638925"/>
            <a:chOff x="2487613" y="285750"/>
            <a:chExt cx="2428875" cy="5654676"/>
          </a:xfrm>
        </p:grpSpPr>
        <p:sp>
          <p:nvSpPr>
            <p:cNvPr id="2070" name="Freeform 11"/>
            <p:cNvSpPr>
              <a:spLocks/>
            </p:cNvSpPr>
            <p:nvPr/>
          </p:nvSpPr>
          <p:spPr bwMode="auto">
            <a:xfrm>
              <a:off x="2487613" y="2284413"/>
              <a:ext cx="85725" cy="533400"/>
            </a:xfrm>
            <a:custGeom>
              <a:avLst/>
              <a:gdLst>
                <a:gd name="T0" fmla="*/ 22 w 22"/>
                <a:gd name="T1" fmla="*/ 136 h 136"/>
                <a:gd name="T2" fmla="*/ 17 w 22"/>
                <a:gd name="T3" fmla="*/ 80 h 136"/>
                <a:gd name="T4" fmla="*/ 0 w 22"/>
                <a:gd name="T5" fmla="*/ 0 h 136"/>
                <a:gd name="T6" fmla="*/ 0 w 22"/>
                <a:gd name="T7" fmla="*/ 35 h 136"/>
                <a:gd name="T8" fmla="*/ 20 w 22"/>
                <a:gd name="T9" fmla="*/ 124 h 136"/>
                <a:gd name="T10" fmla="*/ 22 w 22"/>
                <a:gd name="T11" fmla="*/ 136 h 136"/>
              </a:gdLst>
              <a:ahLst/>
              <a:cxnLst>
                <a:cxn ang="0">
                  <a:pos x="T0" y="T1"/>
                </a:cxn>
                <a:cxn ang="0">
                  <a:pos x="T2" y="T3"/>
                </a:cxn>
                <a:cxn ang="0">
                  <a:pos x="T4" y="T5"/>
                </a:cxn>
                <a:cxn ang="0">
                  <a:pos x="T6" y="T7"/>
                </a:cxn>
                <a:cxn ang="0">
                  <a:pos x="T8" y="T9"/>
                </a:cxn>
                <a:cxn ang="0">
                  <a:pos x="T10" y="T11"/>
                </a:cxn>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1" name="Freeform 12"/>
            <p:cNvSpPr>
              <a:spLocks/>
            </p:cNvSpPr>
            <p:nvPr/>
          </p:nvSpPr>
          <p:spPr bwMode="auto">
            <a:xfrm>
              <a:off x="2597151" y="2779713"/>
              <a:ext cx="550863" cy="1978025"/>
            </a:xfrm>
            <a:custGeom>
              <a:avLst/>
              <a:gdLst>
                <a:gd name="T0" fmla="*/ 86 w 140"/>
                <a:gd name="T1" fmla="*/ 350 h 504"/>
                <a:gd name="T2" fmla="*/ 139 w 140"/>
                <a:gd name="T3" fmla="*/ 504 h 504"/>
                <a:gd name="T4" fmla="*/ 140 w 140"/>
                <a:gd name="T5" fmla="*/ 478 h 504"/>
                <a:gd name="T6" fmla="*/ 95 w 140"/>
                <a:gd name="T7" fmla="*/ 347 h 504"/>
                <a:gd name="T8" fmla="*/ 0 w 140"/>
                <a:gd name="T9" fmla="*/ 0 h 504"/>
                <a:gd name="T10" fmla="*/ 6 w 140"/>
                <a:gd name="T11" fmla="*/ 61 h 504"/>
                <a:gd name="T12" fmla="*/ 86 w 140"/>
                <a:gd name="T13" fmla="*/ 350 h 504"/>
              </a:gdLst>
              <a:ahLst/>
              <a:cxnLst>
                <a:cxn ang="0">
                  <a:pos x="T0" y="T1"/>
                </a:cxn>
                <a:cxn ang="0">
                  <a:pos x="T2" y="T3"/>
                </a:cxn>
                <a:cxn ang="0">
                  <a:pos x="T4" y="T5"/>
                </a:cxn>
                <a:cxn ang="0">
                  <a:pos x="T6" y="T7"/>
                </a:cxn>
                <a:cxn ang="0">
                  <a:pos x="T8" y="T9"/>
                </a:cxn>
                <a:cxn ang="0">
                  <a:pos x="T10" y="T11"/>
                </a:cxn>
                <a:cxn ang="0">
                  <a:pos x="T12" y="T13"/>
                </a:cxn>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2" name="Freeform 13"/>
            <p:cNvSpPr>
              <a:spLocks/>
            </p:cNvSpPr>
            <p:nvPr/>
          </p:nvSpPr>
          <p:spPr bwMode="auto">
            <a:xfrm>
              <a:off x="3175001" y="4730750"/>
              <a:ext cx="519113" cy="1209675"/>
            </a:xfrm>
            <a:custGeom>
              <a:avLst/>
              <a:gdLst>
                <a:gd name="T0" fmla="*/ 8 w 132"/>
                <a:gd name="T1" fmla="*/ 22 h 308"/>
                <a:gd name="T2" fmla="*/ 0 w 132"/>
                <a:gd name="T3" fmla="*/ 0 h 308"/>
                <a:gd name="T4" fmla="*/ 0 w 132"/>
                <a:gd name="T5" fmla="*/ 29 h 308"/>
                <a:gd name="T6" fmla="*/ 68 w 132"/>
                <a:gd name="T7" fmla="*/ 194 h 308"/>
                <a:gd name="T8" fmla="*/ 123 w 132"/>
                <a:gd name="T9" fmla="*/ 308 h 308"/>
                <a:gd name="T10" fmla="*/ 132 w 132"/>
                <a:gd name="T11" fmla="*/ 308 h 308"/>
                <a:gd name="T12" fmla="*/ 77 w 132"/>
                <a:gd name="T13" fmla="*/ 190 h 308"/>
                <a:gd name="T14" fmla="*/ 8 w 132"/>
                <a:gd name="T15" fmla="*/ 22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3" name="Freeform 14"/>
            <p:cNvSpPr>
              <a:spLocks/>
            </p:cNvSpPr>
            <p:nvPr/>
          </p:nvSpPr>
          <p:spPr bwMode="auto">
            <a:xfrm>
              <a:off x="3305176" y="5630863"/>
              <a:ext cx="146050" cy="309563"/>
            </a:xfrm>
            <a:custGeom>
              <a:avLst/>
              <a:gdLst>
                <a:gd name="T0" fmla="*/ 28 w 37"/>
                <a:gd name="T1" fmla="*/ 79 h 79"/>
                <a:gd name="T2" fmla="*/ 37 w 37"/>
                <a:gd name="T3" fmla="*/ 79 h 79"/>
                <a:gd name="T4" fmla="*/ 0 w 37"/>
                <a:gd name="T5" fmla="*/ 0 h 79"/>
                <a:gd name="T6" fmla="*/ 28 w 37"/>
                <a:gd name="T7" fmla="*/ 79 h 79"/>
              </a:gdLst>
              <a:ahLst/>
              <a:cxnLst>
                <a:cxn ang="0">
                  <a:pos x="T0" y="T1"/>
                </a:cxn>
                <a:cxn ang="0">
                  <a:pos x="T2" y="T3"/>
                </a:cxn>
                <a:cxn ang="0">
                  <a:pos x="T4" y="T5"/>
                </a:cxn>
                <a:cxn ang="0">
                  <a:pos x="T6" y="T7"/>
                </a:cxn>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4" name="Freeform 15"/>
            <p:cNvSpPr>
              <a:spLocks/>
            </p:cNvSpPr>
            <p:nvPr/>
          </p:nvSpPr>
          <p:spPr bwMode="auto">
            <a:xfrm>
              <a:off x="2573338" y="2817813"/>
              <a:ext cx="700088" cy="2835275"/>
            </a:xfrm>
            <a:custGeom>
              <a:avLst/>
              <a:gdLst>
                <a:gd name="T0" fmla="*/ 162 w 178"/>
                <a:gd name="T1" fmla="*/ 660 h 722"/>
                <a:gd name="T2" fmla="*/ 116 w 178"/>
                <a:gd name="T3" fmla="*/ 534 h 722"/>
                <a:gd name="T4" fmla="*/ 40 w 178"/>
                <a:gd name="T5" fmla="*/ 236 h 722"/>
                <a:gd name="T6" fmla="*/ 12 w 178"/>
                <a:gd name="T7" fmla="*/ 51 h 722"/>
                <a:gd name="T8" fmla="*/ 0 w 178"/>
                <a:gd name="T9" fmla="*/ 0 h 722"/>
                <a:gd name="T10" fmla="*/ 33 w 178"/>
                <a:gd name="T11" fmla="*/ 237 h 722"/>
                <a:gd name="T12" fmla="*/ 107 w 178"/>
                <a:gd name="T13" fmla="*/ 537 h 722"/>
                <a:gd name="T14" fmla="*/ 160 w 178"/>
                <a:gd name="T15" fmla="*/ 681 h 722"/>
                <a:gd name="T16" fmla="*/ 178 w 178"/>
                <a:gd name="T17" fmla="*/ 722 h 722"/>
                <a:gd name="T18" fmla="*/ 174 w 178"/>
                <a:gd name="T19" fmla="*/ 708 h 722"/>
                <a:gd name="T20" fmla="*/ 162 w 178"/>
                <a:gd name="T21" fmla="*/ 660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5" name="Freeform 16"/>
            <p:cNvSpPr>
              <a:spLocks/>
            </p:cNvSpPr>
            <p:nvPr/>
          </p:nvSpPr>
          <p:spPr bwMode="auto">
            <a:xfrm>
              <a:off x="2506663" y="285750"/>
              <a:ext cx="90488" cy="2493963"/>
            </a:xfrm>
            <a:custGeom>
              <a:avLst/>
              <a:gdLst>
                <a:gd name="T0" fmla="*/ 11 w 23"/>
                <a:gd name="T1" fmla="*/ 577 h 635"/>
                <a:gd name="T2" fmla="*/ 12 w 23"/>
                <a:gd name="T3" fmla="*/ 589 h 635"/>
                <a:gd name="T4" fmla="*/ 22 w 23"/>
                <a:gd name="T5" fmla="*/ 632 h 635"/>
                <a:gd name="T6" fmla="*/ 23 w 23"/>
                <a:gd name="T7" fmla="*/ 635 h 635"/>
                <a:gd name="T8" fmla="*/ 17 w 23"/>
                <a:gd name="T9" fmla="*/ 576 h 635"/>
                <a:gd name="T10" fmla="*/ 5 w 23"/>
                <a:gd name="T11" fmla="*/ 269 h 635"/>
                <a:gd name="T12" fmla="*/ 15 w 23"/>
                <a:gd name="T13" fmla="*/ 0 h 635"/>
                <a:gd name="T14" fmla="*/ 12 w 23"/>
                <a:gd name="T15" fmla="*/ 0 h 635"/>
                <a:gd name="T16" fmla="*/ 1 w 23"/>
                <a:gd name="T17" fmla="*/ 269 h 635"/>
                <a:gd name="T18" fmla="*/ 11 w 23"/>
                <a:gd name="T19" fmla="*/ 577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6" name="Freeform 17"/>
            <p:cNvSpPr>
              <a:spLocks/>
            </p:cNvSpPr>
            <p:nvPr/>
          </p:nvSpPr>
          <p:spPr bwMode="auto">
            <a:xfrm>
              <a:off x="2554288" y="2598738"/>
              <a:ext cx="66675" cy="420688"/>
            </a:xfrm>
            <a:custGeom>
              <a:avLst/>
              <a:gdLst>
                <a:gd name="T0" fmla="*/ 0 w 17"/>
                <a:gd name="T1" fmla="*/ 0 h 107"/>
                <a:gd name="T2" fmla="*/ 5 w 17"/>
                <a:gd name="T3" fmla="*/ 56 h 107"/>
                <a:gd name="T4" fmla="*/ 17 w 17"/>
                <a:gd name="T5" fmla="*/ 107 h 107"/>
                <a:gd name="T6" fmla="*/ 11 w 17"/>
                <a:gd name="T7" fmla="*/ 46 h 107"/>
                <a:gd name="T8" fmla="*/ 10 w 17"/>
                <a:gd name="T9" fmla="*/ 43 h 107"/>
                <a:gd name="T10" fmla="*/ 0 w 17"/>
                <a:gd name="T11" fmla="*/ 0 h 107"/>
              </a:gdLst>
              <a:ahLst/>
              <a:cxnLst>
                <a:cxn ang="0">
                  <a:pos x="T0" y="T1"/>
                </a:cxn>
                <a:cxn ang="0">
                  <a:pos x="T2" y="T3"/>
                </a:cxn>
                <a:cxn ang="0">
                  <a:pos x="T4" y="T5"/>
                </a:cxn>
                <a:cxn ang="0">
                  <a:pos x="T6" y="T7"/>
                </a:cxn>
                <a:cxn ang="0">
                  <a:pos x="T8" y="T9"/>
                </a:cxn>
                <a:cxn ang="0">
                  <a:pos x="T10" y="T11"/>
                </a:cxn>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7" name="Freeform 18"/>
            <p:cNvSpPr>
              <a:spLocks/>
            </p:cNvSpPr>
            <p:nvPr/>
          </p:nvSpPr>
          <p:spPr bwMode="auto">
            <a:xfrm>
              <a:off x="3143251" y="4757738"/>
              <a:ext cx="161925" cy="873125"/>
            </a:xfrm>
            <a:custGeom>
              <a:avLst/>
              <a:gdLst>
                <a:gd name="T0" fmla="*/ 0 w 41"/>
                <a:gd name="T1" fmla="*/ 0 h 222"/>
                <a:gd name="T2" fmla="*/ 5 w 41"/>
                <a:gd name="T3" fmla="*/ 93 h 222"/>
                <a:gd name="T4" fmla="*/ 17 w 41"/>
                <a:gd name="T5" fmla="*/ 166 h 222"/>
                <a:gd name="T6" fmla="*/ 24 w 41"/>
                <a:gd name="T7" fmla="*/ 184 h 222"/>
                <a:gd name="T8" fmla="*/ 41 w 41"/>
                <a:gd name="T9" fmla="*/ 222 h 222"/>
                <a:gd name="T10" fmla="*/ 38 w 41"/>
                <a:gd name="T11" fmla="*/ 212 h 222"/>
                <a:gd name="T12" fmla="*/ 13 w 41"/>
                <a:gd name="T13" fmla="*/ 92 h 222"/>
                <a:gd name="T14" fmla="*/ 8 w 41"/>
                <a:gd name="T15" fmla="*/ 22 h 222"/>
                <a:gd name="T16" fmla="*/ 7 w 41"/>
                <a:gd name="T17" fmla="*/ 18 h 222"/>
                <a:gd name="T18" fmla="*/ 0 w 41"/>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8" name="Freeform 19"/>
            <p:cNvSpPr>
              <a:spLocks/>
            </p:cNvSpPr>
            <p:nvPr/>
          </p:nvSpPr>
          <p:spPr bwMode="auto">
            <a:xfrm>
              <a:off x="3148013" y="1282700"/>
              <a:ext cx="1768475" cy="3448050"/>
            </a:xfrm>
            <a:custGeom>
              <a:avLst/>
              <a:gdLst>
                <a:gd name="T0" fmla="*/ 7 w 450"/>
                <a:gd name="T1" fmla="*/ 854 h 878"/>
                <a:gd name="T2" fmla="*/ 50 w 450"/>
                <a:gd name="T3" fmla="*/ 613 h 878"/>
                <a:gd name="T4" fmla="*/ 149 w 450"/>
                <a:gd name="T5" fmla="*/ 388 h 878"/>
                <a:gd name="T6" fmla="*/ 285 w 450"/>
                <a:gd name="T7" fmla="*/ 183 h 878"/>
                <a:gd name="T8" fmla="*/ 364 w 450"/>
                <a:gd name="T9" fmla="*/ 89 h 878"/>
                <a:gd name="T10" fmla="*/ 406 w 450"/>
                <a:gd name="T11" fmla="*/ 44 h 878"/>
                <a:gd name="T12" fmla="*/ 450 w 450"/>
                <a:gd name="T13" fmla="*/ 1 h 878"/>
                <a:gd name="T14" fmla="*/ 450 w 450"/>
                <a:gd name="T15" fmla="*/ 0 h 878"/>
                <a:gd name="T16" fmla="*/ 405 w 450"/>
                <a:gd name="T17" fmla="*/ 43 h 878"/>
                <a:gd name="T18" fmla="*/ 363 w 450"/>
                <a:gd name="T19" fmla="*/ 88 h 878"/>
                <a:gd name="T20" fmla="*/ 283 w 450"/>
                <a:gd name="T21" fmla="*/ 181 h 878"/>
                <a:gd name="T22" fmla="*/ 145 w 450"/>
                <a:gd name="T23" fmla="*/ 386 h 878"/>
                <a:gd name="T24" fmla="*/ 45 w 450"/>
                <a:gd name="T25" fmla="*/ 611 h 878"/>
                <a:gd name="T26" fmla="*/ 0 w 450"/>
                <a:gd name="T27" fmla="*/ 854 h 878"/>
                <a:gd name="T28" fmla="*/ 0 w 450"/>
                <a:gd name="T29" fmla="*/ 859 h 878"/>
                <a:gd name="T30" fmla="*/ 7 w 450"/>
                <a:gd name="T31" fmla="*/ 878 h 878"/>
                <a:gd name="T32" fmla="*/ 7 w 450"/>
                <a:gd name="T33" fmla="*/ 854 h 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79" name="Freeform 20"/>
            <p:cNvSpPr>
              <a:spLocks/>
            </p:cNvSpPr>
            <p:nvPr/>
          </p:nvSpPr>
          <p:spPr bwMode="auto">
            <a:xfrm>
              <a:off x="3273426" y="5653088"/>
              <a:ext cx="138113" cy="287338"/>
            </a:xfrm>
            <a:custGeom>
              <a:avLst/>
              <a:gdLst>
                <a:gd name="T0" fmla="*/ 0 w 35"/>
                <a:gd name="T1" fmla="*/ 0 h 73"/>
                <a:gd name="T2" fmla="*/ 26 w 35"/>
                <a:gd name="T3" fmla="*/ 73 h 73"/>
                <a:gd name="T4" fmla="*/ 35 w 35"/>
                <a:gd name="T5" fmla="*/ 73 h 73"/>
                <a:gd name="T6" fmla="*/ 0 w 35"/>
                <a:gd name="T7" fmla="*/ 0 h 73"/>
              </a:gdLst>
              <a:ahLst/>
              <a:cxnLst>
                <a:cxn ang="0">
                  <a:pos x="T0" y="T1"/>
                </a:cxn>
                <a:cxn ang="0">
                  <a:pos x="T2" y="T3"/>
                </a:cxn>
                <a:cxn ang="0">
                  <a:pos x="T4" y="T5"/>
                </a:cxn>
                <a:cxn ang="0">
                  <a:pos x="T6" y="T7"/>
                </a:cxn>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80" name="Freeform 21"/>
            <p:cNvSpPr>
              <a:spLocks/>
            </p:cNvSpPr>
            <p:nvPr/>
          </p:nvSpPr>
          <p:spPr bwMode="auto">
            <a:xfrm>
              <a:off x="3143251" y="4656138"/>
              <a:ext cx="31750" cy="188913"/>
            </a:xfrm>
            <a:custGeom>
              <a:avLst/>
              <a:gdLst>
                <a:gd name="T0" fmla="*/ 7 w 8"/>
                <a:gd name="T1" fmla="*/ 44 h 48"/>
                <a:gd name="T2" fmla="*/ 8 w 8"/>
                <a:gd name="T3" fmla="*/ 48 h 48"/>
                <a:gd name="T4" fmla="*/ 8 w 8"/>
                <a:gd name="T5" fmla="*/ 19 h 48"/>
                <a:gd name="T6" fmla="*/ 1 w 8"/>
                <a:gd name="T7" fmla="*/ 0 h 48"/>
                <a:gd name="T8" fmla="*/ 0 w 8"/>
                <a:gd name="T9" fmla="*/ 26 h 48"/>
                <a:gd name="T10" fmla="*/ 7 w 8"/>
                <a:gd name="T11" fmla="*/ 44 h 48"/>
              </a:gdLst>
              <a:ahLst/>
              <a:cxnLst>
                <a:cxn ang="0">
                  <a:pos x="T0" y="T1"/>
                </a:cxn>
                <a:cxn ang="0">
                  <a:pos x="T2" y="T3"/>
                </a:cxn>
                <a:cxn ang="0">
                  <a:pos x="T4" y="T5"/>
                </a:cxn>
                <a:cxn ang="0">
                  <a:pos x="T6" y="T7"/>
                </a:cxn>
                <a:cxn ang="0">
                  <a:pos x="T8" y="T9"/>
                </a:cxn>
                <a:cxn ang="0">
                  <a:pos x="T10" y="T11"/>
                </a:cxn>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81" name="Freeform 22"/>
            <p:cNvSpPr>
              <a:spLocks/>
            </p:cNvSpPr>
            <p:nvPr/>
          </p:nvSpPr>
          <p:spPr bwMode="auto">
            <a:xfrm>
              <a:off x="3211513" y="5410200"/>
              <a:ext cx="203200" cy="530225"/>
            </a:xfrm>
            <a:custGeom>
              <a:avLst/>
              <a:gdLst>
                <a:gd name="T0" fmla="*/ 7 w 52"/>
                <a:gd name="T1" fmla="*/ 18 h 135"/>
                <a:gd name="T2" fmla="*/ 0 w 52"/>
                <a:gd name="T3" fmla="*/ 0 h 135"/>
                <a:gd name="T4" fmla="*/ 12 w 52"/>
                <a:gd name="T5" fmla="*/ 48 h 135"/>
                <a:gd name="T6" fmla="*/ 16 w 52"/>
                <a:gd name="T7" fmla="*/ 62 h 135"/>
                <a:gd name="T8" fmla="*/ 51 w 52"/>
                <a:gd name="T9" fmla="*/ 135 h 135"/>
                <a:gd name="T10" fmla="*/ 52 w 52"/>
                <a:gd name="T11" fmla="*/ 135 h 135"/>
                <a:gd name="T12" fmla="*/ 24 w 52"/>
                <a:gd name="T13" fmla="*/ 56 h 135"/>
                <a:gd name="T14" fmla="*/ 7 w 52"/>
                <a:gd name="T15" fmla="*/ 18 h 1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grpSp>
      <p:grpSp>
        <p:nvGrpSpPr>
          <p:cNvPr id="2051" name="Group 9"/>
          <p:cNvGrpSpPr>
            <a:grpSpLocks/>
          </p:cNvGrpSpPr>
          <p:nvPr/>
        </p:nvGrpSpPr>
        <p:grpSpPr bwMode="auto">
          <a:xfrm>
            <a:off x="26988" y="0"/>
            <a:ext cx="2357437" cy="6853238"/>
            <a:chOff x="6627813" y="194833"/>
            <a:chExt cx="1952625" cy="5678918"/>
          </a:xfrm>
        </p:grpSpPr>
        <p:sp>
          <p:nvSpPr>
            <p:cNvPr id="2058" name="Freeform 27"/>
            <p:cNvSpPr>
              <a:spLocks/>
            </p:cNvSpPr>
            <p:nvPr/>
          </p:nvSpPr>
          <p:spPr bwMode="auto">
            <a:xfrm>
              <a:off x="6627813" y="194833"/>
              <a:ext cx="409575" cy="3646488"/>
            </a:xfrm>
            <a:custGeom>
              <a:avLst/>
              <a:gdLst>
                <a:gd name="T0" fmla="*/ 7 w 103"/>
                <a:gd name="T1" fmla="*/ 210 h 920"/>
                <a:gd name="T2" fmla="*/ 26 w 103"/>
                <a:gd name="T3" fmla="*/ 445 h 920"/>
                <a:gd name="T4" fmla="*/ 57 w 103"/>
                <a:gd name="T5" fmla="*/ 679 h 920"/>
                <a:gd name="T6" fmla="*/ 101 w 103"/>
                <a:gd name="T7" fmla="*/ 911 h 920"/>
                <a:gd name="T8" fmla="*/ 103 w 103"/>
                <a:gd name="T9" fmla="*/ 920 h 920"/>
                <a:gd name="T10" fmla="*/ 99 w 103"/>
                <a:gd name="T11" fmla="*/ 874 h 920"/>
                <a:gd name="T12" fmla="*/ 99 w 103"/>
                <a:gd name="T13" fmla="*/ 866 h 920"/>
                <a:gd name="T14" fmla="*/ 63 w 103"/>
                <a:gd name="T15" fmla="*/ 678 h 920"/>
                <a:gd name="T16" fmla="*/ 30 w 103"/>
                <a:gd name="T17" fmla="*/ 444 h 920"/>
                <a:gd name="T18" fmla="*/ 9 w 103"/>
                <a:gd name="T19" fmla="*/ 209 h 920"/>
                <a:gd name="T20" fmla="*/ 3 w 103"/>
                <a:gd name="T21" fmla="*/ 92 h 920"/>
                <a:gd name="T22" fmla="*/ 1 w 103"/>
                <a:gd name="T23" fmla="*/ 0 h 920"/>
                <a:gd name="T24" fmla="*/ 0 w 103"/>
                <a:gd name="T25" fmla="*/ 0 h 920"/>
                <a:gd name="T26" fmla="*/ 1 w 103"/>
                <a:gd name="T27" fmla="*/ 92 h 920"/>
                <a:gd name="T28" fmla="*/ 7 w 103"/>
                <a:gd name="T29" fmla="*/ 21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59" name="Freeform 28"/>
            <p:cNvSpPr>
              <a:spLocks/>
            </p:cNvSpPr>
            <p:nvPr/>
          </p:nvSpPr>
          <p:spPr bwMode="auto">
            <a:xfrm>
              <a:off x="7061201" y="3771900"/>
              <a:ext cx="350838" cy="1309688"/>
            </a:xfrm>
            <a:custGeom>
              <a:avLst/>
              <a:gdLst>
                <a:gd name="T0" fmla="*/ 53 w 88"/>
                <a:gd name="T1" fmla="*/ 229 h 330"/>
                <a:gd name="T2" fmla="*/ 88 w 88"/>
                <a:gd name="T3" fmla="*/ 330 h 330"/>
                <a:gd name="T4" fmla="*/ 88 w 88"/>
                <a:gd name="T5" fmla="*/ 308 h 330"/>
                <a:gd name="T6" fmla="*/ 88 w 88"/>
                <a:gd name="T7" fmla="*/ 304 h 330"/>
                <a:gd name="T8" fmla="*/ 62 w 88"/>
                <a:gd name="T9" fmla="*/ 226 h 330"/>
                <a:gd name="T10" fmla="*/ 0 w 88"/>
                <a:gd name="T11" fmla="*/ 0 h 330"/>
                <a:gd name="T12" fmla="*/ 7 w 88"/>
                <a:gd name="T13" fmla="*/ 63 h 330"/>
                <a:gd name="T14" fmla="*/ 53 w 88"/>
                <a:gd name="T15" fmla="*/ 229 h 3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0" name="Freeform 29"/>
            <p:cNvSpPr>
              <a:spLocks/>
            </p:cNvSpPr>
            <p:nvPr/>
          </p:nvSpPr>
          <p:spPr bwMode="auto">
            <a:xfrm>
              <a:off x="7439026" y="5053013"/>
              <a:ext cx="357188" cy="820738"/>
            </a:xfrm>
            <a:custGeom>
              <a:avLst/>
              <a:gdLst>
                <a:gd name="T0" fmla="*/ 6 w 90"/>
                <a:gd name="T1" fmla="*/ 15 h 207"/>
                <a:gd name="T2" fmla="*/ 0 w 90"/>
                <a:gd name="T3" fmla="*/ 0 h 207"/>
                <a:gd name="T4" fmla="*/ 1 w 90"/>
                <a:gd name="T5" fmla="*/ 29 h 207"/>
                <a:gd name="T6" fmla="*/ 42 w 90"/>
                <a:gd name="T7" fmla="*/ 127 h 207"/>
                <a:gd name="T8" fmla="*/ 80 w 90"/>
                <a:gd name="T9" fmla="*/ 207 h 207"/>
                <a:gd name="T10" fmla="*/ 90 w 90"/>
                <a:gd name="T11" fmla="*/ 207 h 207"/>
                <a:gd name="T12" fmla="*/ 50 w 90"/>
                <a:gd name="T13" fmla="*/ 123 h 207"/>
                <a:gd name="T14" fmla="*/ 6 w 90"/>
                <a:gd name="T15" fmla="*/ 15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1" name="Freeform 30"/>
            <p:cNvSpPr>
              <a:spLocks/>
            </p:cNvSpPr>
            <p:nvPr/>
          </p:nvSpPr>
          <p:spPr bwMode="auto">
            <a:xfrm>
              <a:off x="7037388" y="3811588"/>
              <a:ext cx="457200" cy="1852613"/>
            </a:xfrm>
            <a:custGeom>
              <a:avLst/>
              <a:gdLst>
                <a:gd name="T0" fmla="*/ 101 w 115"/>
                <a:gd name="T1" fmla="*/ 409 h 467"/>
                <a:gd name="T2" fmla="*/ 78 w 115"/>
                <a:gd name="T3" fmla="*/ 344 h 467"/>
                <a:gd name="T4" fmla="*/ 29 w 115"/>
                <a:gd name="T5" fmla="*/ 151 h 467"/>
                <a:gd name="T6" fmla="*/ 13 w 115"/>
                <a:gd name="T7" fmla="*/ 53 h 467"/>
                <a:gd name="T8" fmla="*/ 0 w 115"/>
                <a:gd name="T9" fmla="*/ 0 h 467"/>
                <a:gd name="T10" fmla="*/ 21 w 115"/>
                <a:gd name="T11" fmla="*/ 152 h 467"/>
                <a:gd name="T12" fmla="*/ 69 w 115"/>
                <a:gd name="T13" fmla="*/ 347 h 467"/>
                <a:gd name="T14" fmla="*/ 103 w 115"/>
                <a:gd name="T15" fmla="*/ 441 h 467"/>
                <a:gd name="T16" fmla="*/ 115 w 115"/>
                <a:gd name="T17" fmla="*/ 467 h 467"/>
                <a:gd name="T18" fmla="*/ 112 w 115"/>
                <a:gd name="T19" fmla="*/ 458 h 467"/>
                <a:gd name="T20" fmla="*/ 101 w 115"/>
                <a:gd name="T21" fmla="*/ 409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2" name="Freeform 31"/>
            <p:cNvSpPr>
              <a:spLocks/>
            </p:cNvSpPr>
            <p:nvPr/>
          </p:nvSpPr>
          <p:spPr bwMode="auto">
            <a:xfrm>
              <a:off x="6992938" y="1263650"/>
              <a:ext cx="144463" cy="2508250"/>
            </a:xfrm>
            <a:custGeom>
              <a:avLst/>
              <a:gdLst>
                <a:gd name="T0" fmla="*/ 17 w 36"/>
                <a:gd name="T1" fmla="*/ 633 h 633"/>
                <a:gd name="T2" fmla="*/ 13 w 36"/>
                <a:gd name="T3" fmla="*/ 597 h 633"/>
                <a:gd name="T4" fmla="*/ 5 w 36"/>
                <a:gd name="T5" fmla="*/ 398 h 633"/>
                <a:gd name="T6" fmla="*/ 13 w 36"/>
                <a:gd name="T7" fmla="*/ 198 h 633"/>
                <a:gd name="T8" fmla="*/ 22 w 36"/>
                <a:gd name="T9" fmla="*/ 99 h 633"/>
                <a:gd name="T10" fmla="*/ 36 w 36"/>
                <a:gd name="T11" fmla="*/ 0 h 633"/>
                <a:gd name="T12" fmla="*/ 35 w 36"/>
                <a:gd name="T13" fmla="*/ 0 h 633"/>
                <a:gd name="T14" fmla="*/ 20 w 36"/>
                <a:gd name="T15" fmla="*/ 99 h 633"/>
                <a:gd name="T16" fmla="*/ 10 w 36"/>
                <a:gd name="T17" fmla="*/ 198 h 633"/>
                <a:gd name="T18" fmla="*/ 1 w 36"/>
                <a:gd name="T19" fmla="*/ 398 h 633"/>
                <a:gd name="T20" fmla="*/ 7 w 36"/>
                <a:gd name="T21" fmla="*/ 589 h 633"/>
                <a:gd name="T22" fmla="*/ 16 w 36"/>
                <a:gd name="T23" fmla="*/ 632 h 633"/>
                <a:gd name="T24" fmla="*/ 17 w 36"/>
                <a:gd name="T25"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3" name="Freeform 32"/>
            <p:cNvSpPr>
              <a:spLocks/>
            </p:cNvSpPr>
            <p:nvPr/>
          </p:nvSpPr>
          <p:spPr bwMode="auto">
            <a:xfrm>
              <a:off x="7526338" y="5640388"/>
              <a:ext cx="111125" cy="233363"/>
            </a:xfrm>
            <a:custGeom>
              <a:avLst/>
              <a:gdLst>
                <a:gd name="T0" fmla="*/ 22 w 28"/>
                <a:gd name="T1" fmla="*/ 59 h 59"/>
                <a:gd name="T2" fmla="*/ 28 w 28"/>
                <a:gd name="T3" fmla="*/ 59 h 59"/>
                <a:gd name="T4" fmla="*/ 0 w 28"/>
                <a:gd name="T5" fmla="*/ 0 h 59"/>
                <a:gd name="T6" fmla="*/ 22 w 28"/>
                <a:gd name="T7" fmla="*/ 59 h 59"/>
              </a:gdLst>
              <a:ahLst/>
              <a:cxnLst>
                <a:cxn ang="0">
                  <a:pos x="T0" y="T1"/>
                </a:cxn>
                <a:cxn ang="0">
                  <a:pos x="T2" y="T3"/>
                </a:cxn>
                <a:cxn ang="0">
                  <a:pos x="T4" y="T5"/>
                </a:cxn>
                <a:cxn ang="0">
                  <a:pos x="T6" y="T7"/>
                </a:cxn>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4" name="Freeform 33"/>
            <p:cNvSpPr>
              <a:spLocks/>
            </p:cNvSpPr>
            <p:nvPr/>
          </p:nvSpPr>
          <p:spPr bwMode="auto">
            <a:xfrm>
              <a:off x="7021513" y="3598863"/>
              <a:ext cx="68263" cy="423863"/>
            </a:xfrm>
            <a:custGeom>
              <a:avLst/>
              <a:gdLst>
                <a:gd name="T0" fmla="*/ 4 w 17"/>
                <a:gd name="T1" fmla="*/ 54 h 107"/>
                <a:gd name="T2" fmla="*/ 17 w 17"/>
                <a:gd name="T3" fmla="*/ 107 h 107"/>
                <a:gd name="T4" fmla="*/ 10 w 17"/>
                <a:gd name="T5" fmla="*/ 44 h 107"/>
                <a:gd name="T6" fmla="*/ 9 w 17"/>
                <a:gd name="T7" fmla="*/ 43 h 107"/>
                <a:gd name="T8" fmla="*/ 0 w 17"/>
                <a:gd name="T9" fmla="*/ 0 h 107"/>
                <a:gd name="T10" fmla="*/ 0 w 17"/>
                <a:gd name="T11" fmla="*/ 8 h 107"/>
                <a:gd name="T12" fmla="*/ 4 w 17"/>
                <a:gd name="T13" fmla="*/ 54 h 107"/>
              </a:gdLst>
              <a:ahLst/>
              <a:cxnLst>
                <a:cxn ang="0">
                  <a:pos x="T0" y="T1"/>
                </a:cxn>
                <a:cxn ang="0">
                  <a:pos x="T2" y="T3"/>
                </a:cxn>
                <a:cxn ang="0">
                  <a:pos x="T4" y="T5"/>
                </a:cxn>
                <a:cxn ang="0">
                  <a:pos x="T6" y="T7"/>
                </a:cxn>
                <a:cxn ang="0">
                  <a:pos x="T8" y="T9"/>
                </a:cxn>
                <a:cxn ang="0">
                  <a:pos x="T10" y="T11"/>
                </a:cxn>
                <a:cxn ang="0">
                  <a:pos x="T12" y="T13"/>
                </a:cxn>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5" name="Freeform 34"/>
            <p:cNvSpPr>
              <a:spLocks/>
            </p:cNvSpPr>
            <p:nvPr/>
          </p:nvSpPr>
          <p:spPr bwMode="auto">
            <a:xfrm>
              <a:off x="7412038" y="2801938"/>
              <a:ext cx="1168400" cy="2251075"/>
            </a:xfrm>
            <a:custGeom>
              <a:avLst/>
              <a:gdLst>
                <a:gd name="T0" fmla="*/ 8 w 294"/>
                <a:gd name="T1" fmla="*/ 553 h 568"/>
                <a:gd name="T2" fmla="*/ 35 w 294"/>
                <a:gd name="T3" fmla="*/ 397 h 568"/>
                <a:gd name="T4" fmla="*/ 99 w 294"/>
                <a:gd name="T5" fmla="*/ 252 h 568"/>
                <a:gd name="T6" fmla="*/ 187 w 294"/>
                <a:gd name="T7" fmla="*/ 119 h 568"/>
                <a:gd name="T8" fmla="*/ 238 w 294"/>
                <a:gd name="T9" fmla="*/ 58 h 568"/>
                <a:gd name="T10" fmla="*/ 265 w 294"/>
                <a:gd name="T11" fmla="*/ 28 h 568"/>
                <a:gd name="T12" fmla="*/ 294 w 294"/>
                <a:gd name="T13" fmla="*/ 0 h 568"/>
                <a:gd name="T14" fmla="*/ 293 w 294"/>
                <a:gd name="T15" fmla="*/ 0 h 568"/>
                <a:gd name="T16" fmla="*/ 264 w 294"/>
                <a:gd name="T17" fmla="*/ 27 h 568"/>
                <a:gd name="T18" fmla="*/ 237 w 294"/>
                <a:gd name="T19" fmla="*/ 56 h 568"/>
                <a:gd name="T20" fmla="*/ 185 w 294"/>
                <a:gd name="T21" fmla="*/ 117 h 568"/>
                <a:gd name="T22" fmla="*/ 95 w 294"/>
                <a:gd name="T23" fmla="*/ 249 h 568"/>
                <a:gd name="T24" fmla="*/ 30 w 294"/>
                <a:gd name="T25" fmla="*/ 396 h 568"/>
                <a:gd name="T26" fmla="*/ 0 w 294"/>
                <a:gd name="T27" fmla="*/ 549 h 568"/>
                <a:gd name="T28" fmla="*/ 7 w 294"/>
                <a:gd name="T29" fmla="*/ 568 h 568"/>
                <a:gd name="T30" fmla="*/ 8 w 294"/>
                <a:gd name="T31" fmla="*/ 553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6" name="Freeform 35"/>
            <p:cNvSpPr>
              <a:spLocks/>
            </p:cNvSpPr>
            <p:nvPr/>
          </p:nvSpPr>
          <p:spPr bwMode="auto">
            <a:xfrm>
              <a:off x="7494588" y="5664200"/>
              <a:ext cx="100013" cy="209550"/>
            </a:xfrm>
            <a:custGeom>
              <a:avLst/>
              <a:gdLst>
                <a:gd name="T0" fmla="*/ 0 w 25"/>
                <a:gd name="T1" fmla="*/ 0 h 53"/>
                <a:gd name="T2" fmla="*/ 19 w 25"/>
                <a:gd name="T3" fmla="*/ 53 h 53"/>
                <a:gd name="T4" fmla="*/ 25 w 25"/>
                <a:gd name="T5" fmla="*/ 53 h 53"/>
                <a:gd name="T6" fmla="*/ 0 w 25"/>
                <a:gd name="T7" fmla="*/ 0 h 53"/>
              </a:gdLst>
              <a:ahLst/>
              <a:cxnLst>
                <a:cxn ang="0">
                  <a:pos x="T0" y="T1"/>
                </a:cxn>
                <a:cxn ang="0">
                  <a:pos x="T2" y="T3"/>
                </a:cxn>
                <a:cxn ang="0">
                  <a:pos x="T4" y="T5"/>
                </a:cxn>
                <a:cxn ang="0">
                  <a:pos x="T6" y="T7"/>
                </a:cxn>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7" name="Freeform 36"/>
            <p:cNvSpPr>
              <a:spLocks/>
            </p:cNvSpPr>
            <p:nvPr/>
          </p:nvSpPr>
          <p:spPr bwMode="auto">
            <a:xfrm>
              <a:off x="7412038" y="5081588"/>
              <a:ext cx="114300" cy="558800"/>
            </a:xfrm>
            <a:custGeom>
              <a:avLst/>
              <a:gdLst>
                <a:gd name="T0" fmla="*/ 0 w 29"/>
                <a:gd name="T1" fmla="*/ 0 h 141"/>
                <a:gd name="T2" fmla="*/ 7 w 29"/>
                <a:gd name="T3" fmla="*/ 89 h 141"/>
                <a:gd name="T4" fmla="*/ 18 w 29"/>
                <a:gd name="T5" fmla="*/ 117 h 141"/>
                <a:gd name="T6" fmla="*/ 29 w 29"/>
                <a:gd name="T7" fmla="*/ 141 h 141"/>
                <a:gd name="T8" fmla="*/ 27 w 29"/>
                <a:gd name="T9" fmla="*/ 135 h 141"/>
                <a:gd name="T10" fmla="*/ 8 w 29"/>
                <a:gd name="T11" fmla="*/ 22 h 141"/>
                <a:gd name="T12" fmla="*/ 4 w 29"/>
                <a:gd name="T13" fmla="*/ 11 h 141"/>
                <a:gd name="T14" fmla="*/ 0 w 29"/>
                <a:gd name="T15" fmla="*/ 0 h 1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8" name="Freeform 37"/>
            <p:cNvSpPr>
              <a:spLocks/>
            </p:cNvSpPr>
            <p:nvPr/>
          </p:nvSpPr>
          <p:spPr bwMode="auto">
            <a:xfrm>
              <a:off x="7412038" y="4978400"/>
              <a:ext cx="31750" cy="188913"/>
            </a:xfrm>
            <a:custGeom>
              <a:avLst/>
              <a:gdLst>
                <a:gd name="T0" fmla="*/ 0 w 8"/>
                <a:gd name="T1" fmla="*/ 26 h 48"/>
                <a:gd name="T2" fmla="*/ 4 w 8"/>
                <a:gd name="T3" fmla="*/ 37 h 48"/>
                <a:gd name="T4" fmla="*/ 8 w 8"/>
                <a:gd name="T5" fmla="*/ 48 h 48"/>
                <a:gd name="T6" fmla="*/ 7 w 8"/>
                <a:gd name="T7" fmla="*/ 19 h 48"/>
                <a:gd name="T8" fmla="*/ 0 w 8"/>
                <a:gd name="T9" fmla="*/ 0 h 48"/>
                <a:gd name="T10" fmla="*/ 0 w 8"/>
                <a:gd name="T11" fmla="*/ 4 h 48"/>
                <a:gd name="T12" fmla="*/ 0 w 8"/>
                <a:gd name="T13" fmla="*/ 26 h 48"/>
              </a:gdLst>
              <a:ahLst/>
              <a:cxnLst>
                <a:cxn ang="0">
                  <a:pos x="T0" y="T1"/>
                </a:cxn>
                <a:cxn ang="0">
                  <a:pos x="T2" y="T3"/>
                </a:cxn>
                <a:cxn ang="0">
                  <a:pos x="T4" y="T5"/>
                </a:cxn>
                <a:cxn ang="0">
                  <a:pos x="T6" y="T7"/>
                </a:cxn>
                <a:cxn ang="0">
                  <a:pos x="T8" y="T9"/>
                </a:cxn>
                <a:cxn ang="0">
                  <a:pos x="T10" y="T11"/>
                </a:cxn>
                <a:cxn ang="0">
                  <a:pos x="T12" y="T13"/>
                </a:cxn>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sp>
          <p:nvSpPr>
            <p:cNvPr id="2069" name="Freeform 38"/>
            <p:cNvSpPr>
              <a:spLocks/>
            </p:cNvSpPr>
            <p:nvPr/>
          </p:nvSpPr>
          <p:spPr bwMode="auto">
            <a:xfrm>
              <a:off x="7439026" y="5434013"/>
              <a:ext cx="174625" cy="439738"/>
            </a:xfrm>
            <a:custGeom>
              <a:avLst/>
              <a:gdLst>
                <a:gd name="T0" fmla="*/ 11 w 44"/>
                <a:gd name="T1" fmla="*/ 28 h 111"/>
                <a:gd name="T2" fmla="*/ 0 w 44"/>
                <a:gd name="T3" fmla="*/ 0 h 111"/>
                <a:gd name="T4" fmla="*/ 11 w 44"/>
                <a:gd name="T5" fmla="*/ 49 h 111"/>
                <a:gd name="T6" fmla="*/ 14 w 44"/>
                <a:gd name="T7" fmla="*/ 58 h 111"/>
                <a:gd name="T8" fmla="*/ 39 w 44"/>
                <a:gd name="T9" fmla="*/ 111 h 111"/>
                <a:gd name="T10" fmla="*/ 44 w 44"/>
                <a:gd name="T11" fmla="*/ 111 h 111"/>
                <a:gd name="T12" fmla="*/ 22 w 44"/>
                <a:gd name="T13" fmla="*/ 52 h 111"/>
                <a:gd name="T14" fmla="*/ 11 w 44"/>
                <a:gd name="T15" fmla="*/ 28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fr-FR"/>
            </a:p>
          </p:txBody>
        </p:sp>
      </p:grpSp>
      <p:sp>
        <p:nvSpPr>
          <p:cNvPr id="7" name="Rectangle 6"/>
          <p:cNvSpPr/>
          <p:nvPr/>
        </p:nvSpPr>
        <p:spPr>
          <a:xfrm>
            <a:off x="0" y="0"/>
            <a:ext cx="182563"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053" name="Title Placeholder 1"/>
          <p:cNvSpPr>
            <a:spLocks noGrp="1"/>
          </p:cNvSpPr>
          <p:nvPr>
            <p:ph type="title"/>
          </p:nvPr>
        </p:nvSpPr>
        <p:spPr bwMode="auto">
          <a:xfrm>
            <a:off x="2592388" y="623888"/>
            <a:ext cx="8912225" cy="1281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Modifiez le style du titre</a:t>
            </a:r>
            <a:endParaRPr lang="en-US" smtClean="0"/>
          </a:p>
        </p:txBody>
      </p:sp>
      <p:sp>
        <p:nvSpPr>
          <p:cNvPr id="2054" name="Text Placeholder 2"/>
          <p:cNvSpPr>
            <a:spLocks noGrp="1"/>
          </p:cNvSpPr>
          <p:nvPr>
            <p:ph type="body" idx="1"/>
          </p:nvPr>
        </p:nvSpPr>
        <p:spPr bwMode="auto">
          <a:xfrm>
            <a:off x="2589213" y="2133600"/>
            <a:ext cx="8915400" cy="3886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smtClean="0"/>
          </a:p>
        </p:txBody>
      </p:sp>
      <p:sp>
        <p:nvSpPr>
          <p:cNvPr id="4" name="Date Placeholder 3"/>
          <p:cNvSpPr>
            <a:spLocks noGrp="1"/>
          </p:cNvSpPr>
          <p:nvPr>
            <p:ph type="dt" sz="half" idx="2"/>
          </p:nvPr>
        </p:nvSpPr>
        <p:spPr>
          <a:xfrm>
            <a:off x="10361613" y="6130925"/>
            <a:ext cx="1146175" cy="369888"/>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F13D9B58-9BAE-41DB-B084-2F82B8714460}" type="datetime1">
              <a:rPr lang="fr-FR" smtClean="0"/>
              <a:pPr>
                <a:defRPr/>
              </a:pPr>
              <a:t>12/10/2024</a:t>
            </a:fld>
            <a:endParaRPr lang="fr-FR"/>
          </a:p>
        </p:txBody>
      </p:sp>
      <p:sp>
        <p:nvSpPr>
          <p:cNvPr id="5" name="Footer Placeholder 4"/>
          <p:cNvSpPr>
            <a:spLocks noGrp="1"/>
          </p:cNvSpPr>
          <p:nvPr>
            <p:ph type="ftr" sz="quarter" idx="3"/>
          </p:nvPr>
        </p:nvSpPr>
        <p:spPr>
          <a:xfrm>
            <a:off x="2589213" y="6135688"/>
            <a:ext cx="76200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endParaRPr lang="fr-FR"/>
          </a:p>
        </p:txBody>
      </p:sp>
      <p:sp>
        <p:nvSpPr>
          <p:cNvPr id="6" name="Slide Number Placeholder 5"/>
          <p:cNvSpPr>
            <a:spLocks noGrp="1"/>
          </p:cNvSpPr>
          <p:nvPr>
            <p:ph type="sldNum" sz="quarter" idx="4"/>
          </p:nvPr>
        </p:nvSpPr>
        <p:spPr bwMode="gray">
          <a:xfrm>
            <a:off x="531813" y="787400"/>
            <a:ext cx="779462" cy="365125"/>
          </a:xfrm>
          <a:prstGeom prst="rect">
            <a:avLst/>
          </a:prstGeom>
        </p:spPr>
        <p:txBody>
          <a:bodyPr vert="horz" lIns="91440" tIns="45720" rIns="91440" bIns="45720" rtlCol="0" anchor="ctr"/>
          <a:lstStyle>
            <a:lvl1pPr algn="r" eaLnBrk="1" fontAlgn="auto" hangingPunct="1">
              <a:spcBef>
                <a:spcPts val="0"/>
              </a:spcBef>
              <a:spcAft>
                <a:spcPts val="0"/>
              </a:spcAft>
              <a:defRPr sz="2000" smtClean="0">
                <a:solidFill>
                  <a:srgbClr val="FEFFFF"/>
                </a:solidFill>
                <a:latin typeface="+mn-lt"/>
              </a:defRPr>
            </a:lvl1pPr>
          </a:lstStyle>
          <a:p>
            <a:pPr>
              <a:defRPr/>
            </a:pPr>
            <a:fld id="{AEA422C3-0B55-4DFB-BC98-87A0084BD840}" type="slidenum">
              <a:rPr lang="fr-FR"/>
              <a:pPr>
                <a:defRPr/>
              </a:pPr>
              <a:t>‹N°›</a:t>
            </a:fld>
            <a:endParaRPr lang="fr-F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Lst>
  <p:hf hdr="0" ftr="0" dt="0"/>
  <p:txStyles>
    <p:titleStyle>
      <a:lvl1pPr algn="l" defTabSz="457200" rtl="0" fontAlgn="base">
        <a:spcBef>
          <a:spcPct val="0"/>
        </a:spcBef>
        <a:spcAft>
          <a:spcPct val="0"/>
        </a:spcAft>
        <a:defRPr sz="3600" kern="1200">
          <a:solidFill>
            <a:srgbClr val="262626"/>
          </a:solidFill>
          <a:latin typeface="+mj-lt"/>
          <a:ea typeface="+mj-ea"/>
          <a:cs typeface="+mj-cs"/>
        </a:defRPr>
      </a:lvl1pPr>
      <a:lvl2pPr algn="l" defTabSz="457200" rtl="0" fontAlgn="base">
        <a:spcBef>
          <a:spcPct val="0"/>
        </a:spcBef>
        <a:spcAft>
          <a:spcPct val="0"/>
        </a:spcAft>
        <a:defRPr sz="3600">
          <a:solidFill>
            <a:srgbClr val="262626"/>
          </a:solidFill>
          <a:latin typeface="Century Gothic" panose="020B0502020202020204" pitchFamily="34" charset="0"/>
        </a:defRPr>
      </a:lvl2pPr>
      <a:lvl3pPr algn="l" defTabSz="457200" rtl="0" fontAlgn="base">
        <a:spcBef>
          <a:spcPct val="0"/>
        </a:spcBef>
        <a:spcAft>
          <a:spcPct val="0"/>
        </a:spcAft>
        <a:defRPr sz="3600">
          <a:solidFill>
            <a:srgbClr val="262626"/>
          </a:solidFill>
          <a:latin typeface="Century Gothic" panose="020B0502020202020204" pitchFamily="34" charset="0"/>
        </a:defRPr>
      </a:lvl3pPr>
      <a:lvl4pPr algn="l" defTabSz="457200" rtl="0" fontAlgn="base">
        <a:spcBef>
          <a:spcPct val="0"/>
        </a:spcBef>
        <a:spcAft>
          <a:spcPct val="0"/>
        </a:spcAft>
        <a:defRPr sz="3600">
          <a:solidFill>
            <a:srgbClr val="262626"/>
          </a:solidFill>
          <a:latin typeface="Century Gothic" panose="020B0502020202020204" pitchFamily="34" charset="0"/>
        </a:defRPr>
      </a:lvl4pPr>
      <a:lvl5pPr algn="l" defTabSz="457200" rtl="0" fontAlgn="base">
        <a:spcBef>
          <a:spcPct val="0"/>
        </a:spcBef>
        <a:spcAft>
          <a:spcPct val="0"/>
        </a:spcAft>
        <a:defRPr sz="3600">
          <a:solidFill>
            <a:srgbClr val="262626"/>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fontAlgn="base">
        <a:spcBef>
          <a:spcPts val="1000"/>
        </a:spcBef>
        <a:spcAft>
          <a:spcPct val="0"/>
        </a:spcAft>
        <a:buClr>
          <a:schemeClr val="accent1"/>
        </a:buClr>
        <a:buFont typeface="Wingdings 3" panose="05040102010807070707" pitchFamily="18" charset="2"/>
        <a:buChar char=""/>
        <a:defRPr kern="1200">
          <a:solidFill>
            <a:srgbClr val="404040"/>
          </a:solidFill>
          <a:latin typeface="+mn-lt"/>
          <a:ea typeface="+mn-ea"/>
          <a:cs typeface="+mn-cs"/>
        </a:defRPr>
      </a:lvl1pPr>
      <a:lvl2pPr marL="742950" indent="-285750" algn="l" defTabSz="457200" rtl="0" fontAlgn="base">
        <a:spcBef>
          <a:spcPts val="1000"/>
        </a:spcBef>
        <a:spcAft>
          <a:spcPct val="0"/>
        </a:spcAft>
        <a:buClr>
          <a:schemeClr val="accent1"/>
        </a:buClr>
        <a:buFont typeface="Wingdings 3" panose="05040102010807070707" pitchFamily="18" charset="2"/>
        <a:buChar char=""/>
        <a:defRPr sz="1600" kern="1200">
          <a:solidFill>
            <a:srgbClr val="404040"/>
          </a:solidFill>
          <a:latin typeface="+mn-lt"/>
          <a:ea typeface="+mn-ea"/>
          <a:cs typeface="+mn-cs"/>
        </a:defRPr>
      </a:lvl2pPr>
      <a:lvl3pPr marL="1143000" indent="-228600" algn="l" defTabSz="457200" rtl="0" fontAlgn="base">
        <a:spcBef>
          <a:spcPts val="1000"/>
        </a:spcBef>
        <a:spcAft>
          <a:spcPct val="0"/>
        </a:spcAft>
        <a:buClr>
          <a:schemeClr val="accent1"/>
        </a:buClr>
        <a:buFont typeface="Wingdings 3" panose="05040102010807070707" pitchFamily="18" charset="2"/>
        <a:buChar char=""/>
        <a:defRPr sz="1400" kern="1200">
          <a:solidFill>
            <a:srgbClr val="404040"/>
          </a:solidFill>
          <a:latin typeface="+mn-lt"/>
          <a:ea typeface="+mn-ea"/>
          <a:cs typeface="+mn-cs"/>
        </a:defRPr>
      </a:lvl3pPr>
      <a:lvl4pPr marL="1600200" indent="-228600" algn="l" defTabSz="457200" rtl="0" fontAlgn="base">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4pPr>
      <a:lvl5pPr marL="2057400" indent="-228600" algn="l" defTabSz="457200" rtl="0" fontAlgn="base">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diagramData" Target="../diagrams/data1.xml"/><Relationship Id="rId7"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fr.wikipedia.org/wiki/M%C3%A9dicament"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fr.wikipedia.org/w/index.php?title=Ordonnance_(m%C3%A9decine)&amp;action=edit&amp;redlink=1" TargetMode="External"/><Relationship Id="rId4" Type="http://schemas.openxmlformats.org/officeDocument/2006/relationships/hyperlink" Target="http://fr.wikipedia.org/wiki/Pharmaci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microsoft.com/office/2007/relationships/diagramDrawing" Target="../diagrams/drawing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785813" y="100059"/>
            <a:ext cx="11238538" cy="4143329"/>
          </a:xfrm>
          <a:noFill/>
          <a:effectLst>
            <a:glow rad="139700">
              <a:schemeClr val="accent1">
                <a:satMod val="175000"/>
                <a:alpha val="40000"/>
              </a:schemeClr>
            </a:glow>
          </a:effectLst>
          <a:extLst>
            <a:ext uri="{909E8E84-426E-40DD-AFC4-6F175D3DCCD1}">
              <a14:hiddenFill xmlns="" xmlns:a14="http://schemas.microsoft.com/office/drawing/2010/main">
                <a:solidFill>
                  <a:srgbClr val="FFFFFF"/>
                </a:solidFill>
              </a14:hiddenFill>
            </a:ext>
          </a:extLst>
        </p:spPr>
        <p:style>
          <a:lnRef idx="1">
            <a:schemeClr val="accent1"/>
          </a:lnRef>
          <a:fillRef idx="2">
            <a:schemeClr val="accent1"/>
          </a:fillRef>
          <a:effectRef idx="1">
            <a:schemeClr val="accent1"/>
          </a:effectRef>
          <a:fontRef idx="minor">
            <a:schemeClr val="dk1"/>
          </a:fontRef>
        </p:style>
        <p:txBody>
          <a:bodyPr rtlCol="0" anchor="ctr"/>
          <a:lstStyle/>
          <a:p>
            <a:pPr algn="ctr" fontAlgn="auto">
              <a:spcAft>
                <a:spcPts val="0"/>
              </a:spcAft>
              <a:defRPr/>
            </a:pPr>
            <a:r>
              <a:rPr lang="fr-FR" sz="6000" b="1" spc="50" dirty="0" smtClean="0">
                <a:ln w="9525" cmpd="sng">
                  <a:solidFill>
                    <a:schemeClr val="accent1"/>
                  </a:solidFill>
                  <a:prstDash val="solid"/>
                </a:ln>
                <a:solidFill>
                  <a:srgbClr val="70AD47">
                    <a:tint val="1000"/>
                  </a:srgbClr>
                </a:solidFill>
                <a:effectLst>
                  <a:glow rad="38100">
                    <a:schemeClr val="accent1">
                      <a:alpha val="40000"/>
                    </a:schemeClr>
                  </a:glow>
                </a:effectLst>
              </a:rPr>
              <a:t>Introduction à la Pharmacologie </a:t>
            </a:r>
            <a:r>
              <a:rPr lang="fr-FR" sz="6000" b="1" dirty="0" smtClean="0">
                <a:ln w="6600">
                  <a:solidFill>
                    <a:schemeClr val="accent2"/>
                  </a:solidFill>
                  <a:prstDash val="solid"/>
                </a:ln>
                <a:solidFill>
                  <a:srgbClr val="FFFFFF"/>
                </a:solidFill>
                <a:effectLst>
                  <a:outerShdw dist="38100" dir="2700000" algn="tl" rotWithShape="0">
                    <a:schemeClr val="accent2"/>
                  </a:outerShdw>
                </a:effectLst>
              </a:rPr>
              <a:t/>
            </a:r>
            <a:br>
              <a:rPr lang="fr-FR" sz="6000" b="1" dirty="0" smtClean="0">
                <a:ln w="6600">
                  <a:solidFill>
                    <a:schemeClr val="accent2"/>
                  </a:solidFill>
                  <a:prstDash val="solid"/>
                </a:ln>
                <a:solidFill>
                  <a:srgbClr val="FFFFFF"/>
                </a:solidFill>
                <a:effectLst>
                  <a:outerShdw dist="38100" dir="2700000" algn="tl" rotWithShape="0">
                    <a:schemeClr val="accent2"/>
                  </a:outerShdw>
                </a:effectLst>
              </a:rPr>
            </a:br>
            <a:endParaRPr lang="fr-FR" sz="60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Sous-titre 2"/>
          <p:cNvSpPr>
            <a:spLocks noGrp="1"/>
          </p:cNvSpPr>
          <p:nvPr>
            <p:ph type="subTitle" idx="1"/>
          </p:nvPr>
        </p:nvSpPr>
        <p:spPr>
          <a:xfrm>
            <a:off x="2644775" y="4243388"/>
            <a:ext cx="9378950" cy="2540000"/>
          </a:xfrm>
        </p:spPr>
        <p:txBody>
          <a:bodyPr rtlCol="0" anchor="ctr">
            <a:normAutofit/>
          </a:bodyPr>
          <a:lstStyle/>
          <a:p>
            <a:pPr fontAlgn="auto">
              <a:spcAft>
                <a:spcPts val="0"/>
              </a:spcAft>
              <a:buFont typeface="Wingdings 3" charset="2"/>
              <a:buNone/>
              <a:defRPr/>
            </a:pPr>
            <a:r>
              <a:rPr lang="fr-FR" dirty="0" smtClean="0">
                <a:solidFill>
                  <a:schemeClr val="tx1"/>
                </a:solidFill>
              </a:rPr>
              <a:t>Cours  de  3</a:t>
            </a:r>
            <a:r>
              <a:rPr lang="fr-FR" baseline="30000" dirty="0" smtClean="0">
                <a:solidFill>
                  <a:schemeClr val="tx1"/>
                </a:solidFill>
              </a:rPr>
              <a:t>ème</a:t>
            </a:r>
            <a:r>
              <a:rPr lang="fr-FR" dirty="0" smtClean="0">
                <a:solidFill>
                  <a:schemeClr val="tx1"/>
                </a:solidFill>
              </a:rPr>
              <a:t> </a:t>
            </a:r>
            <a:r>
              <a:rPr lang="fr-FR" dirty="0">
                <a:solidFill>
                  <a:schemeClr val="tx1"/>
                </a:solidFill>
              </a:rPr>
              <a:t>année médecine dentaire</a:t>
            </a:r>
          </a:p>
          <a:p>
            <a:pPr fontAlgn="auto">
              <a:spcAft>
                <a:spcPts val="0"/>
              </a:spcAft>
              <a:buFont typeface="Wingdings 3" charset="2"/>
              <a:buNone/>
              <a:defRPr/>
            </a:pPr>
            <a:r>
              <a:rPr lang="fr-FR" dirty="0" smtClean="0">
                <a:solidFill>
                  <a:schemeClr val="tx1"/>
                </a:solidFill>
              </a:rPr>
              <a:t>Année universitaire </a:t>
            </a:r>
            <a:r>
              <a:rPr lang="fr-FR" smtClean="0">
                <a:solidFill>
                  <a:schemeClr val="tx1"/>
                </a:solidFill>
              </a:rPr>
              <a:t>: 2023-2024</a:t>
            </a:r>
            <a:endParaRPr lang="fr-FR" dirty="0" smtClean="0">
              <a:solidFill>
                <a:schemeClr val="tx1"/>
              </a:solidFill>
            </a:endParaRPr>
          </a:p>
          <a:p>
            <a:pPr fontAlgn="auto">
              <a:spcAft>
                <a:spcPts val="0"/>
              </a:spcAft>
              <a:buFont typeface="Wingdings 3" charset="2"/>
              <a:buNone/>
              <a:defRPr/>
            </a:pPr>
            <a:r>
              <a:rPr lang="fr-FR" dirty="0" smtClean="0"/>
              <a:t>                                                                                           élaboré par Dr ADDA ABBOU.L</a:t>
            </a:r>
            <a:endParaRPr lang="fr-FR" dirty="0"/>
          </a:p>
          <a:p>
            <a:pPr algn="r" fontAlgn="auto">
              <a:spcAft>
                <a:spcPts val="0"/>
              </a:spcAft>
              <a:buFont typeface="Wingdings 3" charset="2"/>
              <a:buNone/>
              <a:defRPr/>
            </a:pPr>
            <a:r>
              <a:rPr lang="fr-FR" dirty="0" smtClean="0"/>
              <a:t>Présenté par </a:t>
            </a:r>
            <a:r>
              <a:rPr lang="fr-FR" dirty="0" smtClean="0">
                <a:effectLst>
                  <a:outerShdw blurRad="38100" dist="38100" dir="2700000" algn="tl">
                    <a:srgbClr val="000000">
                      <a:alpha val="43137"/>
                    </a:srgbClr>
                  </a:outerShdw>
                </a:effectLst>
              </a:rPr>
              <a:t>Dr</a:t>
            </a:r>
            <a:r>
              <a:rPr lang="fr-FR" dirty="0" smtClean="0"/>
              <a:t> </a:t>
            </a:r>
            <a:r>
              <a:rPr lang="fr-FR" dirty="0" smtClean="0">
                <a:effectLst>
                  <a:outerShdw blurRad="38100" dist="38100" dir="2700000" algn="tl">
                    <a:srgbClr val="000000">
                      <a:alpha val="43137"/>
                    </a:srgbClr>
                  </a:outerShdw>
                </a:effectLst>
              </a:rPr>
              <a:t>NEKHOUL. K </a:t>
            </a:r>
            <a:endParaRPr lang="fr-FR" dirty="0" smtClean="0"/>
          </a:p>
          <a:p>
            <a:pPr algn="r" fontAlgn="auto">
              <a:spcAft>
                <a:spcPts val="0"/>
              </a:spcAft>
              <a:buFont typeface="Wingdings 3" charset="2"/>
              <a:buNone/>
              <a:defRPr/>
            </a:pPr>
            <a:r>
              <a:rPr lang="fr-FR" dirty="0" smtClean="0"/>
              <a:t>Maitres Assistantes en pharmacologie.</a:t>
            </a:r>
          </a:p>
        </p:txBody>
      </p:sp>
      <p:sp>
        <p:nvSpPr>
          <p:cNvPr id="4" name="Espace réservé du numéro de diapositive 3"/>
          <p:cNvSpPr>
            <a:spLocks noGrp="1"/>
          </p:cNvSpPr>
          <p:nvPr>
            <p:ph type="sldNum" sz="quarter" idx="12"/>
          </p:nvPr>
        </p:nvSpPr>
        <p:spPr/>
        <p:txBody>
          <a:bodyPr/>
          <a:lstStyle/>
          <a:p>
            <a:pPr>
              <a:defRPr/>
            </a:pPr>
            <a:fld id="{ED14ADA1-1DF7-47D2-83E6-F3A2F0598985}" type="slidenum">
              <a:rPr lang="fr-FR" smtClean="0"/>
              <a:pPr>
                <a:defRPr/>
              </a:pPr>
              <a:t>1</a:t>
            </a:fld>
            <a:endParaRPr lang="fr-F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07324" y="2140638"/>
            <a:ext cx="8915399" cy="1468800"/>
          </a:xfrm>
        </p:spPr>
        <p:txBody>
          <a:bodyPr rtlCol="0">
            <a:normAutofit/>
          </a:bodyPr>
          <a:lstStyle/>
          <a:p>
            <a:pPr fontAlgn="auto">
              <a:spcAft>
                <a:spcPts val="0"/>
              </a:spcAft>
              <a:defRPr/>
            </a:pPr>
            <a:r>
              <a:rPr lang="fr-FR" sz="6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Définition et généralité </a:t>
            </a:r>
          </a:p>
        </p:txBody>
      </p:sp>
      <p:sp>
        <p:nvSpPr>
          <p:cNvPr id="3" name="Espace réservé du numéro de diapositive 2"/>
          <p:cNvSpPr>
            <a:spLocks noGrp="1"/>
          </p:cNvSpPr>
          <p:nvPr>
            <p:ph type="sldNum" sz="quarter" idx="12"/>
          </p:nvPr>
        </p:nvSpPr>
        <p:spPr/>
        <p:txBody>
          <a:bodyPr/>
          <a:lstStyle/>
          <a:p>
            <a:pPr>
              <a:defRPr/>
            </a:pPr>
            <a:fld id="{671CE8F3-0089-4C17-8A4C-524ADCD797E4}" type="slidenum">
              <a:rPr lang="fr-FR" smtClean="0"/>
              <a:pPr>
                <a:defRPr/>
              </a:pPr>
              <a:t>2</a:t>
            </a:fld>
            <a:endParaRPr lang="fr-FR"/>
          </a:p>
        </p:txBody>
      </p:sp>
    </p:spTree>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365125"/>
            <a:ext cx="8910637" cy="1281113"/>
          </a:xfrm>
        </p:spPr>
        <p:txBody>
          <a:bodyPr rtlCol="0">
            <a:normAutofit/>
          </a:bodyPr>
          <a:lstStyle/>
          <a:p>
            <a:pPr fontAlgn="auto">
              <a:spcAft>
                <a:spcPts val="0"/>
              </a:spcAft>
              <a:defRPr/>
            </a:pPr>
            <a:r>
              <a:rPr lang="fr-FR" b="1" dirty="0" smtClean="0">
                <a:solidFill>
                  <a:schemeClr val="tx1">
                    <a:lumMod val="85000"/>
                    <a:lumOff val="15000"/>
                  </a:schemeClr>
                </a:solidFill>
                <a:effectLst>
                  <a:outerShdw blurRad="38100" dist="38100" dir="2700000" algn="tl">
                    <a:srgbClr val="000000">
                      <a:alpha val="43137"/>
                    </a:srgbClr>
                  </a:outerShdw>
                </a:effectLst>
              </a:rPr>
              <a:t>LA PHARMACOLOGIE  </a:t>
            </a:r>
            <a:endParaRPr lang="fr-FR" b="1" dirty="0">
              <a:solidFill>
                <a:schemeClr val="tx1">
                  <a:lumMod val="85000"/>
                  <a:lumOff val="15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1692275" y="1536700"/>
            <a:ext cx="10031413" cy="5205413"/>
          </a:xfrm>
        </p:spPr>
        <p:txBody>
          <a:bodyPr rtlCol="0">
            <a:normAutofit/>
          </a:bodyPr>
          <a:lstStyle/>
          <a:p>
            <a:pPr fontAlgn="auto">
              <a:lnSpc>
                <a:spcPct val="200000"/>
              </a:lnSpc>
              <a:spcAft>
                <a:spcPts val="0"/>
              </a:spcAft>
              <a:buFont typeface="Wingdings 3" charset="2"/>
              <a:buChar char=""/>
              <a:defRPr/>
            </a:pPr>
            <a:r>
              <a:rPr lang="fr-FR" sz="2800" dirty="0">
                <a:solidFill>
                  <a:schemeClr val="tx1">
                    <a:lumMod val="75000"/>
                    <a:lumOff val="25000"/>
                  </a:schemeClr>
                </a:solidFill>
              </a:rPr>
              <a:t>Le mot « pharmacologie » vient du mot </a:t>
            </a:r>
            <a:r>
              <a:rPr lang="fr-FR" sz="2800" i="1" dirty="0">
                <a:solidFill>
                  <a:schemeClr val="tx1">
                    <a:lumMod val="75000"/>
                    <a:lumOff val="25000"/>
                  </a:schemeClr>
                </a:solidFill>
              </a:rPr>
              <a:t>grec</a:t>
            </a:r>
            <a:r>
              <a:rPr lang="fr-FR" sz="2800" dirty="0">
                <a:solidFill>
                  <a:schemeClr val="tx1">
                    <a:lumMod val="75000"/>
                    <a:lumOff val="25000"/>
                  </a:schemeClr>
                </a:solidFill>
              </a:rPr>
              <a:t> </a:t>
            </a:r>
            <a:r>
              <a:rPr lang="fr-FR" sz="2800" b="1" i="1" dirty="0" err="1">
                <a:solidFill>
                  <a:schemeClr val="tx1">
                    <a:lumMod val="75000"/>
                    <a:lumOff val="25000"/>
                  </a:schemeClr>
                </a:solidFill>
              </a:rPr>
              <a:t>pharmacon</a:t>
            </a:r>
            <a:r>
              <a:rPr lang="fr-FR" sz="2800" dirty="0">
                <a:solidFill>
                  <a:schemeClr val="tx1">
                    <a:lumMod val="75000"/>
                    <a:lumOff val="25000"/>
                  </a:schemeClr>
                </a:solidFill>
              </a:rPr>
              <a:t> qui signifie </a:t>
            </a:r>
            <a:r>
              <a:rPr lang="fr-FR" sz="2800" i="1" dirty="0">
                <a:solidFill>
                  <a:schemeClr val="tx1">
                    <a:lumMod val="75000"/>
                    <a:lumOff val="25000"/>
                  </a:schemeClr>
                </a:solidFill>
                <a:effectLst>
                  <a:outerShdw blurRad="38100" dist="38100" dir="2700000" algn="tl">
                    <a:srgbClr val="000000">
                      <a:alpha val="43137"/>
                    </a:srgbClr>
                  </a:outerShdw>
                </a:effectLst>
              </a:rPr>
              <a:t>médicament</a:t>
            </a:r>
            <a:r>
              <a:rPr lang="fr-FR" sz="2800" dirty="0">
                <a:solidFill>
                  <a:schemeClr val="tx1">
                    <a:lumMod val="75000"/>
                    <a:lumOff val="25000"/>
                  </a:schemeClr>
                </a:solidFill>
              </a:rPr>
              <a:t>. Elle étudie les effets des produits biologiquement actifs sur l’organisme et comment l’organisme réagit à eux.</a:t>
            </a:r>
            <a:endParaRPr lang="fr-FR" sz="2800" i="1" dirty="0">
              <a:solidFill>
                <a:schemeClr val="tx1">
                  <a:lumMod val="75000"/>
                  <a:lumOff val="25000"/>
                </a:schemeClr>
              </a:solidFill>
            </a:endParaRPr>
          </a:p>
        </p:txBody>
      </p:sp>
      <p:pic>
        <p:nvPicPr>
          <p:cNvPr id="38916" name="Image 3"/>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10883900" y="112713"/>
            <a:ext cx="1077913" cy="1296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Espace réservé du numéro de diapositive 4"/>
          <p:cNvSpPr>
            <a:spLocks noGrp="1"/>
          </p:cNvSpPr>
          <p:nvPr>
            <p:ph type="sldNum" sz="quarter" idx="12"/>
          </p:nvPr>
        </p:nvSpPr>
        <p:spPr/>
        <p:txBody>
          <a:bodyPr/>
          <a:lstStyle/>
          <a:p>
            <a:pPr>
              <a:defRPr/>
            </a:pPr>
            <a:fld id="{322B8AD7-D03B-4C24-A5E1-9500B08B13B6}" type="slidenum">
              <a:rPr lang="fr-FR" smtClean="0"/>
              <a:pPr>
                <a:defRPr/>
              </a:pPr>
              <a:t>3</a:t>
            </a:fld>
            <a:endParaRPr lang="fr-F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365125"/>
            <a:ext cx="8910637" cy="1281113"/>
          </a:xfrm>
        </p:spPr>
        <p:txBody>
          <a:bodyPr rtlCol="0">
            <a:normAutofit/>
          </a:bodyPr>
          <a:lstStyle/>
          <a:p>
            <a:pPr fontAlgn="auto">
              <a:spcAft>
                <a:spcPts val="0"/>
              </a:spcAft>
              <a:defRPr/>
            </a:pPr>
            <a:r>
              <a:rPr lang="fr-FR" b="1" dirty="0" smtClean="0">
                <a:solidFill>
                  <a:schemeClr val="tx1">
                    <a:lumMod val="85000"/>
                    <a:lumOff val="15000"/>
                  </a:schemeClr>
                </a:solidFill>
                <a:effectLst>
                  <a:outerShdw blurRad="38100" dist="38100" dir="2700000" algn="tl">
                    <a:srgbClr val="000000">
                      <a:alpha val="43137"/>
                    </a:srgbClr>
                  </a:outerShdw>
                </a:effectLst>
              </a:rPr>
              <a:t>LA PHARMACOLOGIE  </a:t>
            </a:r>
            <a:endParaRPr lang="fr-FR" b="1" dirty="0">
              <a:solidFill>
                <a:schemeClr val="tx1">
                  <a:lumMod val="85000"/>
                  <a:lumOff val="15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425768" y="1600200"/>
            <a:ext cx="11415712" cy="4784296"/>
          </a:xfrm>
          <a:solidFill>
            <a:schemeClr val="bg1">
              <a:lumMod val="95000"/>
            </a:schemeClr>
          </a:solidFill>
        </p:spPr>
        <p:txBody>
          <a:bodyPr rtlCol="0">
            <a:noAutofit/>
          </a:bodyPr>
          <a:lstStyle/>
          <a:p>
            <a:pPr fontAlgn="auto">
              <a:lnSpc>
                <a:spcPct val="150000"/>
              </a:lnSpc>
              <a:spcAft>
                <a:spcPts val="0"/>
              </a:spcAft>
              <a:buFont typeface="Wingdings" pitchFamily="2" charset="2"/>
              <a:buChar char="Ø"/>
              <a:defRPr/>
            </a:pPr>
            <a:r>
              <a:rPr lang="fr-FR" sz="2800" dirty="0">
                <a:solidFill>
                  <a:schemeClr val="tx1">
                    <a:lumMod val="75000"/>
                    <a:lumOff val="25000"/>
                  </a:schemeClr>
                </a:solidFill>
              </a:rPr>
              <a:t>	</a:t>
            </a:r>
            <a:r>
              <a:rPr lang="fr-FR" sz="2800" b="1" dirty="0">
                <a:solidFill>
                  <a:schemeClr val="tx1">
                    <a:lumMod val="75000"/>
                    <a:lumOff val="25000"/>
                  </a:schemeClr>
                </a:solidFill>
              </a:rPr>
              <a:t>La pharmacocinétique </a:t>
            </a:r>
            <a:r>
              <a:rPr lang="fr-FR" sz="2800" dirty="0">
                <a:solidFill>
                  <a:schemeClr val="tx1">
                    <a:lumMod val="75000"/>
                    <a:lumOff val="25000"/>
                  </a:schemeClr>
                </a:solidFill>
              </a:rPr>
              <a:t>: c’est l’étude </a:t>
            </a:r>
            <a:r>
              <a:rPr lang="fr-FR" sz="2800" dirty="0" smtClean="0">
                <a:solidFill>
                  <a:schemeClr val="tx1">
                    <a:lumMod val="75000"/>
                    <a:lumOff val="25000"/>
                  </a:schemeClr>
                </a:solidFill>
              </a:rPr>
              <a:t>du devenir du médicament dans l’organisme en  </a:t>
            </a:r>
            <a:r>
              <a:rPr lang="fr-FR" sz="2800" dirty="0">
                <a:solidFill>
                  <a:schemeClr val="tx1">
                    <a:lumMod val="75000"/>
                    <a:lumOff val="25000"/>
                  </a:schemeClr>
                </a:solidFill>
              </a:rPr>
              <a:t>fonction du </a:t>
            </a:r>
            <a:r>
              <a:rPr lang="fr-FR" sz="2800" dirty="0">
                <a:solidFill>
                  <a:schemeClr val="tx1">
                    <a:lumMod val="75000"/>
                    <a:lumOff val="25000"/>
                  </a:schemeClr>
                </a:solidFill>
                <a:effectLst>
                  <a:outerShdw blurRad="38100" dist="38100" dir="2700000" algn="tl">
                    <a:srgbClr val="000000">
                      <a:alpha val="43137"/>
                    </a:srgbClr>
                  </a:outerShdw>
                </a:effectLst>
              </a:rPr>
              <a:t>temps</a:t>
            </a:r>
            <a:r>
              <a:rPr lang="fr-FR" sz="2800" dirty="0">
                <a:solidFill>
                  <a:schemeClr val="tx1">
                    <a:lumMod val="75000"/>
                    <a:lumOff val="25000"/>
                  </a:schemeClr>
                </a:solidFill>
              </a:rPr>
              <a:t>. La pharmacocinétique étudie comment le corps </a:t>
            </a:r>
            <a:r>
              <a:rPr lang="fr-FR" sz="2800" u="sng" dirty="0">
                <a:solidFill>
                  <a:schemeClr val="tx1">
                    <a:lumMod val="75000"/>
                    <a:lumOff val="25000"/>
                  </a:schemeClr>
                </a:solidFill>
              </a:rPr>
              <a:t>absorbe</a:t>
            </a:r>
            <a:r>
              <a:rPr lang="fr-FR" sz="2800" dirty="0">
                <a:solidFill>
                  <a:schemeClr val="tx1">
                    <a:lumMod val="75000"/>
                    <a:lumOff val="25000"/>
                  </a:schemeClr>
                </a:solidFill>
              </a:rPr>
              <a:t>, </a:t>
            </a:r>
            <a:r>
              <a:rPr lang="fr-FR" sz="2800" u="sng" dirty="0">
                <a:solidFill>
                  <a:schemeClr val="tx1">
                    <a:lumMod val="75000"/>
                    <a:lumOff val="25000"/>
                  </a:schemeClr>
                </a:solidFill>
              </a:rPr>
              <a:t>distribue</a:t>
            </a:r>
            <a:r>
              <a:rPr lang="fr-FR" sz="2800" dirty="0">
                <a:solidFill>
                  <a:schemeClr val="tx1">
                    <a:lumMod val="75000"/>
                    <a:lumOff val="25000"/>
                  </a:schemeClr>
                </a:solidFill>
              </a:rPr>
              <a:t>, </a:t>
            </a:r>
            <a:r>
              <a:rPr lang="fr-FR" sz="2800" u="sng" dirty="0">
                <a:solidFill>
                  <a:schemeClr val="tx1">
                    <a:lumMod val="75000"/>
                    <a:lumOff val="25000"/>
                  </a:schemeClr>
                </a:solidFill>
              </a:rPr>
              <a:t>métabolise</a:t>
            </a:r>
            <a:r>
              <a:rPr lang="fr-FR" sz="2800" dirty="0">
                <a:solidFill>
                  <a:schemeClr val="tx1">
                    <a:lumMod val="75000"/>
                    <a:lumOff val="25000"/>
                  </a:schemeClr>
                </a:solidFill>
              </a:rPr>
              <a:t> et </a:t>
            </a:r>
            <a:r>
              <a:rPr lang="fr-FR" sz="2800" u="sng" dirty="0">
                <a:solidFill>
                  <a:schemeClr val="tx1">
                    <a:lumMod val="75000"/>
                    <a:lumOff val="25000"/>
                  </a:schemeClr>
                </a:solidFill>
              </a:rPr>
              <a:t>excrète</a:t>
            </a:r>
            <a:r>
              <a:rPr lang="fr-FR" sz="2800" dirty="0">
                <a:solidFill>
                  <a:schemeClr val="tx1">
                    <a:lumMod val="75000"/>
                    <a:lumOff val="25000"/>
                  </a:schemeClr>
                </a:solidFill>
              </a:rPr>
              <a:t> les médicaments</a:t>
            </a:r>
            <a:r>
              <a:rPr lang="fr-FR" sz="2800" dirty="0" smtClean="0">
                <a:solidFill>
                  <a:schemeClr val="tx1">
                    <a:lumMod val="75000"/>
                    <a:lumOff val="25000"/>
                  </a:schemeClr>
                </a:solidFill>
              </a:rPr>
              <a:t>.</a:t>
            </a:r>
          </a:p>
          <a:p>
            <a:pPr fontAlgn="auto">
              <a:lnSpc>
                <a:spcPct val="150000"/>
              </a:lnSpc>
              <a:spcAft>
                <a:spcPts val="0"/>
              </a:spcAft>
              <a:buFont typeface="Wingdings" pitchFamily="2" charset="2"/>
              <a:buChar char="Ø"/>
              <a:defRPr/>
            </a:pPr>
            <a:r>
              <a:rPr lang="fr-FR" sz="2800" b="1" dirty="0" smtClean="0">
                <a:solidFill>
                  <a:schemeClr val="tx1">
                    <a:lumMod val="75000"/>
                    <a:lumOff val="25000"/>
                  </a:schemeClr>
                </a:solidFill>
              </a:rPr>
              <a:t> La pharmacodynamie </a:t>
            </a:r>
            <a:r>
              <a:rPr lang="fr-FR" sz="2800" dirty="0" smtClean="0">
                <a:solidFill>
                  <a:schemeClr val="tx1">
                    <a:lumMod val="75000"/>
                    <a:lumOff val="25000"/>
                  </a:schemeClr>
                </a:solidFill>
              </a:rPr>
              <a:t>: c’est l’étude de </a:t>
            </a:r>
            <a:r>
              <a:rPr lang="fr-FR" sz="2800" dirty="0" smtClean="0">
                <a:solidFill>
                  <a:schemeClr val="tx1">
                    <a:lumMod val="75000"/>
                    <a:lumOff val="25000"/>
                  </a:schemeClr>
                </a:solidFill>
                <a:effectLst>
                  <a:outerShdw blurRad="38100" dist="38100" dir="2700000" algn="tl">
                    <a:srgbClr val="000000">
                      <a:alpha val="43137"/>
                    </a:srgbClr>
                  </a:outerShdw>
                </a:effectLst>
              </a:rPr>
              <a:t>ce que le médicament fait à l’organisme </a:t>
            </a:r>
            <a:r>
              <a:rPr lang="fr-FR" sz="2800" dirty="0" smtClean="0">
                <a:solidFill>
                  <a:schemeClr val="tx1">
                    <a:lumMod val="75000"/>
                    <a:lumOff val="25000"/>
                  </a:schemeClr>
                </a:solidFill>
              </a:rPr>
              <a:t>qui le reçoit. </a:t>
            </a:r>
            <a:endParaRPr lang="fr-FR" sz="2800" dirty="0">
              <a:solidFill>
                <a:schemeClr val="tx1">
                  <a:lumMod val="75000"/>
                  <a:lumOff val="25000"/>
                </a:schemeClr>
              </a:solidFill>
            </a:endParaRPr>
          </a:p>
        </p:txBody>
      </p:sp>
      <p:pic>
        <p:nvPicPr>
          <p:cNvPr id="39940" name="Image 3"/>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10883900" y="112713"/>
            <a:ext cx="1077913" cy="1296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Espace réservé du numéro de diapositive 5"/>
          <p:cNvSpPr>
            <a:spLocks noGrp="1"/>
          </p:cNvSpPr>
          <p:nvPr>
            <p:ph type="sldNum" sz="quarter" idx="12"/>
          </p:nvPr>
        </p:nvSpPr>
        <p:spPr/>
        <p:txBody>
          <a:bodyPr/>
          <a:lstStyle/>
          <a:p>
            <a:pPr>
              <a:defRPr/>
            </a:pPr>
            <a:fld id="{322B8AD7-D03B-4C24-A5E1-9500B08B13B6}" type="slidenum">
              <a:rPr lang="fr-FR" smtClean="0"/>
              <a:pPr>
                <a:defRPr/>
              </a:pPr>
              <a:t>4</a:t>
            </a:fld>
            <a:endParaRPr lang="fr-F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365125"/>
            <a:ext cx="8910637" cy="1281113"/>
          </a:xfrm>
        </p:spPr>
        <p:txBody>
          <a:bodyPr rtlCol="0">
            <a:normAutofit/>
          </a:bodyPr>
          <a:lstStyle/>
          <a:p>
            <a:pPr fontAlgn="auto">
              <a:spcAft>
                <a:spcPts val="0"/>
              </a:spcAft>
              <a:defRPr/>
            </a:pPr>
            <a:r>
              <a:rPr lang="fr-FR" b="1" dirty="0" smtClean="0">
                <a:solidFill>
                  <a:schemeClr val="tx1">
                    <a:lumMod val="85000"/>
                    <a:lumOff val="15000"/>
                  </a:schemeClr>
                </a:solidFill>
                <a:effectLst>
                  <a:outerShdw blurRad="38100" dist="38100" dir="2700000" algn="tl">
                    <a:srgbClr val="000000">
                      <a:alpha val="43137"/>
                    </a:srgbClr>
                  </a:outerShdw>
                </a:effectLst>
              </a:rPr>
              <a:t>LA PHARMACOLOGIE  </a:t>
            </a:r>
            <a:endParaRPr lang="fr-FR" b="1" dirty="0">
              <a:solidFill>
                <a:schemeClr val="tx1">
                  <a:lumMod val="85000"/>
                  <a:lumOff val="15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776288" y="1442291"/>
            <a:ext cx="11415712" cy="5140325"/>
          </a:xfrm>
          <a:solidFill>
            <a:schemeClr val="bg1">
              <a:lumMod val="95000"/>
            </a:schemeClr>
          </a:solidFill>
        </p:spPr>
        <p:txBody>
          <a:bodyPr rtlCol="0">
            <a:noAutofit/>
          </a:bodyPr>
          <a:lstStyle/>
          <a:p>
            <a:pPr>
              <a:buNone/>
            </a:pPr>
            <a:endParaRPr lang="fr-FR" sz="2000" dirty="0" smtClean="0"/>
          </a:p>
          <a:p>
            <a:r>
              <a:rPr lang="fr-FR" sz="2400" dirty="0" smtClean="0"/>
              <a:t> </a:t>
            </a:r>
            <a:r>
              <a:rPr lang="fr-FR" sz="2400" b="1" dirty="0" smtClean="0"/>
              <a:t>La pharmaco-thérapeutique </a:t>
            </a:r>
            <a:r>
              <a:rPr lang="fr-FR" sz="2400" dirty="0" smtClean="0"/>
              <a:t>: c’est l’emploi des médicaments pour traiter les maladies. </a:t>
            </a:r>
          </a:p>
          <a:p>
            <a:r>
              <a:rPr lang="fr-FR" sz="2400" b="1" dirty="0" smtClean="0"/>
              <a:t>La pharmacovigilance : </a:t>
            </a:r>
            <a:r>
              <a:rPr lang="fr-FR" sz="2400" dirty="0" smtClean="0"/>
              <a:t>c’est l’étude des liens de causalité probables entre médicaments et réactions adverses dans une population. </a:t>
            </a:r>
          </a:p>
          <a:p>
            <a:r>
              <a:rPr lang="fr-FR" sz="2400" b="1" dirty="0" smtClean="0"/>
              <a:t>La chronopharmacologie : </a:t>
            </a:r>
            <a:r>
              <a:rPr lang="fr-FR" sz="2400" dirty="0" smtClean="0"/>
              <a:t>c’est l’étude des influences du nycthémère sur les propriétés pharmacocinétiques et pharmacodynamiques des médicaments</a:t>
            </a:r>
            <a:r>
              <a:rPr lang="fr-FR" sz="2400" b="1" dirty="0" smtClean="0"/>
              <a:t>. </a:t>
            </a:r>
          </a:p>
          <a:p>
            <a:r>
              <a:rPr lang="fr-FR" sz="2400" b="1" dirty="0" smtClean="0"/>
              <a:t>La pharmacogénétique </a:t>
            </a:r>
            <a:r>
              <a:rPr lang="fr-FR" sz="2400" dirty="0" smtClean="0"/>
              <a:t>: c’est l’étude des influences de l’appartenance ethnique sur les propriétés pharmacocinétiques et pharmacodynamiques des médicaments. </a:t>
            </a:r>
          </a:p>
          <a:p>
            <a:r>
              <a:rPr lang="fr-FR" sz="2400" b="1" dirty="0" smtClean="0"/>
              <a:t>La pharmaco-économie : </a:t>
            </a:r>
            <a:r>
              <a:rPr lang="fr-FR" sz="2400" dirty="0" smtClean="0"/>
              <a:t>c’est l’étude du prix des médicaments </a:t>
            </a:r>
            <a:endParaRPr lang="fr-FR" sz="2400" dirty="0">
              <a:solidFill>
                <a:schemeClr val="tx1">
                  <a:lumMod val="75000"/>
                  <a:lumOff val="25000"/>
                </a:schemeClr>
              </a:solidFill>
            </a:endParaRPr>
          </a:p>
        </p:txBody>
      </p:sp>
      <p:pic>
        <p:nvPicPr>
          <p:cNvPr id="39940" name="Image 3"/>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10883900" y="112713"/>
            <a:ext cx="1077913" cy="1296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Espace réservé du numéro de diapositive 5"/>
          <p:cNvSpPr>
            <a:spLocks noGrp="1"/>
          </p:cNvSpPr>
          <p:nvPr>
            <p:ph type="sldNum" sz="quarter" idx="12"/>
          </p:nvPr>
        </p:nvSpPr>
        <p:spPr/>
        <p:txBody>
          <a:bodyPr/>
          <a:lstStyle/>
          <a:p>
            <a:pPr>
              <a:defRPr/>
            </a:pPr>
            <a:fld id="{322B8AD7-D03B-4C24-A5E1-9500B08B13B6}" type="slidenum">
              <a:rPr lang="fr-FR" smtClean="0"/>
              <a:pPr>
                <a:defRPr/>
              </a:pPr>
              <a:t>5</a:t>
            </a:fld>
            <a:endParaRPr lang="fr-F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sp>
        <p:nvSpPr>
          <p:cNvPr id="3" name="Espace réservé du contenu 2"/>
          <p:cNvSpPr>
            <a:spLocks noGrp="1"/>
          </p:cNvSpPr>
          <p:nvPr>
            <p:ph idx="1"/>
          </p:nvPr>
        </p:nvSpPr>
        <p:spPr>
          <a:xfrm>
            <a:off x="668693" y="1250097"/>
            <a:ext cx="9812338" cy="4375150"/>
          </a:xfrm>
        </p:spPr>
        <p:txBody>
          <a:bodyPr rtlCol="0">
            <a:normAutofit/>
          </a:bodyPr>
          <a:lstStyle/>
          <a:p>
            <a:pPr fontAlgn="auto">
              <a:spcAft>
                <a:spcPts val="0"/>
              </a:spcAft>
              <a:buFont typeface="Wingdings 3" charset="2"/>
              <a:buChar char=""/>
              <a:defRPr/>
            </a:pPr>
            <a:r>
              <a:rPr lang="fr-FR" sz="2000" b="1" u="sng" dirty="0" smtClean="0">
                <a:solidFill>
                  <a:srgbClr val="C00000"/>
                </a:solidFill>
              </a:rPr>
              <a:t>DÉFINITION : </a:t>
            </a:r>
          </a:p>
          <a:p>
            <a:pPr marL="0" indent="0" algn="ctr" fontAlgn="auto">
              <a:spcAft>
                <a:spcPts val="0"/>
              </a:spcAft>
              <a:buFont typeface="Wingdings 3" charset="2"/>
              <a:buNone/>
              <a:defRPr/>
            </a:pPr>
            <a:r>
              <a:rPr lang="fr-FR" dirty="0" smtClean="0">
                <a:solidFill>
                  <a:schemeClr val="tx1">
                    <a:lumMod val="75000"/>
                    <a:lumOff val="25000"/>
                  </a:schemeClr>
                </a:solidFill>
              </a:rPr>
              <a:t>On </a:t>
            </a:r>
            <a:r>
              <a:rPr lang="fr-FR" dirty="0">
                <a:solidFill>
                  <a:schemeClr val="tx1">
                    <a:lumMod val="75000"/>
                    <a:lumOff val="25000"/>
                  </a:schemeClr>
                </a:solidFill>
              </a:rPr>
              <a:t>entend par ”médicament” toute </a:t>
            </a:r>
            <a:r>
              <a:rPr lang="fr-FR" dirty="0">
                <a:solidFill>
                  <a:schemeClr val="tx1">
                    <a:lumMod val="75000"/>
                    <a:lumOff val="25000"/>
                  </a:schemeClr>
                </a:solidFill>
                <a:effectLst>
                  <a:outerShdw blurRad="38100" dist="38100" dir="2700000" algn="tl">
                    <a:srgbClr val="000000">
                      <a:alpha val="43137"/>
                    </a:srgbClr>
                  </a:outerShdw>
                </a:effectLst>
              </a:rPr>
              <a:t>substance</a:t>
            </a:r>
            <a:r>
              <a:rPr lang="fr-FR" dirty="0">
                <a:solidFill>
                  <a:schemeClr val="tx1">
                    <a:lumMod val="75000"/>
                    <a:lumOff val="25000"/>
                  </a:schemeClr>
                </a:solidFill>
              </a:rPr>
              <a:t> ou </a:t>
            </a:r>
            <a:r>
              <a:rPr lang="fr-FR" dirty="0">
                <a:solidFill>
                  <a:schemeClr val="tx1">
                    <a:lumMod val="75000"/>
                    <a:lumOff val="25000"/>
                  </a:schemeClr>
                </a:solidFill>
                <a:effectLst>
                  <a:outerShdw blurRad="38100" dist="38100" dir="2700000" algn="tl">
                    <a:srgbClr val="000000">
                      <a:alpha val="43137"/>
                    </a:srgbClr>
                  </a:outerShdw>
                </a:effectLst>
              </a:rPr>
              <a:t>composition</a:t>
            </a:r>
            <a:r>
              <a:rPr lang="fr-FR" dirty="0">
                <a:solidFill>
                  <a:schemeClr val="tx1">
                    <a:lumMod val="75000"/>
                    <a:lumOff val="25000"/>
                  </a:schemeClr>
                </a:solidFill>
              </a:rPr>
              <a:t> (préparation) administrée à l’homme ou à l’animal en vue d'établir un </a:t>
            </a:r>
            <a:r>
              <a:rPr lang="fr-FR" i="1" dirty="0">
                <a:solidFill>
                  <a:schemeClr val="tx1">
                    <a:lumMod val="75000"/>
                    <a:lumOff val="25000"/>
                  </a:schemeClr>
                </a:solidFill>
              </a:rPr>
              <a:t>diagnostic</a:t>
            </a:r>
            <a:r>
              <a:rPr lang="fr-FR" dirty="0">
                <a:solidFill>
                  <a:schemeClr val="tx1">
                    <a:lumMod val="75000"/>
                    <a:lumOff val="25000"/>
                  </a:schemeClr>
                </a:solidFill>
              </a:rPr>
              <a:t> médical, de </a:t>
            </a:r>
            <a:r>
              <a:rPr lang="fr-FR" i="1" dirty="0">
                <a:solidFill>
                  <a:schemeClr val="tx1">
                    <a:lumMod val="75000"/>
                    <a:lumOff val="25000"/>
                  </a:schemeClr>
                </a:solidFill>
              </a:rPr>
              <a:t>traiter</a:t>
            </a:r>
            <a:r>
              <a:rPr lang="fr-FR" dirty="0">
                <a:solidFill>
                  <a:schemeClr val="tx1">
                    <a:lumMod val="75000"/>
                    <a:lumOff val="25000"/>
                  </a:schemeClr>
                </a:solidFill>
              </a:rPr>
              <a:t> (propriétés curatives) ou de </a:t>
            </a:r>
            <a:r>
              <a:rPr lang="fr-FR" i="1" dirty="0">
                <a:solidFill>
                  <a:schemeClr val="tx1">
                    <a:lumMod val="75000"/>
                    <a:lumOff val="25000"/>
                  </a:schemeClr>
                </a:solidFill>
              </a:rPr>
              <a:t>prévenir</a:t>
            </a:r>
            <a:r>
              <a:rPr lang="fr-FR" dirty="0">
                <a:solidFill>
                  <a:schemeClr val="tx1">
                    <a:lumMod val="75000"/>
                    <a:lumOff val="25000"/>
                  </a:schemeClr>
                </a:solidFill>
              </a:rPr>
              <a:t> une maladie, ou de restaurer, corriger, modifier des fonctions organiques</a:t>
            </a:r>
            <a:r>
              <a:rPr lang="fr-FR" dirty="0" smtClean="0">
                <a:solidFill>
                  <a:schemeClr val="tx1">
                    <a:lumMod val="75000"/>
                    <a:lumOff val="25000"/>
                  </a:schemeClr>
                </a:solidFill>
              </a:rPr>
              <a:t>.</a:t>
            </a:r>
          </a:p>
          <a:p>
            <a:pPr fontAlgn="auto">
              <a:spcAft>
                <a:spcPts val="0"/>
              </a:spcAft>
              <a:buFont typeface="Wingdings 3" charset="2"/>
              <a:buChar char=""/>
              <a:defRPr/>
            </a:pPr>
            <a:r>
              <a:rPr lang="fr-FR" sz="2000" b="1" u="sng" dirty="0" smtClean="0">
                <a:solidFill>
                  <a:srgbClr val="C00000"/>
                </a:solidFill>
              </a:rPr>
              <a:t>FONCTIONS </a:t>
            </a:r>
            <a:r>
              <a:rPr lang="fr-FR" sz="2000" b="1" u="sng" dirty="0">
                <a:solidFill>
                  <a:srgbClr val="C00000"/>
                </a:solidFill>
              </a:rPr>
              <a:t>DU </a:t>
            </a:r>
            <a:r>
              <a:rPr lang="fr-FR" sz="2000" b="1" u="sng" dirty="0" smtClean="0">
                <a:solidFill>
                  <a:srgbClr val="C00000"/>
                </a:solidFill>
              </a:rPr>
              <a:t>MÉDICAMENT :  </a:t>
            </a:r>
            <a:endParaRPr lang="fr-FR" sz="2000" b="1" u="sng" dirty="0">
              <a:solidFill>
                <a:srgbClr val="C00000"/>
              </a:solidFill>
            </a:endParaRPr>
          </a:p>
        </p:txBody>
      </p:sp>
      <p:graphicFrame>
        <p:nvGraphicFramePr>
          <p:cNvPr id="4" name="Diagramme 3"/>
          <p:cNvGraphicFramePr/>
          <p:nvPr/>
        </p:nvGraphicFramePr>
        <p:xfrm>
          <a:off x="245508" y="2014625"/>
          <a:ext cx="9089560" cy="5892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965" name="Image 5"/>
          <p:cNvPicPr>
            <a:picLocks noChangeAspect="1"/>
          </p:cNvPicPr>
          <p:nvPr/>
        </p:nvPicPr>
        <p:blipFill>
          <a:blip r:embed="rId7">
            <a:extLst>
              <a:ext uri="{28A0092B-C50C-407E-A947-70E740481C1C}">
                <a14:useLocalDpi xmlns="" xmlns:a14="http://schemas.microsoft.com/office/drawing/2010/main" val="0"/>
              </a:ext>
            </a:extLst>
          </a:blip>
          <a:srcRect/>
          <a:stretch>
            <a:fillRect/>
          </a:stretch>
        </p:blipFill>
        <p:spPr bwMode="auto">
          <a:xfrm>
            <a:off x="7939088" y="58738"/>
            <a:ext cx="3756025" cy="1674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5"/>
          <p:cNvSpPr/>
          <p:nvPr/>
        </p:nvSpPr>
        <p:spPr>
          <a:xfrm>
            <a:off x="9207689" y="3518807"/>
            <a:ext cx="2984311" cy="2800767"/>
          </a:xfrm>
          <a:prstGeom prst="rect">
            <a:avLst/>
          </a:prstGeom>
        </p:spPr>
        <p:txBody>
          <a:bodyPr wrap="square">
            <a:spAutoFit/>
          </a:bodyPr>
          <a:lstStyle/>
          <a:p>
            <a:pPr algn="just">
              <a:buFont typeface="Arial" pitchFamily="34" charset="0"/>
              <a:buChar char="•"/>
            </a:pPr>
            <a:r>
              <a:rPr lang="fr-FR" sz="1600" dirty="0" smtClean="0"/>
              <a:t>Il s’attaque à la cause de la maladie </a:t>
            </a:r>
          </a:p>
          <a:p>
            <a:pPr algn="just">
              <a:buFont typeface="Arial" pitchFamily="34" charset="0"/>
              <a:buChar char="•"/>
            </a:pPr>
            <a:endParaRPr lang="fr-FR" sz="1600" dirty="0" smtClean="0"/>
          </a:p>
          <a:p>
            <a:pPr algn="just">
              <a:buFont typeface="Arial" pitchFamily="34" charset="0"/>
              <a:buChar char="•"/>
            </a:pPr>
            <a:endParaRPr lang="fr-FR" sz="1600" dirty="0" smtClean="0"/>
          </a:p>
          <a:p>
            <a:pPr algn="just">
              <a:buFont typeface="Arial" pitchFamily="34" charset="0"/>
              <a:buChar char="•"/>
            </a:pPr>
            <a:r>
              <a:rPr lang="fr-FR" sz="1600" dirty="0" smtClean="0"/>
              <a:t> il apporte l’élément manquant à l’organisme </a:t>
            </a:r>
          </a:p>
          <a:p>
            <a:pPr algn="just">
              <a:buFont typeface="Arial" pitchFamily="34" charset="0"/>
              <a:buChar char="•"/>
            </a:pPr>
            <a:endParaRPr lang="fr-FR" sz="1600" dirty="0" smtClean="0"/>
          </a:p>
          <a:p>
            <a:pPr algn="just">
              <a:buFont typeface="Arial" pitchFamily="34" charset="0"/>
              <a:buChar char="•"/>
            </a:pPr>
            <a:r>
              <a:rPr lang="fr-FR" sz="1600" dirty="0" smtClean="0"/>
              <a:t> il s’attaque seulement aux manifestations de la maladie, sans pouvoir en traiter la cause. </a:t>
            </a:r>
            <a:endParaRPr lang="fr-FR" sz="1600" dirty="0"/>
          </a:p>
        </p:txBody>
      </p:sp>
      <p:sp>
        <p:nvSpPr>
          <p:cNvPr id="7" name="Espace réservé du numéro de diapositive 6"/>
          <p:cNvSpPr>
            <a:spLocks noGrp="1"/>
          </p:cNvSpPr>
          <p:nvPr>
            <p:ph type="sldNum" sz="quarter" idx="12"/>
          </p:nvPr>
        </p:nvSpPr>
        <p:spPr/>
        <p:txBody>
          <a:bodyPr/>
          <a:lstStyle/>
          <a:p>
            <a:pPr>
              <a:defRPr/>
            </a:pPr>
            <a:fld id="{322B8AD7-D03B-4C24-A5E1-9500B08B13B6}" type="slidenum">
              <a:rPr lang="fr-FR" smtClean="0"/>
              <a:pPr>
                <a:defRPr/>
              </a:pPr>
              <a:t>6</a:t>
            </a:fld>
            <a:endParaRPr lang="fr-F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lumMod val="85000"/>
                    <a:lumOff val="15000"/>
                  </a:schemeClr>
                </a:solidFill>
                <a:effectLst>
                  <a:outerShdw blurRad="38100" dist="38100" dir="2700000" algn="tl">
                    <a:srgbClr val="000000">
                      <a:alpha val="43137"/>
                    </a:srgbClr>
                  </a:outerShdw>
                </a:effectLst>
              </a:rPr>
              <a:t>LE </a:t>
            </a:r>
            <a:r>
              <a:rPr lang="fr-FR" b="1" dirty="0" smtClean="0">
                <a:solidFill>
                  <a:schemeClr val="tx1">
                    <a:lumMod val="85000"/>
                    <a:lumOff val="15000"/>
                  </a:schemeClr>
                </a:solidFill>
                <a:effectLst>
                  <a:outerShdw blurRad="38100" dist="38100" dir="2700000" algn="tl">
                    <a:srgbClr val="000000">
                      <a:alpha val="43137"/>
                    </a:srgbClr>
                  </a:outerShdw>
                </a:effectLst>
              </a:rPr>
              <a:t>MEDICAMENT </a:t>
            </a:r>
            <a:r>
              <a:rPr lang="fr-FR" b="1" dirty="0" smtClean="0">
                <a:solidFill>
                  <a:schemeClr val="tx1">
                    <a:lumMod val="85000"/>
                    <a:lumOff val="15000"/>
                  </a:schemeClr>
                </a:solidFill>
                <a:effectLst>
                  <a:outerShdw blurRad="38100" dist="38100" dir="2700000" algn="tl">
                    <a:srgbClr val="000000">
                      <a:alpha val="43137"/>
                    </a:srgbClr>
                  </a:outerShdw>
                </a:effectLst>
                <a:latin typeface="Century Gothic" panose="020B0502020202020204" pitchFamily="34" charset="0"/>
              </a:rPr>
              <a:t>≠ de :</a:t>
            </a:r>
            <a:endParaRPr lang="fr-FR" dirty="0"/>
          </a:p>
        </p:txBody>
      </p:sp>
      <p:sp>
        <p:nvSpPr>
          <p:cNvPr id="3" name="Espace réservé du contenu 2"/>
          <p:cNvSpPr>
            <a:spLocks noGrp="1"/>
          </p:cNvSpPr>
          <p:nvPr>
            <p:ph idx="1"/>
          </p:nvPr>
        </p:nvSpPr>
        <p:spPr>
          <a:xfrm>
            <a:off x="806824" y="1586754"/>
            <a:ext cx="11013141" cy="5271245"/>
          </a:xfrm>
          <a:solidFill>
            <a:schemeClr val="accent5">
              <a:lumMod val="20000"/>
              <a:lumOff val="80000"/>
            </a:schemeClr>
          </a:solidFill>
        </p:spPr>
        <p:txBody>
          <a:bodyPr/>
          <a:lstStyle/>
          <a:p>
            <a:pPr>
              <a:buFont typeface="Century Gothic" panose="020B0502020202020204" pitchFamily="34" charset="0"/>
              <a:buChar char="≠"/>
            </a:pPr>
            <a:r>
              <a:rPr lang="fr-FR" b="1" dirty="0" smtClean="0"/>
              <a:t>Produit Pharmaceutique </a:t>
            </a:r>
            <a:r>
              <a:rPr lang="fr-FR" dirty="0" smtClean="0"/>
              <a:t>: </a:t>
            </a:r>
            <a:r>
              <a:rPr lang="fr-FR" dirty="0"/>
              <a:t>les produits </a:t>
            </a:r>
            <a:r>
              <a:rPr lang="fr-FR" dirty="0" smtClean="0"/>
              <a:t>pharmaceutiques comprennent </a:t>
            </a:r>
            <a:r>
              <a:rPr lang="fr-FR" dirty="0"/>
              <a:t>les </a:t>
            </a:r>
            <a:r>
              <a:rPr lang="fr-FR" i="1" dirty="0">
                <a:effectLst>
                  <a:outerShdw blurRad="38100" dist="38100" dir="2700000" algn="tl">
                    <a:srgbClr val="000000">
                      <a:alpha val="43137"/>
                    </a:srgbClr>
                  </a:outerShdw>
                </a:effectLst>
              </a:rPr>
              <a:t>médicaments</a:t>
            </a:r>
            <a:r>
              <a:rPr lang="fr-FR" dirty="0"/>
              <a:t>, les </a:t>
            </a:r>
            <a:r>
              <a:rPr lang="fr-FR" dirty="0">
                <a:effectLst>
                  <a:outerShdw blurRad="38100" dist="38100" dir="2700000" algn="tl">
                    <a:srgbClr val="000000">
                      <a:alpha val="43137"/>
                    </a:srgbClr>
                  </a:outerShdw>
                </a:effectLst>
              </a:rPr>
              <a:t>réactifs</a:t>
            </a:r>
            <a:r>
              <a:rPr lang="fr-FR" dirty="0"/>
              <a:t> biologiques, les produits </a:t>
            </a:r>
            <a:r>
              <a:rPr lang="fr-FR" dirty="0" smtClean="0">
                <a:effectLst>
                  <a:outerShdw blurRad="38100" dist="38100" dir="2700000" algn="tl">
                    <a:srgbClr val="000000">
                      <a:alpha val="43137"/>
                    </a:srgbClr>
                  </a:outerShdw>
                </a:effectLst>
              </a:rPr>
              <a:t>chimiques</a:t>
            </a:r>
            <a:r>
              <a:rPr lang="fr-FR" dirty="0" smtClean="0"/>
              <a:t> officinaux</a:t>
            </a:r>
            <a:r>
              <a:rPr lang="fr-FR" dirty="0"/>
              <a:t>, les produits galéniques, les objets de </a:t>
            </a:r>
            <a:r>
              <a:rPr lang="fr-FR" dirty="0">
                <a:effectLst>
                  <a:outerShdw blurRad="38100" dist="38100" dir="2700000" algn="tl">
                    <a:srgbClr val="000000">
                      <a:alpha val="43137"/>
                    </a:srgbClr>
                  </a:outerShdw>
                </a:effectLst>
              </a:rPr>
              <a:t>pansement</a:t>
            </a:r>
            <a:r>
              <a:rPr lang="fr-FR" dirty="0"/>
              <a:t> et tous </a:t>
            </a:r>
            <a:r>
              <a:rPr lang="fr-FR" dirty="0" smtClean="0"/>
              <a:t>autres produits </a:t>
            </a:r>
            <a:r>
              <a:rPr lang="fr-FR" dirty="0"/>
              <a:t>nécessaires à la médecine humaine et vétérinaire</a:t>
            </a:r>
            <a:r>
              <a:rPr lang="fr-FR" dirty="0" smtClean="0"/>
              <a:t>.</a:t>
            </a:r>
          </a:p>
          <a:p>
            <a:pPr>
              <a:buFont typeface="Century Gothic" panose="020B0502020202020204" pitchFamily="34" charset="0"/>
              <a:buChar char="≠"/>
            </a:pPr>
            <a:r>
              <a:rPr lang="fr-FR" b="1" dirty="0" err="1" smtClean="0"/>
              <a:t>Xénobiotique</a:t>
            </a:r>
            <a:r>
              <a:rPr lang="fr-FR" dirty="0" smtClean="0"/>
              <a:t> : se dit d’une molécule chimique  </a:t>
            </a:r>
            <a:r>
              <a:rPr lang="fr-FR" dirty="0" smtClean="0">
                <a:effectLst>
                  <a:outerShdw blurRad="38100" dist="38100" dir="2700000" algn="tl">
                    <a:srgbClr val="000000">
                      <a:alpha val="43137"/>
                    </a:srgbClr>
                  </a:outerShdw>
                </a:effectLst>
              </a:rPr>
              <a:t>étrangère</a:t>
            </a:r>
            <a:r>
              <a:rPr lang="fr-FR" dirty="0" smtClean="0"/>
              <a:t> à un organisme vivant et considérée comme </a:t>
            </a:r>
            <a:r>
              <a:rPr lang="fr-FR" dirty="0" smtClean="0">
                <a:effectLst>
                  <a:outerShdw blurRad="38100" dist="38100" dir="2700000" algn="tl">
                    <a:srgbClr val="000000">
                      <a:alpha val="43137"/>
                    </a:srgbClr>
                  </a:outerShdw>
                </a:effectLst>
              </a:rPr>
              <a:t>toxique</a:t>
            </a:r>
            <a:endParaRPr lang="fr-FR" dirty="0" smtClean="0"/>
          </a:p>
          <a:p>
            <a:pPr>
              <a:buFont typeface="Century Gothic" panose="020B0502020202020204" pitchFamily="34" charset="0"/>
              <a:buChar char="≠"/>
            </a:pPr>
            <a:r>
              <a:rPr lang="fr-FR" b="1" dirty="0" smtClean="0"/>
              <a:t>Produit de Santé Naturel </a:t>
            </a:r>
            <a:r>
              <a:rPr lang="fr-FR" dirty="0" smtClean="0"/>
              <a:t>: les </a:t>
            </a:r>
            <a:r>
              <a:rPr lang="fr-FR" dirty="0">
                <a:effectLst>
                  <a:outerShdw blurRad="38100" dist="38100" dir="2700000" algn="tl">
                    <a:srgbClr val="000000">
                      <a:alpha val="43137"/>
                    </a:srgbClr>
                  </a:outerShdw>
                </a:effectLst>
              </a:rPr>
              <a:t>plantes</a:t>
            </a:r>
            <a:r>
              <a:rPr lang="fr-FR" dirty="0"/>
              <a:t> médicinales</a:t>
            </a:r>
            <a:r>
              <a:rPr lang="fr-FR" dirty="0" smtClean="0"/>
              <a:t>, les </a:t>
            </a:r>
            <a:r>
              <a:rPr lang="fr-FR" dirty="0"/>
              <a:t>médicaments </a:t>
            </a:r>
            <a:r>
              <a:rPr lang="fr-FR" dirty="0">
                <a:effectLst>
                  <a:outerShdw blurRad="38100" dist="38100" dir="2700000" algn="tl">
                    <a:srgbClr val="000000">
                      <a:alpha val="43137"/>
                    </a:srgbClr>
                  </a:outerShdw>
                </a:effectLst>
              </a:rPr>
              <a:t>homéopathiques</a:t>
            </a:r>
            <a:r>
              <a:rPr lang="fr-FR" dirty="0"/>
              <a:t>, les </a:t>
            </a:r>
            <a:r>
              <a:rPr lang="fr-FR" dirty="0">
                <a:effectLst>
                  <a:outerShdw blurRad="38100" dist="38100" dir="2700000" algn="tl">
                    <a:srgbClr val="000000">
                      <a:alpha val="43137"/>
                    </a:srgbClr>
                  </a:outerShdw>
                </a:effectLst>
              </a:rPr>
              <a:t>vitamines</a:t>
            </a:r>
            <a:r>
              <a:rPr lang="fr-FR" dirty="0"/>
              <a:t> et </a:t>
            </a:r>
            <a:r>
              <a:rPr lang="fr-FR" dirty="0">
                <a:effectLst>
                  <a:outerShdw blurRad="38100" dist="38100" dir="2700000" algn="tl">
                    <a:srgbClr val="000000">
                      <a:alpha val="43137"/>
                    </a:srgbClr>
                  </a:outerShdw>
                </a:effectLst>
              </a:rPr>
              <a:t>minéraux</a:t>
            </a:r>
            <a:r>
              <a:rPr lang="fr-FR" dirty="0"/>
              <a:t>, les </a:t>
            </a:r>
            <a:r>
              <a:rPr lang="fr-FR" dirty="0" err="1">
                <a:effectLst>
                  <a:outerShdw blurRad="38100" dist="38100" dir="2700000" algn="tl">
                    <a:srgbClr val="000000">
                      <a:alpha val="43137"/>
                    </a:srgbClr>
                  </a:outerShdw>
                </a:effectLst>
              </a:rPr>
              <a:t>probiotiques</a:t>
            </a:r>
            <a:r>
              <a:rPr lang="fr-FR" dirty="0"/>
              <a:t> ainsi que d'autres produits tels les </a:t>
            </a:r>
            <a:r>
              <a:rPr lang="fr-FR" dirty="0">
                <a:effectLst>
                  <a:outerShdw blurRad="38100" dist="38100" dir="2700000" algn="tl">
                    <a:srgbClr val="000000">
                      <a:alpha val="43137"/>
                    </a:srgbClr>
                  </a:outerShdw>
                </a:effectLst>
              </a:rPr>
              <a:t>acides</a:t>
            </a:r>
            <a:r>
              <a:rPr lang="fr-FR" dirty="0"/>
              <a:t> </a:t>
            </a:r>
            <a:r>
              <a:rPr lang="fr-FR" dirty="0">
                <a:effectLst>
                  <a:outerShdw blurRad="38100" dist="38100" dir="2700000" algn="tl">
                    <a:srgbClr val="000000">
                      <a:alpha val="43137"/>
                    </a:srgbClr>
                  </a:outerShdw>
                </a:effectLst>
              </a:rPr>
              <a:t>aminés</a:t>
            </a:r>
            <a:r>
              <a:rPr lang="fr-FR" dirty="0"/>
              <a:t> et les </a:t>
            </a:r>
            <a:r>
              <a:rPr lang="fr-FR" dirty="0">
                <a:effectLst>
                  <a:outerShdw blurRad="38100" dist="38100" dir="2700000" algn="tl">
                    <a:srgbClr val="000000">
                      <a:alpha val="43137"/>
                    </a:srgbClr>
                  </a:outerShdw>
                </a:effectLst>
              </a:rPr>
              <a:t>acides</a:t>
            </a:r>
            <a:r>
              <a:rPr lang="fr-FR" dirty="0"/>
              <a:t> </a:t>
            </a:r>
            <a:r>
              <a:rPr lang="fr-FR" dirty="0">
                <a:effectLst>
                  <a:outerShdw blurRad="38100" dist="38100" dir="2700000" algn="tl">
                    <a:srgbClr val="000000">
                      <a:alpha val="43137"/>
                    </a:srgbClr>
                  </a:outerShdw>
                </a:effectLst>
              </a:rPr>
              <a:t>gras</a:t>
            </a:r>
            <a:r>
              <a:rPr lang="fr-FR" dirty="0"/>
              <a:t> </a:t>
            </a:r>
            <a:r>
              <a:rPr lang="fr-FR" dirty="0">
                <a:effectLst>
                  <a:outerShdw blurRad="38100" dist="38100" dir="2700000" algn="tl">
                    <a:srgbClr val="000000">
                      <a:alpha val="43137"/>
                    </a:srgbClr>
                  </a:outerShdw>
                </a:effectLst>
              </a:rPr>
              <a:t>essentiels</a:t>
            </a:r>
            <a:r>
              <a:rPr lang="fr-FR" dirty="0" smtClean="0"/>
              <a:t>.</a:t>
            </a:r>
          </a:p>
          <a:p>
            <a:pPr>
              <a:buFont typeface="Century Gothic" panose="020B0502020202020204" pitchFamily="34" charset="0"/>
              <a:buChar char="≠"/>
            </a:pPr>
            <a:r>
              <a:rPr lang="fr-FR" b="1" dirty="0" smtClean="0"/>
              <a:t>La phytothérapie </a:t>
            </a:r>
            <a:r>
              <a:rPr lang="fr-FR" dirty="0" smtClean="0"/>
              <a:t>: C’est </a:t>
            </a:r>
            <a:r>
              <a:rPr lang="fr-FR" dirty="0"/>
              <a:t>une branche de la médecine </a:t>
            </a:r>
            <a:r>
              <a:rPr lang="fr-FR" dirty="0" smtClean="0"/>
              <a:t>(traditionnelle, douce, …) qui </a:t>
            </a:r>
            <a:r>
              <a:rPr lang="fr-FR" dirty="0"/>
              <a:t>repose essentiellement sur l'emploi thérapeutique de </a:t>
            </a:r>
            <a:r>
              <a:rPr lang="fr-FR" dirty="0">
                <a:effectLst>
                  <a:outerShdw blurRad="38100" dist="38100" dir="2700000" algn="tl">
                    <a:srgbClr val="000000">
                      <a:alpha val="43137"/>
                    </a:srgbClr>
                  </a:outerShdw>
                </a:effectLst>
              </a:rPr>
              <a:t>plantes dites « médicinales »</a:t>
            </a:r>
            <a:r>
              <a:rPr lang="fr-FR" dirty="0"/>
              <a:t>. Consommées sous différentes formes, les plantes traitent ou soulagent différents troubles mineurs. Il s'agit d'une pratique millénaire basée sur un savoir empirique qui s'est transmis et enrichi au fil d'innombrables générations. </a:t>
            </a:r>
            <a:endParaRPr lang="fr-FR" dirty="0">
              <a:solidFill>
                <a:srgbClr val="222222"/>
              </a:solidFill>
              <a:latin typeface="arial" panose="020B0604020202020204" pitchFamily="34" charset="0"/>
            </a:endParaRPr>
          </a:p>
        </p:txBody>
      </p:sp>
      <p:sp>
        <p:nvSpPr>
          <p:cNvPr id="4" name="Espace réservé du numéro de diapositive 3"/>
          <p:cNvSpPr>
            <a:spLocks noGrp="1"/>
          </p:cNvSpPr>
          <p:nvPr>
            <p:ph type="sldNum" sz="quarter" idx="12"/>
          </p:nvPr>
        </p:nvSpPr>
        <p:spPr/>
        <p:txBody>
          <a:bodyPr/>
          <a:lstStyle/>
          <a:p>
            <a:pPr>
              <a:defRPr/>
            </a:pPr>
            <a:fld id="{322B8AD7-D03B-4C24-A5E1-9500B08B13B6}" type="slidenum">
              <a:rPr lang="fr-FR" smtClean="0"/>
              <a:pPr>
                <a:defRPr/>
              </a:pPr>
              <a:t>7</a:t>
            </a:fld>
            <a:endParaRPr lang="fr-FR"/>
          </a:p>
        </p:txBody>
      </p:sp>
    </p:spTree>
    <p:extLst>
      <p:ext uri="{BB962C8B-B14F-4D97-AF65-F5344CB8AC3E}">
        <p14:creationId xmlns="" xmlns:p14="http://schemas.microsoft.com/office/powerpoint/2010/main" val="174609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sp>
        <p:nvSpPr>
          <p:cNvPr id="3" name="Espace réservé du contenu 2"/>
          <p:cNvSpPr>
            <a:spLocks noGrp="1"/>
          </p:cNvSpPr>
          <p:nvPr>
            <p:ph idx="1"/>
          </p:nvPr>
        </p:nvSpPr>
        <p:spPr>
          <a:xfrm>
            <a:off x="1692275" y="1536700"/>
            <a:ext cx="9812338" cy="4375150"/>
          </a:xfrm>
        </p:spPr>
        <p:txBody>
          <a:bodyPr rtlCol="0">
            <a:normAutofit/>
          </a:bodyPr>
          <a:lstStyle/>
          <a:p>
            <a:pPr fontAlgn="auto">
              <a:spcAft>
                <a:spcPts val="0"/>
              </a:spcAft>
              <a:buFont typeface="Wingdings 3" charset="2"/>
              <a:buChar char=""/>
              <a:defRPr/>
            </a:pPr>
            <a:r>
              <a:rPr lang="fr-FR" sz="2000" b="1" u="sng" dirty="0" smtClean="0">
                <a:solidFill>
                  <a:srgbClr val="C00000"/>
                </a:solidFill>
              </a:rPr>
              <a:t>COMPOSITION DES MEDICAMENTS : </a:t>
            </a:r>
          </a:p>
          <a:p>
            <a:pPr marL="0" indent="0" algn="ctr" fontAlgn="auto">
              <a:spcAft>
                <a:spcPts val="0"/>
              </a:spcAft>
              <a:buFont typeface="Wingdings 3" charset="2"/>
              <a:buNone/>
              <a:defRPr/>
            </a:pPr>
            <a:endParaRPr lang="fr-FR" dirty="0" smtClean="0">
              <a:solidFill>
                <a:schemeClr val="tx1">
                  <a:lumMod val="75000"/>
                  <a:lumOff val="25000"/>
                </a:schemeClr>
              </a:solidFill>
            </a:endParaRPr>
          </a:p>
          <a:p>
            <a:pPr marL="0" indent="0" algn="ctr" fontAlgn="auto">
              <a:spcAft>
                <a:spcPts val="0"/>
              </a:spcAft>
              <a:buFont typeface="Wingdings 3" charset="2"/>
              <a:buNone/>
              <a:defRPr/>
            </a:pPr>
            <a:endParaRPr lang="fr-FR" dirty="0" smtClean="0">
              <a:solidFill>
                <a:schemeClr val="tx1">
                  <a:lumMod val="75000"/>
                  <a:lumOff val="25000"/>
                </a:schemeClr>
              </a:solidFill>
            </a:endParaRPr>
          </a:p>
        </p:txBody>
      </p:sp>
      <p:pic>
        <p:nvPicPr>
          <p:cNvPr id="41988" name="Image 5"/>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9909175" y="34925"/>
            <a:ext cx="1965325" cy="1847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aphicFrame>
        <p:nvGraphicFramePr>
          <p:cNvPr id="8" name="Diagramme 7"/>
          <p:cNvGraphicFramePr/>
          <p:nvPr/>
        </p:nvGraphicFramePr>
        <p:xfrm>
          <a:off x="2302227" y="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p:cNvSpPr txBox="1"/>
          <p:nvPr/>
        </p:nvSpPr>
        <p:spPr>
          <a:xfrm>
            <a:off x="4859711" y="3615695"/>
            <a:ext cx="3329627" cy="646331"/>
          </a:xfrm>
          <a:prstGeom prst="rect">
            <a:avLst/>
          </a:prstGeom>
          <a:noFill/>
        </p:spPr>
        <p:txBody>
          <a:bodyPr wrap="square">
            <a:spAutoFit/>
          </a:bodyPr>
          <a:lstStyle/>
          <a:p>
            <a:pPr eaLnBrk="1" fontAlgn="auto" hangingPunct="1">
              <a:spcBef>
                <a:spcPts val="0"/>
              </a:spcBef>
              <a:spcAft>
                <a:spcPts val="0"/>
              </a:spcAft>
              <a:defRPr/>
            </a:pPr>
            <a:r>
              <a:rPr lang="fr-FR" dirty="0">
                <a:solidFill>
                  <a:prstClr val="black"/>
                </a:solidFill>
                <a:effectLst>
                  <a:outerShdw blurRad="38100" dist="38100" dir="2700000" algn="tl">
                    <a:srgbClr val="000000">
                      <a:alpha val="43137"/>
                    </a:srgbClr>
                  </a:outerShdw>
                </a:effectLst>
                <a:latin typeface="+mn-lt"/>
              </a:rPr>
              <a:t>Responsable de </a:t>
            </a:r>
            <a:r>
              <a:rPr lang="fr-FR" dirty="0" smtClean="0">
                <a:solidFill>
                  <a:prstClr val="black"/>
                </a:solidFill>
                <a:effectLst>
                  <a:outerShdw blurRad="38100" dist="38100" dir="2700000" algn="tl">
                    <a:srgbClr val="000000">
                      <a:alpha val="43137"/>
                    </a:srgbClr>
                  </a:outerShdw>
                </a:effectLst>
                <a:latin typeface="+mn-lt"/>
              </a:rPr>
              <a:t>l’</a:t>
            </a:r>
            <a:r>
              <a:rPr lang="fr-FR" b="1" dirty="0" smtClean="0">
                <a:solidFill>
                  <a:prstClr val="black"/>
                </a:solidFill>
                <a:effectLst>
                  <a:outerShdw blurRad="38100" dist="38100" dir="2700000" algn="tl">
                    <a:srgbClr val="000000">
                      <a:alpha val="43137"/>
                    </a:srgbClr>
                  </a:outerShdw>
                </a:effectLst>
                <a:latin typeface="+mn-lt"/>
              </a:rPr>
              <a:t>effet </a:t>
            </a:r>
          </a:p>
          <a:p>
            <a:pPr eaLnBrk="1" fontAlgn="auto" hangingPunct="1">
              <a:spcBef>
                <a:spcPts val="0"/>
              </a:spcBef>
              <a:spcAft>
                <a:spcPts val="0"/>
              </a:spcAft>
              <a:defRPr/>
            </a:pPr>
            <a:r>
              <a:rPr lang="fr-FR" b="1" dirty="0" smtClean="0">
                <a:solidFill>
                  <a:prstClr val="black"/>
                </a:solidFill>
                <a:effectLst>
                  <a:outerShdw blurRad="38100" dist="38100" dir="2700000" algn="tl">
                    <a:srgbClr val="000000">
                      <a:alpha val="43137"/>
                    </a:srgbClr>
                  </a:outerShdw>
                </a:effectLst>
                <a:latin typeface="+mn-lt"/>
              </a:rPr>
              <a:t>Pharmacologique </a:t>
            </a:r>
            <a:endParaRPr lang="fr-FR" b="1" dirty="0">
              <a:solidFill>
                <a:prstClr val="black"/>
              </a:solidFill>
              <a:effectLst>
                <a:outerShdw blurRad="38100" dist="38100" dir="2700000" algn="tl">
                  <a:srgbClr val="000000">
                    <a:alpha val="43137"/>
                  </a:srgbClr>
                </a:outerShdw>
              </a:effectLst>
              <a:latin typeface="+mn-lt"/>
            </a:endParaRPr>
          </a:p>
        </p:txBody>
      </p:sp>
      <p:sp>
        <p:nvSpPr>
          <p:cNvPr id="6145" name="Rectangle 1"/>
          <p:cNvSpPr>
            <a:spLocks noChangeArrowheads="1"/>
          </p:cNvSpPr>
          <p:nvPr/>
        </p:nvSpPr>
        <p:spPr bwMode="auto">
          <a:xfrm>
            <a:off x="8262355" y="3655326"/>
            <a:ext cx="3384644" cy="116955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1400" b="0" i="0" u="none" strike="noStrike" cap="none" normalizeH="0" baseline="0" dirty="0" smtClean="0">
                <a:ln>
                  <a:noFill/>
                </a:ln>
                <a:solidFill>
                  <a:schemeClr val="tx1"/>
                </a:solidFill>
                <a:effectLst/>
                <a:latin typeface="+mn-lt"/>
                <a:ea typeface="Calibri" pitchFamily="34" charset="0"/>
                <a:cs typeface="Times New Roman" pitchFamily="18" charset="0"/>
              </a:rPr>
              <a:t>substances inactives par elles-mêmes, dont l'intérêt</a:t>
            </a:r>
            <a:r>
              <a:rPr kumimoji="0" lang="fr-FR" sz="1400" b="0" i="0" u="none" strike="noStrike" cap="none" normalizeH="0" baseline="0" dirty="0" smtClean="0">
                <a:ln>
                  <a:noFill/>
                </a:ln>
                <a:solidFill>
                  <a:srgbClr val="222222"/>
                </a:solidFill>
                <a:effectLst/>
                <a:latin typeface="+mn-lt"/>
                <a:ea typeface="Calibri" pitchFamily="34" charset="0"/>
                <a:cs typeface="Times New Roman" pitchFamily="18" charset="0"/>
              </a:rPr>
              <a:t> est de faciliter l'administration, la conservation et le transport de ce principe actif jusqu'à son site d'absorption </a:t>
            </a:r>
            <a:endParaRPr kumimoji="0" lang="fr-FR" sz="1400" b="0" i="0" u="none" strike="noStrike" cap="none" normalizeH="0" baseline="0" dirty="0" smtClean="0">
              <a:ln>
                <a:noFill/>
              </a:ln>
              <a:solidFill>
                <a:schemeClr val="tx1"/>
              </a:solidFill>
              <a:effectLst/>
              <a:latin typeface="+mn-lt"/>
              <a:cs typeface="Arial" pitchFamily="34" charset="0"/>
            </a:endParaRPr>
          </a:p>
        </p:txBody>
      </p:sp>
      <p:sp>
        <p:nvSpPr>
          <p:cNvPr id="12" name="Espace réservé du numéro de diapositive 11"/>
          <p:cNvSpPr>
            <a:spLocks noGrp="1"/>
          </p:cNvSpPr>
          <p:nvPr>
            <p:ph type="sldNum" sz="quarter" idx="12"/>
          </p:nvPr>
        </p:nvSpPr>
        <p:spPr/>
        <p:txBody>
          <a:bodyPr/>
          <a:lstStyle/>
          <a:p>
            <a:pPr>
              <a:defRPr/>
            </a:pPr>
            <a:fld id="{322B8AD7-D03B-4C24-A5E1-9500B08B13B6}" type="slidenum">
              <a:rPr lang="fr-FR" smtClean="0"/>
              <a:pPr>
                <a:defRPr/>
              </a:pPr>
              <a:t>8</a:t>
            </a:fld>
            <a:endParaRPr lang="fr-FR"/>
          </a:p>
        </p:txBody>
      </p:sp>
      <p:sp>
        <p:nvSpPr>
          <p:cNvPr id="11265" name="Rectangle 1"/>
          <p:cNvSpPr>
            <a:spLocks noChangeArrowheads="1"/>
          </p:cNvSpPr>
          <p:nvPr/>
        </p:nvSpPr>
        <p:spPr bwMode="auto">
          <a:xfrm>
            <a:off x="1239606" y="4826675"/>
            <a:ext cx="10083714" cy="175432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b="0" i="0" u="none" strike="noStrike" cap="none" normalizeH="0" baseline="0" dirty="0" smtClean="0">
                <a:ln>
                  <a:noFill/>
                </a:ln>
                <a:solidFill>
                  <a:schemeClr val="tx1"/>
                </a:solidFill>
                <a:effectLst/>
                <a:latin typeface="+mj-lt"/>
                <a:ea typeface="Calibri" pitchFamily="34" charset="0"/>
                <a:cs typeface="Times New Roman" pitchFamily="18" charset="0"/>
              </a:rPr>
              <a:t>Le paracétamol injectable à 1g contient : 1g de paracétamol qui est le principe actif qui a pour  propriété de diminuer la fièvre ou la douleur et des excipients comme l’eau pour préparation injectable qui permet la solubilisation du paracétamol (poudre ) et son administration sous forme de solution par voie intraveineuse.</a:t>
            </a:r>
            <a:endParaRPr kumimoji="0" lang="fr-FR" b="0" i="0" u="none" strike="noStrike" cap="none" normalizeH="0" baseline="0" dirty="0" smtClean="0">
              <a:ln>
                <a:noFill/>
              </a:ln>
              <a:solidFill>
                <a:schemeClr val="tx1"/>
              </a:solidFill>
              <a:effectLst/>
              <a:latin typeface="+mj-lt"/>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chemeClr val="tx1"/>
                </a:solidFill>
                <a:effectLst/>
                <a:latin typeface="+mj-lt"/>
                <a:ea typeface="Calibri" pitchFamily="34" charset="0"/>
                <a:cs typeface="Times New Roman" pitchFamily="18" charset="0"/>
              </a:rPr>
              <a:t>Le saccharose (sucre) est utilisé comme excipient dans les sirops pour améliorer le gout et faciliter l’administration aux enfants </a:t>
            </a:r>
            <a:endParaRPr kumimoji="0" lang="fr-FR" b="0" i="0" u="none" strike="noStrike" cap="none" normalizeH="0" baseline="0" dirty="0" smtClean="0">
              <a:ln>
                <a:noFill/>
              </a:ln>
              <a:solidFill>
                <a:schemeClr val="tx1"/>
              </a:solidFill>
              <a:effectLst/>
              <a:latin typeface="+mj-lt"/>
              <a:cs typeface="Arial"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pic>
        <p:nvPicPr>
          <p:cNvPr id="41988" name="Image 5"/>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9909175" y="34925"/>
            <a:ext cx="1965325" cy="1847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0178" name="Rectangle 2"/>
          <p:cNvSpPr>
            <a:spLocks noChangeArrowheads="1"/>
          </p:cNvSpPr>
          <p:nvPr/>
        </p:nvSpPr>
        <p:spPr bwMode="auto">
          <a:xfrm>
            <a:off x="1310183" y="1937981"/>
            <a:ext cx="9608025"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lang="fr-FR" b="1" dirty="0" smtClean="0">
                <a:latin typeface="+mn-lt"/>
                <a:ea typeface="Calibri" pitchFamily="34" charset="0"/>
                <a:cs typeface="Times New Roman" pitchFamily="18" charset="0"/>
              </a:rPr>
              <a:t> 1- Les s</a:t>
            </a:r>
            <a:r>
              <a:rPr kumimoji="0" lang="fr-FR" b="1" i="0" u="none" strike="noStrike" cap="none" normalizeH="0" baseline="0" dirty="0" smtClean="0">
                <a:ln>
                  <a:noFill/>
                </a:ln>
                <a:solidFill>
                  <a:schemeClr val="tx1"/>
                </a:solidFill>
                <a:effectLst/>
                <a:latin typeface="+mn-lt"/>
                <a:ea typeface="Calibri" pitchFamily="34" charset="0"/>
                <a:cs typeface="Times New Roman" pitchFamily="18" charset="0"/>
              </a:rPr>
              <a:t>pécialités pharmaceutiques : </a:t>
            </a:r>
            <a:r>
              <a:rPr kumimoji="0" lang="fr-FR" b="0" i="0" u="none" strike="noStrike" cap="none" normalizeH="0" baseline="0" dirty="0" smtClean="0">
                <a:ln>
                  <a:noFill/>
                </a:ln>
                <a:solidFill>
                  <a:schemeClr val="tx1"/>
                </a:solidFill>
                <a:effectLst/>
                <a:latin typeface="+mn-lt"/>
                <a:ea typeface="Calibri" pitchFamily="34" charset="0"/>
                <a:cs typeface="Times New Roman" pitchFamily="18" charset="0"/>
              </a:rPr>
              <a:t>c’est les médicaments fabriqués en industrie pharmaceutique, qui ne sont mis en vente qu’après obtention de l’AMM : autorisation de mise sur le marché par le ministère de l’industrie pharmaceutique</a:t>
            </a:r>
            <a:r>
              <a:rPr kumimoji="0" lang="fr-FR" b="0" i="0" u="none" strike="noStrike" cap="none" normalizeH="0" dirty="0" smtClean="0">
                <a:ln>
                  <a:noFill/>
                </a:ln>
                <a:solidFill>
                  <a:schemeClr val="tx1"/>
                </a:solidFill>
                <a:effectLst/>
                <a:latin typeface="+mn-lt"/>
                <a:ea typeface="Calibri" pitchFamily="34" charset="0"/>
                <a:cs typeface="Times New Roman" pitchFamily="18" charset="0"/>
              </a:rPr>
              <a:t> : </a:t>
            </a:r>
            <a:endParaRPr kumimoji="0" lang="fr-FR" b="0" i="0" u="none" strike="noStrike" cap="none" normalizeH="0" baseline="0" dirty="0" smtClean="0">
              <a:ln>
                <a:noFill/>
              </a:ln>
              <a:solidFill>
                <a:schemeClr val="tx1"/>
              </a:solidFill>
              <a:effectLst/>
              <a:latin typeface="+mn-lt"/>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chemeClr val="tx1"/>
                </a:solidFill>
                <a:effectLst/>
                <a:latin typeface="+mn-lt"/>
                <a:ea typeface="Calibri" pitchFamily="34" charset="0"/>
                <a:cs typeface="Times New Roman" pitchFamily="18" charset="0"/>
              </a:rPr>
              <a:t>On retrouve deux types :</a:t>
            </a:r>
          </a:p>
          <a:p>
            <a:pPr marL="0" marR="0" lvl="0" indent="0" algn="justLow" defTabSz="914400" rtl="0" eaLnBrk="0" fontAlgn="base" latinLnBrk="0" hangingPunct="0">
              <a:lnSpc>
                <a:spcPct val="100000"/>
              </a:lnSpc>
              <a:spcBef>
                <a:spcPct val="0"/>
              </a:spcBef>
              <a:spcAft>
                <a:spcPct val="0"/>
              </a:spcAft>
              <a:buClrTx/>
              <a:buSzTx/>
              <a:buFontTx/>
              <a:buNone/>
              <a:tabLst/>
            </a:pPr>
            <a:endParaRPr kumimoji="0" lang="fr-FR" b="0" i="0" u="none" strike="noStrike" cap="none" normalizeH="0" baseline="0" dirty="0" smtClean="0">
              <a:ln>
                <a:noFill/>
              </a:ln>
              <a:solidFill>
                <a:schemeClr val="tx1"/>
              </a:solidFill>
              <a:effectLst/>
              <a:latin typeface="+mn-lt"/>
              <a:cs typeface="Arial" pitchFamily="34" charset="0"/>
            </a:endParaRPr>
          </a:p>
          <a:p>
            <a:pPr marL="457200" marR="0" lvl="1" indent="0" algn="justLow" defTabSz="914400" rtl="0" eaLnBrk="0" fontAlgn="base" latinLnBrk="0" hangingPunct="0">
              <a:lnSpc>
                <a:spcPct val="100000"/>
              </a:lnSpc>
              <a:spcBef>
                <a:spcPct val="0"/>
              </a:spcBef>
              <a:spcAft>
                <a:spcPct val="0"/>
              </a:spcAft>
              <a:buClrTx/>
              <a:buSzTx/>
              <a:buFont typeface="Symbol" pitchFamily="18" charset="2"/>
              <a:buChar char=""/>
              <a:tabLst/>
            </a:pPr>
            <a:r>
              <a:rPr kumimoji="0" lang="fr-FR" b="0" i="0" u="sng" strike="noStrike" cap="none" normalizeH="0" baseline="0" dirty="0" smtClean="0">
                <a:ln>
                  <a:noFill/>
                </a:ln>
                <a:solidFill>
                  <a:schemeClr val="tx1"/>
                </a:solidFill>
                <a:effectLst/>
                <a:latin typeface="+mn-lt"/>
                <a:ea typeface="Calibri" pitchFamily="34" charset="0"/>
                <a:cs typeface="Times New Roman" pitchFamily="18" charset="0"/>
              </a:rPr>
              <a:t>Les spécialités originales ou médicaments princeps</a:t>
            </a:r>
            <a:r>
              <a:rPr kumimoji="0" lang="fr-FR" b="0" i="0" u="none" strike="noStrike" cap="none" normalizeH="0" baseline="0" dirty="0" smtClean="0">
                <a:ln>
                  <a:noFill/>
                </a:ln>
                <a:solidFill>
                  <a:schemeClr val="tx1"/>
                </a:solidFill>
                <a:effectLst/>
                <a:latin typeface="+mn-lt"/>
                <a:ea typeface="Calibri" pitchFamily="34" charset="0"/>
                <a:cs typeface="Times New Roman" pitchFamily="18" charset="0"/>
              </a:rPr>
              <a:t> : molécules innovantes qui après une longue période de recherche et développement par le laboratoire pharmaceutique sont mises sur le marché pour la première fois. Après obtention de l’autorisation de mise sur le marché, elles sont protégées par un brevet pendant un certain nombre d’années pour accorder l’exclusivité d’exploitation au laboratoire pharmaceutique innovant.</a:t>
            </a:r>
          </a:p>
          <a:p>
            <a:pPr marL="457200" marR="0" lvl="1" indent="0" algn="justLow" defTabSz="914400" rtl="0" eaLnBrk="0" fontAlgn="base" latinLnBrk="0" hangingPunct="0">
              <a:lnSpc>
                <a:spcPct val="100000"/>
              </a:lnSpc>
              <a:spcBef>
                <a:spcPct val="0"/>
              </a:spcBef>
              <a:spcAft>
                <a:spcPct val="0"/>
              </a:spcAft>
              <a:buClrTx/>
              <a:buSzTx/>
              <a:buFont typeface="Symbol" pitchFamily="18" charset="2"/>
              <a:buChar char=""/>
              <a:tabLst/>
            </a:pPr>
            <a:endParaRPr kumimoji="0" lang="fr-FR" b="0" i="0" u="none" strike="noStrike" cap="none" normalizeH="0" baseline="0" dirty="0" smtClean="0">
              <a:ln>
                <a:noFill/>
              </a:ln>
              <a:solidFill>
                <a:schemeClr val="tx1"/>
              </a:solidFill>
              <a:effectLst/>
              <a:latin typeface="+mn-lt"/>
              <a:cs typeface="Arial" pitchFamily="34" charset="0"/>
            </a:endParaRPr>
          </a:p>
          <a:p>
            <a:pPr marL="457200" marR="0" lvl="1" indent="0" algn="justLow" defTabSz="914400" rtl="0" eaLnBrk="0" fontAlgn="base" latinLnBrk="0" hangingPunct="0">
              <a:lnSpc>
                <a:spcPct val="100000"/>
              </a:lnSpc>
              <a:spcBef>
                <a:spcPct val="0"/>
              </a:spcBef>
              <a:spcAft>
                <a:spcPct val="0"/>
              </a:spcAft>
              <a:buClrTx/>
              <a:buSzTx/>
              <a:buFont typeface="Symbol" pitchFamily="18" charset="2"/>
              <a:buChar char=""/>
              <a:tabLst/>
            </a:pPr>
            <a:r>
              <a:rPr kumimoji="0" lang="fr-FR" b="0" i="0" u="sng" strike="noStrike" cap="none" normalizeH="0" baseline="0" dirty="0" smtClean="0">
                <a:ln>
                  <a:noFill/>
                </a:ln>
                <a:solidFill>
                  <a:schemeClr val="tx1"/>
                </a:solidFill>
                <a:effectLst/>
                <a:latin typeface="+mn-lt"/>
                <a:ea typeface="Calibri" pitchFamily="34" charset="0"/>
                <a:cs typeface="Times New Roman" pitchFamily="18" charset="0"/>
              </a:rPr>
              <a:t>Le médicament générique :</a:t>
            </a:r>
            <a:r>
              <a:rPr kumimoji="0" lang="fr-FR" b="0" i="0" u="none" strike="noStrike" cap="none" normalizeH="0" baseline="0" dirty="0" smtClean="0">
                <a:ln>
                  <a:noFill/>
                </a:ln>
                <a:solidFill>
                  <a:schemeClr val="tx1"/>
                </a:solidFill>
                <a:effectLst/>
                <a:latin typeface="+mn-lt"/>
                <a:ea typeface="Calibri" pitchFamily="34" charset="0"/>
                <a:cs typeface="Times New Roman" pitchFamily="18" charset="0"/>
              </a:rPr>
              <a:t> il contient un principe actif déjà connu et déjà utilisé auparavant dans un princeps. Lorsque le brevet accord</a:t>
            </a:r>
            <a:r>
              <a:rPr kumimoji="0" lang="fr-FR" b="0" i="0" u="none" strike="noStrike" cap="none" normalizeH="0" dirty="0" smtClean="0">
                <a:ln>
                  <a:noFill/>
                </a:ln>
                <a:solidFill>
                  <a:schemeClr val="tx1"/>
                </a:solidFill>
                <a:effectLst/>
                <a:latin typeface="+mn-lt"/>
                <a:ea typeface="Calibri" pitchFamily="34" charset="0"/>
                <a:cs typeface="Times New Roman" pitchFamily="18" charset="0"/>
              </a:rPr>
              <a:t> </a:t>
            </a:r>
            <a:r>
              <a:rPr kumimoji="0" lang="fr-FR" b="0" i="0" u="none" strike="noStrike" cap="none" normalizeH="0" baseline="0" dirty="0" smtClean="0">
                <a:ln>
                  <a:noFill/>
                </a:ln>
                <a:solidFill>
                  <a:schemeClr val="tx1"/>
                </a:solidFill>
                <a:effectLst/>
                <a:latin typeface="+mn-lt"/>
                <a:ea typeface="Calibri" pitchFamily="34" charset="0"/>
                <a:cs typeface="Times New Roman" pitchFamily="18" charset="0"/>
              </a:rPr>
              <a:t>pour l’exploitation d’un princeps est expiré n’importe quel laboratoire peut mettre au point un médicament qui le « copie » et utilise le même principe actif.</a:t>
            </a:r>
            <a:endParaRPr kumimoji="0" lang="fr-FR" b="0" i="0" u="none" strike="noStrike" cap="none" normalizeH="0" baseline="0" dirty="0" smtClean="0">
              <a:ln>
                <a:noFill/>
              </a:ln>
              <a:solidFill>
                <a:schemeClr val="tx1"/>
              </a:solidFill>
              <a:effectLst/>
              <a:latin typeface="+mn-lt"/>
              <a:cs typeface="Arial" pitchFamily="34" charset="0"/>
            </a:endParaRPr>
          </a:p>
        </p:txBody>
      </p:sp>
      <p:sp>
        <p:nvSpPr>
          <p:cNvPr id="10" name="Rectangle 9"/>
          <p:cNvSpPr/>
          <p:nvPr/>
        </p:nvSpPr>
        <p:spPr>
          <a:xfrm>
            <a:off x="1649604" y="1156227"/>
            <a:ext cx="5370381" cy="369332"/>
          </a:xfrm>
          <a:prstGeom prst="rect">
            <a:avLst/>
          </a:prstGeom>
        </p:spPr>
        <p:txBody>
          <a:bodyPr wrap="none">
            <a:spAutoFit/>
          </a:bodyPr>
          <a:lstStyle/>
          <a:p>
            <a:pPr fontAlgn="auto">
              <a:spcAft>
                <a:spcPts val="0"/>
              </a:spcAft>
              <a:buFont typeface="Wingdings 3" charset="2"/>
              <a:buChar char=""/>
              <a:defRPr/>
            </a:pPr>
            <a:r>
              <a:rPr lang="fr-FR" b="1" u="sng" dirty="0" smtClean="0">
                <a:solidFill>
                  <a:srgbClr val="C00000"/>
                </a:solidFill>
              </a:rPr>
              <a:t>TYPES DE PREPARATIONS MEDICAMENTEUSES: </a:t>
            </a:r>
          </a:p>
        </p:txBody>
      </p:sp>
      <p:sp>
        <p:nvSpPr>
          <p:cNvPr id="13" name="Espace réservé du numéro de diapositive 12"/>
          <p:cNvSpPr>
            <a:spLocks noGrp="1"/>
          </p:cNvSpPr>
          <p:nvPr>
            <p:ph type="sldNum" sz="quarter" idx="12"/>
          </p:nvPr>
        </p:nvSpPr>
        <p:spPr/>
        <p:txBody>
          <a:bodyPr/>
          <a:lstStyle/>
          <a:p>
            <a:pPr>
              <a:defRPr/>
            </a:pPr>
            <a:fld id="{322B8AD7-D03B-4C24-A5E1-9500B08B13B6}" type="slidenum">
              <a:rPr lang="fr-FR" smtClean="0"/>
              <a:pPr>
                <a:defRPr/>
              </a:pPr>
              <a:t>9</a:t>
            </a:fld>
            <a:endParaRPr lang="fr-FR"/>
          </a:p>
        </p:txBody>
      </p:sp>
    </p:spTree>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pic>
        <p:nvPicPr>
          <p:cNvPr id="41988" name="Image 5"/>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9909175" y="34925"/>
            <a:ext cx="1965325" cy="1847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5"/>
          <p:cNvSpPr/>
          <p:nvPr/>
        </p:nvSpPr>
        <p:spPr>
          <a:xfrm>
            <a:off x="1622308" y="1360944"/>
            <a:ext cx="5370381" cy="369332"/>
          </a:xfrm>
          <a:prstGeom prst="rect">
            <a:avLst/>
          </a:prstGeom>
        </p:spPr>
        <p:txBody>
          <a:bodyPr wrap="none">
            <a:spAutoFit/>
          </a:bodyPr>
          <a:lstStyle/>
          <a:p>
            <a:pPr fontAlgn="auto">
              <a:spcAft>
                <a:spcPts val="0"/>
              </a:spcAft>
              <a:buFont typeface="Wingdings 3" charset="2"/>
              <a:buChar char=""/>
              <a:defRPr/>
            </a:pPr>
            <a:r>
              <a:rPr lang="fr-FR" b="1" u="sng" dirty="0" smtClean="0">
                <a:solidFill>
                  <a:srgbClr val="C00000"/>
                </a:solidFill>
              </a:rPr>
              <a:t>TYPES DE PREPARATIONS MEDICAMENTEUSES: </a:t>
            </a:r>
          </a:p>
        </p:txBody>
      </p:sp>
      <p:sp>
        <p:nvSpPr>
          <p:cNvPr id="51201" name="Rectangle 1"/>
          <p:cNvSpPr>
            <a:spLocks noChangeArrowheads="1"/>
          </p:cNvSpPr>
          <p:nvPr/>
        </p:nvSpPr>
        <p:spPr bwMode="auto">
          <a:xfrm>
            <a:off x="941679" y="2019364"/>
            <a:ext cx="9508608" cy="156966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lang="fr-FR" sz="2400" b="1" dirty="0" smtClean="0">
                <a:latin typeface="+mn-lt"/>
                <a:ea typeface="Calibri" pitchFamily="34" charset="0"/>
                <a:cs typeface="Times New Roman" pitchFamily="18" charset="0"/>
              </a:rPr>
              <a:t>2- </a:t>
            </a:r>
            <a:r>
              <a:rPr kumimoji="0" lang="fr-FR" sz="2400" b="1" i="0" strike="noStrike" cap="none" normalizeH="0" baseline="0" dirty="0" smtClean="0">
                <a:ln>
                  <a:noFill/>
                </a:ln>
                <a:effectLst/>
                <a:latin typeface="+mn-lt"/>
                <a:ea typeface="Calibri" pitchFamily="34" charset="0"/>
                <a:cs typeface="Times New Roman" pitchFamily="18" charset="0"/>
              </a:rPr>
              <a:t>Préparation magistrale : </a:t>
            </a:r>
            <a:r>
              <a:rPr kumimoji="0" lang="fr-FR" sz="2400" b="0" i="0" strike="noStrike" cap="none" normalizeH="0" baseline="0" dirty="0" smtClean="0">
                <a:ln>
                  <a:noFill/>
                </a:ln>
                <a:effectLst/>
                <a:latin typeface="+mn-lt"/>
                <a:ea typeface="Calibri" pitchFamily="34" charset="0"/>
                <a:cs typeface="Times New Roman" pitchFamily="18" charset="0"/>
              </a:rPr>
              <a:t>c’est une préparation </a:t>
            </a:r>
            <a:r>
              <a:rPr kumimoji="0" lang="fr-FR" sz="2400" b="0" i="0" strike="noStrike" cap="none" normalizeH="0" baseline="0" dirty="0" smtClean="0">
                <a:ln>
                  <a:noFill/>
                </a:ln>
                <a:effectLst/>
                <a:latin typeface="+mn-lt"/>
                <a:ea typeface="Calibri" pitchFamily="34" charset="0"/>
                <a:cs typeface="Times New Roman" pitchFamily="18" charset="0"/>
                <a:hlinkClick r:id="rId3" tooltip="Médicament"/>
              </a:rPr>
              <a:t>médicamenteuse</a:t>
            </a:r>
            <a:r>
              <a:rPr kumimoji="0" lang="fr-FR" sz="2400" b="0" i="0" strike="noStrike" cap="none" normalizeH="0" baseline="0" dirty="0" smtClean="0">
                <a:ln>
                  <a:noFill/>
                </a:ln>
                <a:effectLst/>
                <a:latin typeface="+mn-lt"/>
                <a:ea typeface="Calibri" pitchFamily="34" charset="0"/>
                <a:cs typeface="Times New Roman" pitchFamily="18" charset="0"/>
              </a:rPr>
              <a:t> effectuée par le </a:t>
            </a:r>
            <a:r>
              <a:rPr kumimoji="0" lang="fr-FR" sz="2400" b="0" i="0" strike="noStrike" cap="none" normalizeH="0" baseline="0" dirty="0" smtClean="0">
                <a:ln>
                  <a:noFill/>
                </a:ln>
                <a:effectLst/>
                <a:latin typeface="+mn-lt"/>
                <a:ea typeface="Calibri" pitchFamily="34" charset="0"/>
                <a:cs typeface="Times New Roman" pitchFamily="18" charset="0"/>
                <a:hlinkClick r:id="rId4" tooltip="Pharmacie"/>
              </a:rPr>
              <a:t>pharmacien</a:t>
            </a:r>
            <a:r>
              <a:rPr kumimoji="0" lang="fr-FR" sz="2400" b="0" i="0" strike="noStrike" cap="none" normalizeH="0" baseline="0" dirty="0" smtClean="0">
                <a:ln>
                  <a:noFill/>
                </a:ln>
                <a:effectLst/>
                <a:latin typeface="+mn-lt"/>
                <a:ea typeface="Calibri" pitchFamily="34" charset="0"/>
                <a:cs typeface="Times New Roman" pitchFamily="18" charset="0"/>
              </a:rPr>
              <a:t>, pour un patient précis, suite à une </a:t>
            </a:r>
            <a:r>
              <a:rPr kumimoji="0" lang="fr-FR" sz="2400" b="0" i="0" strike="noStrike" cap="none" normalizeH="0" baseline="0" dirty="0" smtClean="0">
                <a:ln>
                  <a:noFill/>
                </a:ln>
                <a:effectLst/>
                <a:latin typeface="+mn-lt"/>
                <a:ea typeface="Calibri" pitchFamily="34" charset="0"/>
                <a:cs typeface="Times New Roman" pitchFamily="18" charset="0"/>
                <a:hlinkClick r:id="rId5" tooltip="Ordonnance (médecine) (page inexistante)"/>
              </a:rPr>
              <a:t>ordonnance</a:t>
            </a:r>
            <a:r>
              <a:rPr kumimoji="0" lang="fr-FR" sz="2400" b="0" i="0" strike="noStrike" cap="none" normalizeH="0" baseline="0" dirty="0" smtClean="0">
                <a:ln>
                  <a:noFill/>
                </a:ln>
                <a:effectLst/>
                <a:latin typeface="+mn-lt"/>
                <a:ea typeface="Calibri" pitchFamily="34" charset="0"/>
                <a:cs typeface="Times New Roman" pitchFamily="18" charset="0"/>
              </a:rPr>
              <a:t>  établie par le médecin contenant la formule détaillée de la préparation  </a:t>
            </a:r>
            <a:endParaRPr kumimoji="0" lang="fr-FR" sz="2400" b="0" i="0" strike="noStrike" cap="none" normalizeH="0" baseline="0" dirty="0" smtClean="0">
              <a:ln>
                <a:noFill/>
              </a:ln>
              <a:effectLst/>
              <a:latin typeface="+mn-lt"/>
              <a:cs typeface="Arial" pitchFamily="34" charset="0"/>
            </a:endParaRPr>
          </a:p>
        </p:txBody>
      </p:sp>
      <p:sp>
        <p:nvSpPr>
          <p:cNvPr id="8" name="Espace réservé du numéro de diapositive 7"/>
          <p:cNvSpPr>
            <a:spLocks noGrp="1"/>
          </p:cNvSpPr>
          <p:nvPr>
            <p:ph type="sldNum" sz="quarter" idx="12"/>
          </p:nvPr>
        </p:nvSpPr>
        <p:spPr/>
        <p:txBody>
          <a:bodyPr/>
          <a:lstStyle/>
          <a:p>
            <a:pPr>
              <a:defRPr/>
            </a:pPr>
            <a:fld id="{322B8AD7-D03B-4C24-A5E1-9500B08B13B6}" type="slidenum">
              <a:rPr lang="fr-FR" smtClean="0"/>
              <a:pPr>
                <a:defRPr/>
              </a:pPr>
              <a:t>10</a:t>
            </a:fld>
            <a:endParaRPr lang="fr-FR"/>
          </a:p>
        </p:txBody>
      </p:sp>
    </p:spTree>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sp>
        <p:nvSpPr>
          <p:cNvPr id="3" name="Espace réservé du contenu 2"/>
          <p:cNvSpPr>
            <a:spLocks noGrp="1"/>
          </p:cNvSpPr>
          <p:nvPr>
            <p:ph idx="1"/>
          </p:nvPr>
        </p:nvSpPr>
        <p:spPr>
          <a:xfrm>
            <a:off x="1814513" y="1187450"/>
            <a:ext cx="9690100" cy="4724400"/>
          </a:xfrm>
        </p:spPr>
        <p:txBody>
          <a:bodyPr rtlCol="0">
            <a:normAutofit/>
          </a:bodyPr>
          <a:lstStyle/>
          <a:p>
            <a:pPr fontAlgn="auto">
              <a:spcAft>
                <a:spcPts val="0"/>
              </a:spcAft>
              <a:buFont typeface="Wingdings 3" charset="2"/>
              <a:buChar char=""/>
              <a:defRPr/>
            </a:pPr>
            <a:r>
              <a:rPr lang="fr-FR" sz="2000" b="1" u="sng" dirty="0" smtClean="0">
                <a:solidFill>
                  <a:srgbClr val="C00000"/>
                </a:solidFill>
              </a:rPr>
              <a:t>DÉNOMINATIONS </a:t>
            </a:r>
            <a:r>
              <a:rPr lang="fr-FR" sz="2000" b="1" u="sng" dirty="0">
                <a:solidFill>
                  <a:srgbClr val="C00000"/>
                </a:solidFill>
              </a:rPr>
              <a:t>DES MÉDICAMENTS: </a:t>
            </a:r>
            <a:endParaRPr lang="fr-FR" sz="2000" b="1" u="sng" dirty="0" smtClean="0">
              <a:solidFill>
                <a:srgbClr val="C00000"/>
              </a:solidFill>
            </a:endParaRPr>
          </a:p>
          <a:p>
            <a:pPr marL="0" indent="0" fontAlgn="auto">
              <a:spcAft>
                <a:spcPts val="0"/>
              </a:spcAft>
              <a:buFont typeface="Wingdings 3" charset="2"/>
              <a:buNone/>
              <a:defRPr/>
            </a:pPr>
            <a:endParaRPr lang="fr-FR" sz="2000" b="1" u="sng" dirty="0" smtClean="0">
              <a:solidFill>
                <a:srgbClr val="C00000"/>
              </a:solidFill>
            </a:endParaRPr>
          </a:p>
          <a:p>
            <a:pPr lvl="1" fontAlgn="auto">
              <a:lnSpc>
                <a:spcPct val="150000"/>
              </a:lnSpc>
              <a:spcAft>
                <a:spcPts val="0"/>
              </a:spcAft>
              <a:buFont typeface="Wingdings" panose="05000000000000000000" pitchFamily="2" charset="2"/>
              <a:buChar char="Ø"/>
              <a:defRPr/>
            </a:pPr>
            <a:r>
              <a:rPr lang="fr-FR" sz="1800" b="1" dirty="0">
                <a:solidFill>
                  <a:schemeClr val="tx1">
                    <a:lumMod val="75000"/>
                    <a:lumOff val="25000"/>
                  </a:schemeClr>
                </a:solidFill>
              </a:rPr>
              <a:t>Un nom chimique </a:t>
            </a:r>
            <a:r>
              <a:rPr lang="fr-FR" sz="1800" b="1" dirty="0" smtClean="0">
                <a:solidFill>
                  <a:schemeClr val="tx1">
                    <a:lumMod val="75000"/>
                    <a:lumOff val="25000"/>
                  </a:schemeClr>
                </a:solidFill>
              </a:rPr>
              <a:t>:</a:t>
            </a:r>
            <a:r>
              <a:rPr lang="fr-FR" sz="1800" dirty="0" smtClean="0">
                <a:solidFill>
                  <a:schemeClr val="tx1">
                    <a:lumMod val="75000"/>
                    <a:lumOff val="25000"/>
                  </a:schemeClr>
                </a:solidFill>
              </a:rPr>
              <a:t> </a:t>
            </a:r>
            <a:r>
              <a:rPr lang="fr-FR" sz="1800" i="1" dirty="0">
                <a:solidFill>
                  <a:schemeClr val="tx1">
                    <a:lumMod val="75000"/>
                    <a:lumOff val="25000"/>
                  </a:schemeClr>
                </a:solidFill>
              </a:rPr>
              <a:t>N-(4-hydroxyphényl)</a:t>
            </a:r>
            <a:r>
              <a:rPr lang="fr-FR" sz="1800" i="1" dirty="0" err="1">
                <a:solidFill>
                  <a:schemeClr val="tx1">
                    <a:lumMod val="75000"/>
                    <a:lumOff val="25000"/>
                  </a:schemeClr>
                </a:solidFill>
              </a:rPr>
              <a:t>éthanamide</a:t>
            </a:r>
            <a:r>
              <a:rPr lang="fr-FR" sz="1800" dirty="0">
                <a:solidFill>
                  <a:schemeClr val="tx1">
                    <a:lumMod val="75000"/>
                    <a:lumOff val="25000"/>
                  </a:schemeClr>
                </a:solidFill>
              </a:rPr>
              <a:t>.</a:t>
            </a:r>
          </a:p>
          <a:p>
            <a:pPr lvl="1" fontAlgn="auto">
              <a:lnSpc>
                <a:spcPct val="150000"/>
              </a:lnSpc>
              <a:spcAft>
                <a:spcPts val="0"/>
              </a:spcAft>
              <a:buFont typeface="Wingdings" panose="05000000000000000000" pitchFamily="2" charset="2"/>
              <a:buChar char="Ø"/>
              <a:defRPr/>
            </a:pPr>
            <a:r>
              <a:rPr lang="fr-FR" sz="1800" b="1" dirty="0">
                <a:solidFill>
                  <a:schemeClr val="tx1">
                    <a:lumMod val="75000"/>
                    <a:lumOff val="25000"/>
                  </a:schemeClr>
                </a:solidFill>
              </a:rPr>
              <a:t>Une dénomination commune internationale ou « DCI </a:t>
            </a:r>
            <a:r>
              <a:rPr lang="fr-FR" sz="1800" b="1" dirty="0" smtClean="0">
                <a:solidFill>
                  <a:schemeClr val="tx1">
                    <a:lumMod val="75000"/>
                    <a:lumOff val="25000"/>
                  </a:schemeClr>
                </a:solidFill>
              </a:rPr>
              <a:t>»: </a:t>
            </a:r>
            <a:r>
              <a:rPr lang="fr-FR" sz="1800" i="1" dirty="0" smtClean="0">
                <a:solidFill>
                  <a:schemeClr val="tx1">
                    <a:lumMod val="75000"/>
                    <a:lumOff val="25000"/>
                  </a:schemeClr>
                </a:solidFill>
              </a:rPr>
              <a:t>paracétamol</a:t>
            </a:r>
            <a:r>
              <a:rPr lang="fr-FR" sz="1800" b="1" dirty="0">
                <a:solidFill>
                  <a:schemeClr val="tx1">
                    <a:lumMod val="75000"/>
                    <a:lumOff val="25000"/>
                  </a:schemeClr>
                </a:solidFill>
              </a:rPr>
              <a:t>.</a:t>
            </a:r>
            <a:endParaRPr lang="fr-FR" sz="1800" dirty="0">
              <a:solidFill>
                <a:schemeClr val="tx1">
                  <a:lumMod val="75000"/>
                  <a:lumOff val="25000"/>
                </a:schemeClr>
              </a:solidFill>
            </a:endParaRPr>
          </a:p>
          <a:p>
            <a:pPr lvl="1" fontAlgn="auto">
              <a:lnSpc>
                <a:spcPct val="150000"/>
              </a:lnSpc>
              <a:spcAft>
                <a:spcPts val="0"/>
              </a:spcAft>
              <a:buFont typeface="Wingdings" panose="05000000000000000000" pitchFamily="2" charset="2"/>
              <a:buChar char="Ø"/>
              <a:defRPr/>
            </a:pPr>
            <a:r>
              <a:rPr lang="fr-FR" sz="1800" b="1" dirty="0">
                <a:solidFill>
                  <a:schemeClr val="tx1">
                    <a:lumMod val="75000"/>
                    <a:lumOff val="25000"/>
                  </a:schemeClr>
                </a:solidFill>
              </a:rPr>
              <a:t>Un nom de « spécialité », ou « nom de marque » ou « nom déposé (ND)» </a:t>
            </a:r>
            <a:r>
              <a:rPr lang="fr-FR" sz="1800" b="1" dirty="0" smtClean="0">
                <a:solidFill>
                  <a:schemeClr val="tx1">
                    <a:lumMod val="75000"/>
                    <a:lumOff val="25000"/>
                  </a:schemeClr>
                </a:solidFill>
              </a:rPr>
              <a:t>: </a:t>
            </a:r>
            <a:r>
              <a:rPr lang="fr-FR" sz="1800" dirty="0" smtClean="0">
                <a:solidFill>
                  <a:schemeClr val="tx1">
                    <a:lumMod val="75000"/>
                    <a:lumOff val="25000"/>
                  </a:schemeClr>
                </a:solidFill>
              </a:rPr>
              <a:t>Doliprane</a:t>
            </a:r>
            <a:r>
              <a:rPr lang="fr-FR" sz="1800" dirty="0">
                <a:solidFill>
                  <a:schemeClr val="tx1">
                    <a:lumMod val="75000"/>
                    <a:lumOff val="25000"/>
                  </a:schemeClr>
                </a:solidFill>
              </a:rPr>
              <a:t>®, </a:t>
            </a:r>
            <a:r>
              <a:rPr lang="fr-FR" sz="1800" dirty="0" err="1">
                <a:solidFill>
                  <a:schemeClr val="tx1">
                    <a:lumMod val="75000"/>
                    <a:lumOff val="25000"/>
                  </a:schemeClr>
                </a:solidFill>
              </a:rPr>
              <a:t>Dafalgan</a:t>
            </a:r>
            <a:r>
              <a:rPr lang="fr-FR" sz="1800" dirty="0">
                <a:solidFill>
                  <a:schemeClr val="tx1">
                    <a:lumMod val="75000"/>
                    <a:lumOff val="25000"/>
                  </a:schemeClr>
                </a:solidFill>
              </a:rPr>
              <a:t>®…etc. </a:t>
            </a:r>
          </a:p>
          <a:p>
            <a:pPr fontAlgn="auto">
              <a:spcAft>
                <a:spcPts val="0"/>
              </a:spcAft>
              <a:buFont typeface="Wingdings" panose="05000000000000000000" pitchFamily="2" charset="2"/>
              <a:buChar char="Ø"/>
              <a:defRPr/>
            </a:pPr>
            <a:endParaRPr lang="fr-FR" sz="2000" b="1" u="sng" dirty="0">
              <a:solidFill>
                <a:srgbClr val="C00000"/>
              </a:solidFill>
            </a:endParaRPr>
          </a:p>
        </p:txBody>
      </p:sp>
      <p:pic>
        <p:nvPicPr>
          <p:cNvPr id="5" name="Image 4"/>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7286625" y="3817938"/>
            <a:ext cx="3835400" cy="287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Image 5"/>
          <p:cNvPicPr>
            <a:picLocks noChangeAspect="1"/>
          </p:cNvPicPr>
          <p:nvPr/>
        </p:nvPicPr>
        <p:blipFill>
          <a:blip r:embed="rId4">
            <a:extLst>
              <a:ext uri="{28A0092B-C50C-407E-A947-70E740481C1C}">
                <a14:useLocalDpi xmlns="" xmlns:a14="http://schemas.microsoft.com/office/drawing/2010/main" val="0"/>
              </a:ext>
            </a:extLst>
          </a:blip>
          <a:srcRect t="13705" b="15463"/>
          <a:stretch>
            <a:fillRect/>
          </a:stretch>
        </p:blipFill>
        <p:spPr bwMode="auto">
          <a:xfrm>
            <a:off x="1065213" y="4113213"/>
            <a:ext cx="4808537" cy="22558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Rectangle à coins arrondis 6"/>
          <p:cNvSpPr/>
          <p:nvPr/>
        </p:nvSpPr>
        <p:spPr>
          <a:xfrm>
            <a:off x="3248025" y="4913313"/>
            <a:ext cx="1582738" cy="341312"/>
          </a:xfrm>
          <a:prstGeom prst="roundRect">
            <a:avLst/>
          </a:prstGeom>
          <a:noFill/>
          <a:ln w="571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fr-FR">
              <a:solidFill>
                <a:prstClr val="white"/>
              </a:solidFill>
            </a:endParaRPr>
          </a:p>
        </p:txBody>
      </p:sp>
      <p:sp>
        <p:nvSpPr>
          <p:cNvPr id="8" name="ZoneTexte 7"/>
          <p:cNvSpPr txBox="1"/>
          <p:nvPr/>
        </p:nvSpPr>
        <p:spPr>
          <a:xfrm>
            <a:off x="4830763" y="4852988"/>
            <a:ext cx="733425" cy="461962"/>
          </a:xfrm>
          <a:prstGeom prst="rect">
            <a:avLst/>
          </a:prstGeom>
          <a:noFill/>
        </p:spPr>
        <p:txBody>
          <a:bodyPr wrap="none">
            <a:spAutoFit/>
          </a:bodyPr>
          <a:lstStyle/>
          <a:p>
            <a:pPr eaLnBrk="1" fontAlgn="auto" hangingPunct="1">
              <a:spcBef>
                <a:spcPts val="0"/>
              </a:spcBef>
              <a:spcAft>
                <a:spcPts val="0"/>
              </a:spcAft>
              <a:defRPr/>
            </a:pPr>
            <a:r>
              <a:rPr lang="fr-FR" sz="2400" b="1" dirty="0">
                <a:ln w="0"/>
                <a:solidFill>
                  <a:prstClr val="black"/>
                </a:solidFill>
                <a:effectLst>
                  <a:outerShdw blurRad="38100" dist="19050" dir="2700000" algn="tl" rotWithShape="0">
                    <a:prstClr val="black">
                      <a:alpha val="40000"/>
                    </a:prstClr>
                  </a:outerShdw>
                </a:effectLst>
                <a:latin typeface="+mn-lt"/>
              </a:rPr>
              <a:t>DCI</a:t>
            </a:r>
          </a:p>
        </p:txBody>
      </p:sp>
      <p:cxnSp>
        <p:nvCxnSpPr>
          <p:cNvPr id="10" name="Connecteur droit avec flèche 9"/>
          <p:cNvCxnSpPr/>
          <p:nvPr/>
        </p:nvCxnSpPr>
        <p:spPr>
          <a:xfrm>
            <a:off x="4699000" y="4667250"/>
            <a:ext cx="2862263" cy="0"/>
          </a:xfrm>
          <a:prstGeom prst="straightConnector1">
            <a:avLst/>
          </a:prstGeom>
          <a:ln w="76200">
            <a:solidFill>
              <a:schemeClr val="tx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ZoneTexte 11"/>
          <p:cNvSpPr txBox="1"/>
          <p:nvPr/>
        </p:nvSpPr>
        <p:spPr>
          <a:xfrm>
            <a:off x="5953125" y="4203700"/>
            <a:ext cx="627063" cy="461963"/>
          </a:xfrm>
          <a:prstGeom prst="rect">
            <a:avLst/>
          </a:prstGeom>
          <a:noFill/>
        </p:spPr>
        <p:txBody>
          <a:bodyPr wrap="none">
            <a:spAutoFit/>
          </a:bodyPr>
          <a:lstStyle/>
          <a:p>
            <a:pPr eaLnBrk="1" fontAlgn="auto" hangingPunct="1">
              <a:spcBef>
                <a:spcPts val="0"/>
              </a:spcBef>
              <a:spcAft>
                <a:spcPts val="0"/>
              </a:spcAft>
              <a:defRPr/>
            </a:pPr>
            <a:r>
              <a:rPr lang="fr-FR" sz="2400" b="1" dirty="0">
                <a:ln w="0"/>
                <a:solidFill>
                  <a:prstClr val="black"/>
                </a:solidFill>
                <a:effectLst>
                  <a:outerShdw blurRad="38100" dist="19050" dir="2700000" algn="tl" rotWithShape="0">
                    <a:prstClr val="black">
                      <a:alpha val="40000"/>
                    </a:prstClr>
                  </a:outerShdw>
                </a:effectLst>
                <a:latin typeface="+mn-lt"/>
              </a:rPr>
              <a:t>ND</a:t>
            </a:r>
          </a:p>
        </p:txBody>
      </p:sp>
      <p:sp>
        <p:nvSpPr>
          <p:cNvPr id="11" name="Espace réservé du numéro de diapositive 10"/>
          <p:cNvSpPr>
            <a:spLocks noGrp="1"/>
          </p:cNvSpPr>
          <p:nvPr>
            <p:ph type="sldNum" sz="quarter" idx="12"/>
          </p:nvPr>
        </p:nvSpPr>
        <p:spPr/>
        <p:txBody>
          <a:bodyPr/>
          <a:lstStyle/>
          <a:p>
            <a:pPr>
              <a:defRPr/>
            </a:pPr>
            <a:fld id="{322B8AD7-D03B-4C24-A5E1-9500B08B13B6}" type="slidenum">
              <a:rPr lang="fr-FR" smtClean="0"/>
              <a:pPr>
                <a:defRPr/>
              </a:pPr>
              <a:t>11</a:t>
            </a:fld>
            <a:endParaRPr lang="fr-F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pic>
        <p:nvPicPr>
          <p:cNvPr id="41988" name="Image 5"/>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9909175" y="34925"/>
            <a:ext cx="1965325" cy="1847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aphicFrame>
        <p:nvGraphicFramePr>
          <p:cNvPr id="11" name="Tableau 10"/>
          <p:cNvGraphicFramePr>
            <a:graphicFrameLocks noGrp="1"/>
          </p:cNvGraphicFramePr>
          <p:nvPr/>
        </p:nvGraphicFramePr>
        <p:xfrm>
          <a:off x="2208207" y="4975541"/>
          <a:ext cx="6850816" cy="1261872"/>
        </p:xfrm>
        <a:graphic>
          <a:graphicData uri="http://schemas.openxmlformats.org/drawingml/2006/table">
            <a:tbl>
              <a:tblPr/>
              <a:tblGrid>
                <a:gridCol w="3425408"/>
                <a:gridCol w="3425408"/>
              </a:tblGrid>
              <a:tr h="516773">
                <a:tc>
                  <a:txBody>
                    <a:bodyPr/>
                    <a:lstStyle/>
                    <a:p>
                      <a:pPr algn="just">
                        <a:lnSpc>
                          <a:spcPct val="115000"/>
                        </a:lnSpc>
                        <a:spcAft>
                          <a:spcPts val="0"/>
                        </a:spcAft>
                      </a:pPr>
                      <a:r>
                        <a:rPr lang="fr-FR" sz="1800" dirty="0">
                          <a:latin typeface="+mn-lt"/>
                          <a:ea typeface="Calibri"/>
                          <a:cs typeface="Arial"/>
                        </a:rPr>
                        <a:t>Laboratoire  algérien fabricant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fr-FR" sz="1800">
                          <a:latin typeface="+mn-lt"/>
                          <a:ea typeface="Calibri"/>
                          <a:cs typeface="Arial"/>
                        </a:rPr>
                        <a:t>Nom commercial du paracétamol générique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fr-FR" sz="1800" dirty="0" err="1">
                          <a:latin typeface="+mn-lt"/>
                          <a:ea typeface="Calibri"/>
                          <a:cs typeface="Arial"/>
                        </a:rPr>
                        <a:t>Mérinal</a:t>
                      </a:r>
                      <a:r>
                        <a:rPr lang="fr-FR" sz="1800" dirty="0">
                          <a:latin typeface="+mn-lt"/>
                          <a:ea typeface="Calibri"/>
                          <a:cs typeface="Arial"/>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fr-FR" sz="1800">
                          <a:latin typeface="+mn-lt"/>
                          <a:ea typeface="Calibri"/>
                          <a:cs typeface="Arial"/>
                        </a:rPr>
                        <a:t>DOLYC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fr-FR" sz="1800" dirty="0">
                          <a:latin typeface="+mn-lt"/>
                          <a:ea typeface="Calibri"/>
                          <a:cs typeface="Arial"/>
                        </a:rPr>
                        <a:t>LDM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fr-FR" sz="1800" dirty="0">
                          <a:latin typeface="+mn-lt"/>
                          <a:ea typeface="Calibri"/>
                          <a:cs typeface="Arial"/>
                        </a:rPr>
                        <a:t>PANADOL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9153" name="Rectangle 1"/>
          <p:cNvSpPr>
            <a:spLocks noChangeArrowheads="1"/>
          </p:cNvSpPr>
          <p:nvPr/>
        </p:nvSpPr>
        <p:spPr bwMode="auto">
          <a:xfrm>
            <a:off x="1173707" y="2702258"/>
            <a:ext cx="10112992"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smtClean="0">
                <a:ln>
                  <a:noFill/>
                </a:ln>
                <a:solidFill>
                  <a:schemeClr val="tx1"/>
                </a:solidFill>
                <a:effectLst/>
                <a:latin typeface="+mn-lt"/>
                <a:ea typeface="Calibri" pitchFamily="34" charset="0"/>
                <a:cs typeface="Times New Roman" pitchFamily="18" charset="0"/>
              </a:rPr>
              <a:t>c'est le nom  de marque sous lequel un laboratoire pharmaceutique commercialise un médicament donné. Chaque générique d’un médicament princeps a son propre nom commercial ex : le </a:t>
            </a:r>
            <a:r>
              <a:rPr kumimoji="0" lang="fr-FR" sz="2000" b="0" i="0" u="none" strike="noStrike" cap="none" normalizeH="0" baseline="0" dirty="0" err="1" smtClean="0">
                <a:ln>
                  <a:noFill/>
                </a:ln>
                <a:solidFill>
                  <a:schemeClr val="tx1"/>
                </a:solidFill>
                <a:effectLst/>
                <a:latin typeface="+mn-lt"/>
                <a:ea typeface="Calibri" pitchFamily="34" charset="0"/>
                <a:cs typeface="Times New Roman" pitchFamily="18" charset="0"/>
              </a:rPr>
              <a:t>paracetamol</a:t>
            </a:r>
            <a:r>
              <a:rPr kumimoji="0" lang="fr-FR" sz="2000" b="0" i="0" u="none" strike="noStrike" cap="none" normalizeH="0" baseline="0" dirty="0" smtClean="0">
                <a:ln>
                  <a:noFill/>
                </a:ln>
                <a:solidFill>
                  <a:schemeClr val="tx1"/>
                </a:solidFill>
                <a:effectLst/>
                <a:latin typeface="+mn-lt"/>
                <a:ea typeface="Calibri" pitchFamily="34" charset="0"/>
                <a:cs typeface="Times New Roman" pitchFamily="18" charset="0"/>
              </a:rPr>
              <a:t>  (DCI) à 1g  a été inventé et fabriqué  pour la 1iere fois par le laboratoire Sanofi-Aventis sous le nom commercial « Doliprane », il existe plusieurs génériques : </a:t>
            </a:r>
            <a:endParaRPr kumimoji="0" lang="fr-FR" sz="2000" b="0" i="0" u="none" strike="noStrike" cap="none" normalizeH="0" baseline="0" dirty="0" smtClean="0">
              <a:ln>
                <a:noFill/>
              </a:ln>
              <a:solidFill>
                <a:schemeClr val="tx1"/>
              </a:solidFill>
              <a:effectLst/>
              <a:latin typeface="+mn-lt"/>
              <a:cs typeface="Arial" pitchFamily="34" charset="0"/>
            </a:endParaRPr>
          </a:p>
        </p:txBody>
      </p:sp>
      <p:sp>
        <p:nvSpPr>
          <p:cNvPr id="12" name="Rectangle 11"/>
          <p:cNvSpPr/>
          <p:nvPr/>
        </p:nvSpPr>
        <p:spPr>
          <a:xfrm>
            <a:off x="600502" y="1613175"/>
            <a:ext cx="9130352" cy="923330"/>
          </a:xfrm>
          <a:prstGeom prst="rect">
            <a:avLst/>
          </a:prstGeom>
        </p:spPr>
        <p:txBody>
          <a:bodyPr wrap="square">
            <a:spAutoFit/>
          </a:bodyPr>
          <a:lstStyle/>
          <a:p>
            <a:pPr lvl="1" fontAlgn="auto">
              <a:lnSpc>
                <a:spcPct val="150000"/>
              </a:lnSpc>
              <a:spcAft>
                <a:spcPts val="0"/>
              </a:spcAft>
              <a:buFont typeface="Wingdings" panose="05000000000000000000" pitchFamily="2" charset="2"/>
              <a:buChar char="Ø"/>
              <a:defRPr/>
            </a:pPr>
            <a:r>
              <a:rPr lang="fr-FR" b="1" dirty="0" smtClean="0">
                <a:solidFill>
                  <a:schemeClr val="tx1">
                    <a:lumMod val="75000"/>
                    <a:lumOff val="25000"/>
                  </a:schemeClr>
                </a:solidFill>
              </a:rPr>
              <a:t>Un nom de « spécialité », ou « nom de marque » ou « nom déposé (ND)» : </a:t>
            </a:r>
            <a:r>
              <a:rPr lang="fr-FR" dirty="0" smtClean="0">
                <a:solidFill>
                  <a:schemeClr val="tx1">
                    <a:lumMod val="75000"/>
                    <a:lumOff val="25000"/>
                  </a:schemeClr>
                </a:solidFill>
              </a:rPr>
              <a:t>Doliprane®, </a:t>
            </a:r>
            <a:r>
              <a:rPr lang="fr-FR" dirty="0" err="1" smtClean="0">
                <a:solidFill>
                  <a:schemeClr val="tx1">
                    <a:lumMod val="75000"/>
                    <a:lumOff val="25000"/>
                  </a:schemeClr>
                </a:solidFill>
              </a:rPr>
              <a:t>Dafalgan</a:t>
            </a:r>
            <a:r>
              <a:rPr lang="fr-FR" dirty="0" smtClean="0">
                <a:solidFill>
                  <a:schemeClr val="tx1">
                    <a:lumMod val="75000"/>
                    <a:lumOff val="25000"/>
                  </a:schemeClr>
                </a:solidFill>
              </a:rPr>
              <a:t>®…etc. </a:t>
            </a:r>
            <a:endParaRPr lang="fr-FR" dirty="0">
              <a:solidFill>
                <a:schemeClr val="tx1">
                  <a:lumMod val="75000"/>
                  <a:lumOff val="25000"/>
                </a:schemeClr>
              </a:solidFill>
            </a:endParaRPr>
          </a:p>
        </p:txBody>
      </p:sp>
      <p:sp>
        <p:nvSpPr>
          <p:cNvPr id="13" name="Espace réservé du numéro de diapositive 12"/>
          <p:cNvSpPr>
            <a:spLocks noGrp="1"/>
          </p:cNvSpPr>
          <p:nvPr>
            <p:ph type="sldNum" sz="quarter" idx="12"/>
          </p:nvPr>
        </p:nvSpPr>
        <p:spPr/>
        <p:txBody>
          <a:bodyPr/>
          <a:lstStyle/>
          <a:p>
            <a:pPr>
              <a:defRPr/>
            </a:pPr>
            <a:fld id="{322B8AD7-D03B-4C24-A5E1-9500B08B13B6}" type="slidenum">
              <a:rPr lang="fr-FR" smtClean="0"/>
              <a:pPr>
                <a:defRPr/>
              </a:pPr>
              <a:t>12</a:t>
            </a:fld>
            <a:endParaRPr lang="fr-FR"/>
          </a:p>
        </p:txBody>
      </p:sp>
    </p:spTree>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sp>
        <p:nvSpPr>
          <p:cNvPr id="3" name="Espace réservé du contenu 2"/>
          <p:cNvSpPr>
            <a:spLocks noGrp="1"/>
          </p:cNvSpPr>
          <p:nvPr>
            <p:ph idx="1"/>
          </p:nvPr>
        </p:nvSpPr>
        <p:spPr>
          <a:xfrm>
            <a:off x="1692275" y="1181100"/>
            <a:ext cx="9812338" cy="4375150"/>
          </a:xfrm>
        </p:spPr>
        <p:txBody>
          <a:bodyPr rtlCol="0">
            <a:normAutofit/>
          </a:bodyPr>
          <a:lstStyle/>
          <a:p>
            <a:pPr fontAlgn="auto">
              <a:spcAft>
                <a:spcPts val="0"/>
              </a:spcAft>
              <a:buFont typeface="Wingdings 3" charset="2"/>
              <a:buChar char=""/>
              <a:defRPr/>
            </a:pPr>
            <a:r>
              <a:rPr lang="fr-FR" sz="2000" b="1" u="sng" dirty="0" smtClean="0">
                <a:solidFill>
                  <a:srgbClr val="C00000"/>
                </a:solidFill>
              </a:rPr>
              <a:t>LE CLASSEMENT DES MÉDICAMENTS  : </a:t>
            </a:r>
          </a:p>
          <a:p>
            <a:pPr marL="0" indent="0" algn="ctr" fontAlgn="auto">
              <a:spcAft>
                <a:spcPts val="0"/>
              </a:spcAft>
              <a:buFont typeface="Wingdings 3" charset="2"/>
              <a:buNone/>
              <a:defRPr/>
            </a:pPr>
            <a:endParaRPr lang="fr-FR" dirty="0" smtClean="0">
              <a:solidFill>
                <a:schemeClr val="tx1">
                  <a:lumMod val="75000"/>
                  <a:lumOff val="25000"/>
                </a:schemeClr>
              </a:solidFill>
            </a:endParaRPr>
          </a:p>
          <a:p>
            <a:pPr marL="0" indent="0" algn="ctr" fontAlgn="auto">
              <a:spcAft>
                <a:spcPts val="0"/>
              </a:spcAft>
              <a:buFont typeface="Wingdings 3" charset="2"/>
              <a:buNone/>
              <a:defRPr/>
            </a:pPr>
            <a:endParaRPr lang="fr-FR" dirty="0" smtClean="0">
              <a:solidFill>
                <a:schemeClr val="tx1">
                  <a:lumMod val="75000"/>
                  <a:lumOff val="25000"/>
                </a:schemeClr>
              </a:solidFill>
            </a:endParaRPr>
          </a:p>
        </p:txBody>
      </p:sp>
      <p:graphicFrame>
        <p:nvGraphicFramePr>
          <p:cNvPr id="4" name="Diagramme 3"/>
          <p:cNvGraphicFramePr/>
          <p:nvPr/>
        </p:nvGraphicFramePr>
        <p:xfrm>
          <a:off x="587895" y="1721887"/>
          <a:ext cx="8447965" cy="4353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Accolade fermante 4"/>
          <p:cNvSpPr/>
          <p:nvPr/>
        </p:nvSpPr>
        <p:spPr>
          <a:xfrm rot="5400000">
            <a:off x="3261519" y="3848894"/>
            <a:ext cx="465138" cy="4857750"/>
          </a:xfrm>
          <a:prstGeom prst="rightBrace">
            <a:avLst>
              <a:gd name="adj1" fmla="val 25901"/>
              <a:gd name="adj2" fmla="val 50000"/>
            </a:avLst>
          </a:prstGeom>
          <a:ln/>
        </p:spPr>
        <p:style>
          <a:lnRef idx="3">
            <a:schemeClr val="dk1"/>
          </a:lnRef>
          <a:fillRef idx="0">
            <a:schemeClr val="dk1"/>
          </a:fillRef>
          <a:effectRef idx="2">
            <a:schemeClr val="dk1"/>
          </a:effectRef>
          <a:fontRef idx="minor">
            <a:schemeClr val="tx1"/>
          </a:fontRef>
        </p:style>
        <p:txBody>
          <a:bodyPr anchor="ctr"/>
          <a:lstStyle/>
          <a:p>
            <a:pPr algn="ctr" eaLnBrk="1" fontAlgn="auto" hangingPunct="1">
              <a:spcBef>
                <a:spcPts val="0"/>
              </a:spcBef>
              <a:spcAft>
                <a:spcPts val="0"/>
              </a:spcAft>
              <a:defRPr/>
            </a:pPr>
            <a:endParaRPr lang="fr-FR">
              <a:solidFill>
                <a:prstClr val="black"/>
              </a:solidFill>
            </a:endParaRPr>
          </a:p>
        </p:txBody>
      </p:sp>
      <p:sp>
        <p:nvSpPr>
          <p:cNvPr id="6" name="Rectangle à coins arrondis 5"/>
          <p:cNvSpPr/>
          <p:nvPr/>
        </p:nvSpPr>
        <p:spPr>
          <a:xfrm>
            <a:off x="1065213" y="6483350"/>
            <a:ext cx="4857750" cy="368300"/>
          </a:xfrm>
          <a:prstGeom prst="roundRect">
            <a:avLst/>
          </a:prstGeom>
        </p:spPr>
        <p:style>
          <a:lnRef idx="1">
            <a:schemeClr val="dk1"/>
          </a:lnRef>
          <a:fillRef idx="3">
            <a:schemeClr val="dk1"/>
          </a:fillRef>
          <a:effectRef idx="2">
            <a:schemeClr val="dk1"/>
          </a:effectRef>
          <a:fontRef idx="minor">
            <a:schemeClr val="lt1"/>
          </a:fontRef>
        </p:style>
        <p:txBody>
          <a:bodyPr anchor="ctr"/>
          <a:lstStyle/>
          <a:p>
            <a:pPr algn="ctr" eaLnBrk="1" fontAlgn="auto" hangingPunct="1">
              <a:spcBef>
                <a:spcPts val="0"/>
              </a:spcBef>
              <a:spcAft>
                <a:spcPts val="0"/>
              </a:spcAft>
              <a:defRPr/>
            </a:pPr>
            <a:r>
              <a:rPr lang="fr-FR" sz="2000" b="1" dirty="0">
                <a:solidFill>
                  <a:prstClr val="white"/>
                </a:solidFill>
              </a:rPr>
              <a:t>« substances vénéneuses »</a:t>
            </a:r>
          </a:p>
        </p:txBody>
      </p:sp>
      <p:pic>
        <p:nvPicPr>
          <p:cNvPr id="45064" name="Image 6"/>
          <p:cNvPicPr>
            <a:picLocks noChangeAspect="1"/>
          </p:cNvPicPr>
          <p:nvPr/>
        </p:nvPicPr>
        <p:blipFill>
          <a:blip r:embed="rId7">
            <a:extLst>
              <a:ext uri="{28A0092B-C50C-407E-A947-70E740481C1C}">
                <a14:useLocalDpi xmlns="" xmlns:a14="http://schemas.microsoft.com/office/drawing/2010/main" val="0"/>
              </a:ext>
            </a:extLst>
          </a:blip>
          <a:srcRect/>
          <a:stretch>
            <a:fillRect/>
          </a:stretch>
        </p:blipFill>
        <p:spPr bwMode="auto">
          <a:xfrm>
            <a:off x="9358313" y="49213"/>
            <a:ext cx="2336800" cy="1754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Rectangle à coins arrondis 8"/>
          <p:cNvSpPr/>
          <p:nvPr/>
        </p:nvSpPr>
        <p:spPr>
          <a:xfrm>
            <a:off x="6040438" y="6481763"/>
            <a:ext cx="2968625" cy="350837"/>
          </a:xfrm>
          <a:prstGeom prst="roundRect">
            <a:avLst/>
          </a:prstGeom>
        </p:spPr>
        <p:style>
          <a:lnRef idx="1">
            <a:schemeClr val="dk1"/>
          </a:lnRef>
          <a:fillRef idx="3">
            <a:schemeClr val="dk1"/>
          </a:fillRef>
          <a:effectRef idx="2">
            <a:schemeClr val="dk1"/>
          </a:effectRef>
          <a:fontRef idx="minor">
            <a:schemeClr val="lt1"/>
          </a:fontRef>
        </p:style>
        <p:txBody>
          <a:bodyPr anchor="ctr"/>
          <a:lstStyle/>
          <a:p>
            <a:pPr algn="ctr" eaLnBrk="1" fontAlgn="auto" hangingPunct="1">
              <a:spcBef>
                <a:spcPts val="0"/>
              </a:spcBef>
              <a:spcAft>
                <a:spcPts val="0"/>
              </a:spcAft>
              <a:defRPr/>
            </a:pPr>
            <a:r>
              <a:rPr lang="fr-FR" sz="2000" b="1" dirty="0">
                <a:solidFill>
                  <a:prstClr val="white"/>
                </a:solidFill>
              </a:rPr>
              <a:t>« toxicomanogènes »</a:t>
            </a:r>
          </a:p>
        </p:txBody>
      </p:sp>
      <p:sp>
        <p:nvSpPr>
          <p:cNvPr id="8" name="Flèche vers le bas 7"/>
          <p:cNvSpPr/>
          <p:nvPr/>
        </p:nvSpPr>
        <p:spPr>
          <a:xfrm>
            <a:off x="7372350" y="6173788"/>
            <a:ext cx="242888" cy="233362"/>
          </a:xfrm>
          <a:prstGeom prst="downArrow">
            <a:avLst/>
          </a:prstGeom>
          <a:no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fr-FR"/>
          </a:p>
        </p:txBody>
      </p:sp>
      <p:sp>
        <p:nvSpPr>
          <p:cNvPr id="11" name="Espace réservé du numéro de diapositive 10"/>
          <p:cNvSpPr>
            <a:spLocks noGrp="1"/>
          </p:cNvSpPr>
          <p:nvPr>
            <p:ph type="sldNum" sz="quarter" idx="12"/>
          </p:nvPr>
        </p:nvSpPr>
        <p:spPr/>
        <p:txBody>
          <a:bodyPr/>
          <a:lstStyle/>
          <a:p>
            <a:pPr>
              <a:defRPr/>
            </a:pPr>
            <a:fld id="{322B8AD7-D03B-4C24-A5E1-9500B08B13B6}" type="slidenum">
              <a:rPr lang="fr-FR" smtClean="0"/>
              <a:pPr>
                <a:defRPr/>
              </a:pPr>
              <a:t>13</a:t>
            </a:fld>
            <a:endParaRPr lang="fr-F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sp>
        <p:nvSpPr>
          <p:cNvPr id="3" name="Espace réservé du contenu 2"/>
          <p:cNvSpPr>
            <a:spLocks noGrp="1"/>
          </p:cNvSpPr>
          <p:nvPr>
            <p:ph idx="1"/>
          </p:nvPr>
        </p:nvSpPr>
        <p:spPr>
          <a:xfrm>
            <a:off x="1692275" y="1181100"/>
            <a:ext cx="9812338" cy="4375150"/>
          </a:xfrm>
        </p:spPr>
        <p:txBody>
          <a:bodyPr rtlCol="0">
            <a:normAutofit/>
          </a:bodyPr>
          <a:lstStyle/>
          <a:p>
            <a:pPr fontAlgn="auto">
              <a:spcAft>
                <a:spcPts val="0"/>
              </a:spcAft>
              <a:buFont typeface="Wingdings 3" charset="2"/>
              <a:buChar char=""/>
              <a:defRPr/>
            </a:pPr>
            <a:r>
              <a:rPr lang="fr-FR" sz="2000" b="1" u="sng" dirty="0" smtClean="0">
                <a:solidFill>
                  <a:srgbClr val="C00000"/>
                </a:solidFill>
              </a:rPr>
              <a:t>LE CLASSEMENT DES MÉDICAMENTS  : </a:t>
            </a:r>
          </a:p>
          <a:p>
            <a:pPr marL="0" indent="0" algn="ctr" fontAlgn="auto">
              <a:spcAft>
                <a:spcPts val="0"/>
              </a:spcAft>
              <a:buFont typeface="Wingdings 3" charset="2"/>
              <a:buNone/>
              <a:defRPr/>
            </a:pPr>
            <a:endParaRPr lang="fr-FR" dirty="0" smtClean="0">
              <a:solidFill>
                <a:schemeClr val="tx1">
                  <a:lumMod val="75000"/>
                  <a:lumOff val="25000"/>
                </a:schemeClr>
              </a:solidFill>
            </a:endParaRPr>
          </a:p>
          <a:p>
            <a:pPr marL="0" indent="0" algn="ctr" fontAlgn="auto">
              <a:spcAft>
                <a:spcPts val="0"/>
              </a:spcAft>
              <a:buFont typeface="Wingdings 3" charset="2"/>
              <a:buNone/>
              <a:defRPr/>
            </a:pPr>
            <a:endParaRPr lang="fr-FR" dirty="0" smtClean="0">
              <a:solidFill>
                <a:schemeClr val="tx1">
                  <a:lumMod val="75000"/>
                  <a:lumOff val="25000"/>
                </a:schemeClr>
              </a:solidFill>
            </a:endParaRPr>
          </a:p>
        </p:txBody>
      </p:sp>
      <p:pic>
        <p:nvPicPr>
          <p:cNvPr id="45064" name="Image 6"/>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9358313" y="49213"/>
            <a:ext cx="2336800" cy="1754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 name="Espace réservé du numéro de diapositive 10"/>
          <p:cNvSpPr>
            <a:spLocks noGrp="1"/>
          </p:cNvSpPr>
          <p:nvPr>
            <p:ph type="sldNum" sz="quarter" idx="12"/>
          </p:nvPr>
        </p:nvSpPr>
        <p:spPr/>
        <p:txBody>
          <a:bodyPr/>
          <a:lstStyle/>
          <a:p>
            <a:pPr>
              <a:defRPr/>
            </a:pPr>
            <a:fld id="{322B8AD7-D03B-4C24-A5E1-9500B08B13B6}" type="slidenum">
              <a:rPr lang="fr-FR" smtClean="0"/>
              <a:pPr>
                <a:defRPr/>
              </a:pPr>
              <a:t>14</a:t>
            </a:fld>
            <a:endParaRPr lang="fr-FR"/>
          </a:p>
        </p:txBody>
      </p:sp>
      <p:pic>
        <p:nvPicPr>
          <p:cNvPr id="7" name="Picture 2"/>
          <p:cNvPicPr>
            <a:picLocks noChangeAspect="1" noChangeArrowheads="1"/>
          </p:cNvPicPr>
          <p:nvPr/>
        </p:nvPicPr>
        <p:blipFill>
          <a:blip r:embed="rId4"/>
          <a:srcRect/>
          <a:stretch>
            <a:fillRect/>
          </a:stretch>
        </p:blipFill>
        <p:spPr bwMode="auto">
          <a:xfrm>
            <a:off x="822659" y="1780674"/>
            <a:ext cx="10306050" cy="18288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5"/>
          <a:srcRect/>
          <a:stretch>
            <a:fillRect/>
          </a:stretch>
        </p:blipFill>
        <p:spPr bwMode="auto">
          <a:xfrm>
            <a:off x="860509" y="3745581"/>
            <a:ext cx="10182225" cy="2085975"/>
          </a:xfrm>
          <a:prstGeom prst="rect">
            <a:avLst/>
          </a:prstGeom>
          <a:noFill/>
          <a:ln w="9525">
            <a:noFill/>
            <a:miter lim="800000"/>
            <a:headEnd/>
            <a:tailEnd/>
          </a:ln>
          <a:effectLst/>
        </p:spPr>
      </p:pic>
    </p:spTree>
  </p:cSld>
  <p:clrMapOvr>
    <a:masterClrMapping/>
  </p:clrMapOvr>
  <p:transition spd="slow">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sp>
        <p:nvSpPr>
          <p:cNvPr id="3" name="Espace réservé du contenu 2"/>
          <p:cNvSpPr>
            <a:spLocks noGrp="1"/>
          </p:cNvSpPr>
          <p:nvPr>
            <p:ph idx="1"/>
          </p:nvPr>
        </p:nvSpPr>
        <p:spPr>
          <a:xfrm>
            <a:off x="1692275" y="1181100"/>
            <a:ext cx="9812338" cy="4375150"/>
          </a:xfrm>
        </p:spPr>
        <p:txBody>
          <a:bodyPr rtlCol="0">
            <a:normAutofit/>
          </a:bodyPr>
          <a:lstStyle/>
          <a:p>
            <a:pPr fontAlgn="auto">
              <a:spcAft>
                <a:spcPts val="0"/>
              </a:spcAft>
              <a:buFont typeface="Wingdings 3" charset="2"/>
              <a:buChar char=""/>
              <a:defRPr/>
            </a:pPr>
            <a:r>
              <a:rPr lang="fr-FR" sz="2000" b="1" u="sng" dirty="0" smtClean="0">
                <a:solidFill>
                  <a:srgbClr val="C00000"/>
                </a:solidFill>
              </a:rPr>
              <a:t>LE CLASSEMENT DES MÉDICAMENTS  : </a:t>
            </a:r>
          </a:p>
          <a:p>
            <a:pPr marL="0" indent="0" algn="ctr" fontAlgn="auto">
              <a:spcAft>
                <a:spcPts val="0"/>
              </a:spcAft>
              <a:buFont typeface="Wingdings 3" charset="2"/>
              <a:buNone/>
              <a:defRPr/>
            </a:pPr>
            <a:endParaRPr lang="fr-FR" dirty="0" smtClean="0">
              <a:solidFill>
                <a:schemeClr val="tx1">
                  <a:lumMod val="75000"/>
                  <a:lumOff val="25000"/>
                </a:schemeClr>
              </a:solidFill>
            </a:endParaRPr>
          </a:p>
          <a:p>
            <a:pPr marL="0" indent="0" algn="ctr" fontAlgn="auto">
              <a:spcAft>
                <a:spcPts val="0"/>
              </a:spcAft>
              <a:buFont typeface="Wingdings 3" charset="2"/>
              <a:buNone/>
              <a:defRPr/>
            </a:pPr>
            <a:endParaRPr lang="fr-FR" dirty="0" smtClean="0">
              <a:solidFill>
                <a:schemeClr val="tx1">
                  <a:lumMod val="75000"/>
                  <a:lumOff val="25000"/>
                </a:schemeClr>
              </a:solidFill>
            </a:endParaRPr>
          </a:p>
        </p:txBody>
      </p:sp>
      <p:pic>
        <p:nvPicPr>
          <p:cNvPr id="45064" name="Image 6"/>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9358313" y="49213"/>
            <a:ext cx="2336800" cy="1754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 name="Espace réservé du numéro de diapositive 10"/>
          <p:cNvSpPr>
            <a:spLocks noGrp="1"/>
          </p:cNvSpPr>
          <p:nvPr>
            <p:ph type="sldNum" sz="quarter" idx="12"/>
          </p:nvPr>
        </p:nvSpPr>
        <p:spPr/>
        <p:txBody>
          <a:bodyPr/>
          <a:lstStyle/>
          <a:p>
            <a:pPr>
              <a:defRPr/>
            </a:pPr>
            <a:fld id="{322B8AD7-D03B-4C24-A5E1-9500B08B13B6}" type="slidenum">
              <a:rPr lang="fr-FR" smtClean="0"/>
              <a:pPr>
                <a:defRPr/>
              </a:pPr>
              <a:t>15</a:t>
            </a:fld>
            <a:endParaRPr lang="fr-FR"/>
          </a:p>
        </p:txBody>
      </p:sp>
      <p:pic>
        <p:nvPicPr>
          <p:cNvPr id="2052" name="Picture 4"/>
          <p:cNvPicPr>
            <a:picLocks noChangeAspect="1" noChangeArrowheads="1"/>
          </p:cNvPicPr>
          <p:nvPr/>
        </p:nvPicPr>
        <p:blipFill>
          <a:blip r:embed="rId4"/>
          <a:srcRect/>
          <a:stretch>
            <a:fillRect/>
          </a:stretch>
        </p:blipFill>
        <p:spPr bwMode="auto">
          <a:xfrm>
            <a:off x="725404" y="1969670"/>
            <a:ext cx="10115550" cy="2533650"/>
          </a:xfrm>
          <a:prstGeom prst="rect">
            <a:avLst/>
          </a:prstGeom>
          <a:noFill/>
          <a:ln w="9525">
            <a:noFill/>
            <a:miter lim="800000"/>
            <a:headEnd/>
            <a:tailEnd/>
          </a:ln>
          <a:effectLst/>
        </p:spPr>
      </p:pic>
    </p:spTree>
  </p:cSld>
  <p:clrMapOvr>
    <a:masterClrMapping/>
  </p:clrMapOvr>
  <p:transition spd="slow">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1388" y="255588"/>
            <a:ext cx="8910637" cy="1281112"/>
          </a:xfrm>
        </p:spPr>
        <p:txBody>
          <a:bodyPr rtlCol="0">
            <a:normAutofit/>
          </a:bodyPr>
          <a:lstStyle/>
          <a:p>
            <a:pPr fontAlgn="auto">
              <a:spcAft>
                <a:spcPts val="0"/>
              </a:spcAft>
              <a:defRPr/>
            </a:pPr>
            <a:r>
              <a:rPr lang="fr-FR" b="1" dirty="0">
                <a:solidFill>
                  <a:schemeClr val="tx1">
                    <a:lumMod val="85000"/>
                    <a:lumOff val="15000"/>
                  </a:schemeClr>
                </a:solidFill>
                <a:effectLst>
                  <a:outerShdw blurRad="38100" dist="38100" dir="2700000" algn="tl">
                    <a:srgbClr val="000000">
                      <a:alpha val="43137"/>
                    </a:srgbClr>
                  </a:outerShdw>
                </a:effectLst>
              </a:rPr>
              <a:t>LE MEDICAMENT</a:t>
            </a:r>
          </a:p>
        </p:txBody>
      </p:sp>
      <p:sp>
        <p:nvSpPr>
          <p:cNvPr id="3" name="Espace réservé du contenu 2"/>
          <p:cNvSpPr>
            <a:spLocks noGrp="1"/>
          </p:cNvSpPr>
          <p:nvPr>
            <p:ph idx="1"/>
          </p:nvPr>
        </p:nvSpPr>
        <p:spPr>
          <a:xfrm>
            <a:off x="1692275" y="1181100"/>
            <a:ext cx="9812338" cy="4375150"/>
          </a:xfrm>
        </p:spPr>
        <p:txBody>
          <a:bodyPr rtlCol="0">
            <a:normAutofit/>
          </a:bodyPr>
          <a:lstStyle/>
          <a:p>
            <a:pPr fontAlgn="auto">
              <a:spcAft>
                <a:spcPts val="0"/>
              </a:spcAft>
              <a:buFont typeface="Wingdings 3" charset="2"/>
              <a:buChar char=""/>
              <a:defRPr/>
            </a:pPr>
            <a:r>
              <a:rPr lang="fr-FR" sz="2000" b="1" u="sng" dirty="0" smtClean="0">
                <a:solidFill>
                  <a:srgbClr val="C00000"/>
                </a:solidFill>
              </a:rPr>
              <a:t>LE CLASSEMENT DES MÉDICAMENTS  : </a:t>
            </a:r>
          </a:p>
          <a:p>
            <a:pPr marL="0" indent="0" algn="ctr" fontAlgn="auto">
              <a:spcAft>
                <a:spcPts val="0"/>
              </a:spcAft>
              <a:buFont typeface="Wingdings 3" charset="2"/>
              <a:buNone/>
              <a:defRPr/>
            </a:pPr>
            <a:endParaRPr lang="fr-FR" dirty="0" smtClean="0">
              <a:solidFill>
                <a:schemeClr val="tx1">
                  <a:lumMod val="75000"/>
                  <a:lumOff val="25000"/>
                </a:schemeClr>
              </a:solidFill>
            </a:endParaRPr>
          </a:p>
          <a:p>
            <a:pPr marL="0" indent="0" algn="ctr" fontAlgn="auto">
              <a:spcAft>
                <a:spcPts val="0"/>
              </a:spcAft>
              <a:buFont typeface="Wingdings 3" charset="2"/>
              <a:buNone/>
              <a:defRPr/>
            </a:pPr>
            <a:endParaRPr lang="fr-FR" dirty="0" smtClean="0">
              <a:solidFill>
                <a:schemeClr val="tx1">
                  <a:lumMod val="75000"/>
                  <a:lumOff val="25000"/>
                </a:schemeClr>
              </a:solidFill>
            </a:endParaRPr>
          </a:p>
        </p:txBody>
      </p:sp>
      <p:pic>
        <p:nvPicPr>
          <p:cNvPr id="45064" name="Image 6"/>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9358313" y="49213"/>
            <a:ext cx="2336800" cy="1754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 name="Espace réservé du numéro de diapositive 10"/>
          <p:cNvSpPr>
            <a:spLocks noGrp="1"/>
          </p:cNvSpPr>
          <p:nvPr>
            <p:ph type="sldNum" sz="quarter" idx="12"/>
          </p:nvPr>
        </p:nvSpPr>
        <p:spPr/>
        <p:txBody>
          <a:bodyPr/>
          <a:lstStyle/>
          <a:p>
            <a:pPr>
              <a:defRPr/>
            </a:pPr>
            <a:fld id="{322B8AD7-D03B-4C24-A5E1-9500B08B13B6}" type="slidenum">
              <a:rPr lang="fr-FR" smtClean="0"/>
              <a:pPr>
                <a:defRPr/>
              </a:pPr>
              <a:t>16</a:t>
            </a:fld>
            <a:endParaRPr lang="fr-FR"/>
          </a:p>
        </p:txBody>
      </p:sp>
      <p:sp>
        <p:nvSpPr>
          <p:cNvPr id="12" name="Rectangle 11"/>
          <p:cNvSpPr/>
          <p:nvPr/>
        </p:nvSpPr>
        <p:spPr>
          <a:xfrm>
            <a:off x="505325" y="1829397"/>
            <a:ext cx="10768263" cy="3970318"/>
          </a:xfrm>
          <a:prstGeom prst="rect">
            <a:avLst/>
          </a:prstGeom>
        </p:spPr>
        <p:txBody>
          <a:bodyPr wrap="square">
            <a:spAutoFit/>
          </a:bodyPr>
          <a:lstStyle/>
          <a:p>
            <a:r>
              <a:rPr lang="fr-FR" b="1" dirty="0" smtClean="0"/>
              <a:t>Les médicaments à prescription restreinte</a:t>
            </a:r>
          </a:p>
          <a:p>
            <a:r>
              <a:rPr lang="fr-FR" b="1" dirty="0" smtClean="0"/>
              <a:t>Les médicaments réservés à l'usage hospitalier</a:t>
            </a:r>
            <a:r>
              <a:rPr lang="fr-FR" dirty="0" smtClean="0"/>
              <a:t> : ils ne peuvent être prescrits, délivrés et utilisés qu'à l'hôpital.</a:t>
            </a:r>
          </a:p>
          <a:p>
            <a:r>
              <a:rPr lang="fr-FR" b="1" dirty="0" smtClean="0"/>
              <a:t>Les médicaments à prescription hospitalière</a:t>
            </a:r>
            <a:r>
              <a:rPr lang="fr-FR" dirty="0" smtClean="0"/>
              <a:t> : ils ne peuvent être prescrits qu'à l'hôpital. Ils sont délivrés dans n'importe quelle pharmacie ou, pour certains, dans les seules pharmacies hospitalières.</a:t>
            </a:r>
          </a:p>
          <a:p>
            <a:r>
              <a:rPr lang="fr-FR" b="1" dirty="0" smtClean="0"/>
              <a:t> Les médicaments à prescription réservée à certains spécialistes</a:t>
            </a:r>
            <a:r>
              <a:rPr lang="fr-FR" dirty="0" smtClean="0"/>
              <a:t>. Il s'agit de médicaments difficiles à utiliser ou traitant des maladies complexes. Ils sont délivrés selon les cas en pharmacies hospitalières ou en pharmacies de ville.</a:t>
            </a:r>
          </a:p>
          <a:p>
            <a:r>
              <a:rPr lang="fr-FR" b="1" dirty="0" smtClean="0"/>
              <a:t>Les médicaments à surveillance particulière</a:t>
            </a:r>
            <a:r>
              <a:rPr lang="fr-FR" dirty="0" smtClean="0"/>
              <a:t> : les malades traités par ce type de médicaments doivent être régulièrement surveillés (prises de sang, examens complémentaires, consultations plus fréquentes). L'ordonnance ne pourra être renouvelée que si ces règles de surveillance sont respectées</a:t>
            </a:r>
          </a:p>
          <a:p>
            <a:endParaRPr lang="fr-FR" dirty="0"/>
          </a:p>
        </p:txBody>
      </p:sp>
    </p:spTree>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07324" y="2140638"/>
            <a:ext cx="8915399" cy="1468800"/>
          </a:xfrm>
        </p:spPr>
        <p:txBody>
          <a:bodyPr>
            <a:normAutofit fontScale="90000"/>
          </a:bodyPr>
          <a:lstStyle/>
          <a:p>
            <a:r>
              <a:rPr lang="fr-FR" sz="6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Origine des médicaments </a:t>
            </a:r>
            <a:endParaRPr lang="fr-FR" sz="6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Espace réservé du numéro de diapositive 2"/>
          <p:cNvSpPr>
            <a:spLocks noGrp="1"/>
          </p:cNvSpPr>
          <p:nvPr>
            <p:ph type="sldNum" sz="quarter" idx="12"/>
          </p:nvPr>
        </p:nvSpPr>
        <p:spPr/>
        <p:txBody>
          <a:bodyPr/>
          <a:lstStyle/>
          <a:p>
            <a:pPr>
              <a:defRPr/>
            </a:pPr>
            <a:fld id="{671CE8F3-0089-4C17-8A4C-524ADCD797E4}" type="slidenum">
              <a:rPr lang="fr-FR" smtClean="0"/>
              <a:pPr>
                <a:defRPr/>
              </a:pPr>
              <a:t>17</a:t>
            </a:fld>
            <a:endParaRPr lang="fr-FR"/>
          </a:p>
        </p:txBody>
      </p:sp>
    </p:spTree>
    <p:extLst>
      <p:ext uri="{BB962C8B-B14F-4D97-AF65-F5344CB8AC3E}">
        <p14:creationId xmlns="" xmlns:p14="http://schemas.microsoft.com/office/powerpoint/2010/main" val="4258409791"/>
      </p:ext>
    </p:extLst>
  </p:cSld>
  <p:clrMapOvr>
    <a:masterClrMapping/>
  </p:clrMapOvr>
  <mc:AlternateContent xmlns:mc="http://schemas.openxmlformats.org/markup-compatibility/2006">
    <mc:Choice xmlns=""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10787" y="255618"/>
            <a:ext cx="8911687" cy="1280890"/>
          </a:xfrm>
        </p:spPr>
        <p:txBody>
          <a:bodyPr/>
          <a:lstStyle/>
          <a:p>
            <a:r>
              <a:rPr lang="fr-FR" b="1" dirty="0">
                <a:effectLst>
                  <a:outerShdw blurRad="38100" dist="38100" dir="2700000" algn="tl">
                    <a:srgbClr val="000000">
                      <a:alpha val="43137"/>
                    </a:srgbClr>
                  </a:outerShdw>
                </a:effectLst>
              </a:rPr>
              <a:t>Origine des médicaments </a:t>
            </a:r>
          </a:p>
        </p:txBody>
      </p:sp>
      <p:sp>
        <p:nvSpPr>
          <p:cNvPr id="3" name="Espace réservé du contenu 2"/>
          <p:cNvSpPr>
            <a:spLocks noGrp="1"/>
          </p:cNvSpPr>
          <p:nvPr>
            <p:ph idx="1"/>
          </p:nvPr>
        </p:nvSpPr>
        <p:spPr>
          <a:xfrm>
            <a:off x="0" y="1216467"/>
            <a:ext cx="9293824" cy="5205487"/>
          </a:xfrm>
        </p:spPr>
        <p:txBody>
          <a:bodyPr>
            <a:normAutofit lnSpcReduction="10000"/>
          </a:bodyPr>
          <a:lstStyle/>
          <a:p>
            <a:pPr lvl="0">
              <a:lnSpc>
                <a:spcPct val="150000"/>
              </a:lnSpc>
            </a:pPr>
            <a:r>
              <a:rPr lang="fr-FR" sz="2800" dirty="0">
                <a:effectLst>
                  <a:outerShdw blurRad="38100" dist="38100" dir="2700000" algn="tl">
                    <a:srgbClr val="000000">
                      <a:alpha val="43137"/>
                    </a:srgbClr>
                  </a:outerShdw>
                </a:effectLst>
              </a:rPr>
              <a:t>Naturelle</a:t>
            </a:r>
            <a:r>
              <a:rPr lang="fr-FR" sz="2800" dirty="0"/>
              <a:t>.</a:t>
            </a:r>
          </a:p>
          <a:p>
            <a:pPr lvl="2">
              <a:lnSpc>
                <a:spcPct val="150000"/>
              </a:lnSpc>
              <a:buFont typeface="Wingdings" panose="05000000000000000000" pitchFamily="2" charset="2"/>
              <a:buChar char="q"/>
            </a:pPr>
            <a:r>
              <a:rPr lang="fr-FR" sz="2200" dirty="0" smtClean="0"/>
              <a:t>Minéral: Calcium, fer ..</a:t>
            </a:r>
            <a:endParaRPr lang="fr-FR" sz="2200" dirty="0"/>
          </a:p>
          <a:p>
            <a:pPr lvl="2">
              <a:lnSpc>
                <a:spcPct val="150000"/>
              </a:lnSpc>
              <a:buFont typeface="Wingdings" panose="05000000000000000000" pitchFamily="2" charset="2"/>
              <a:buChar char="q"/>
            </a:pPr>
            <a:r>
              <a:rPr lang="fr-FR" sz="2200" dirty="0" smtClean="0"/>
              <a:t>Végétal :extraction </a:t>
            </a:r>
            <a:r>
              <a:rPr lang="fr-FR" sz="2200" dirty="0" err="1" smtClean="0"/>
              <a:t>penicilline</a:t>
            </a:r>
            <a:r>
              <a:rPr lang="fr-FR" sz="2200" dirty="0" smtClean="0"/>
              <a:t> / </a:t>
            </a:r>
            <a:r>
              <a:rPr lang="fr-FR" sz="2200" dirty="0" err="1" smtClean="0"/>
              <a:t>penicilium</a:t>
            </a:r>
            <a:r>
              <a:rPr lang="fr-FR" sz="2200" dirty="0" smtClean="0"/>
              <a:t> </a:t>
            </a:r>
            <a:r>
              <a:rPr lang="fr-FR" sz="2200" dirty="0" err="1" smtClean="0"/>
              <a:t>notatum</a:t>
            </a:r>
            <a:endParaRPr lang="fr-FR" sz="2200" dirty="0"/>
          </a:p>
          <a:p>
            <a:pPr lvl="2">
              <a:lnSpc>
                <a:spcPct val="150000"/>
              </a:lnSpc>
              <a:buFont typeface="Wingdings" panose="05000000000000000000" pitchFamily="2" charset="2"/>
              <a:buChar char="q"/>
            </a:pPr>
            <a:r>
              <a:rPr lang="fr-FR" sz="2200" dirty="0" smtClean="0"/>
              <a:t>Animal : insuline /pancréas de porc</a:t>
            </a:r>
            <a:endParaRPr lang="fr-FR" sz="2200" dirty="0"/>
          </a:p>
          <a:p>
            <a:pPr lvl="0">
              <a:lnSpc>
                <a:spcPct val="150000"/>
              </a:lnSpc>
            </a:pPr>
            <a:r>
              <a:rPr lang="fr-FR" sz="2800" dirty="0" smtClean="0">
                <a:effectLst>
                  <a:outerShdw blurRad="38100" dist="38100" dir="2700000" algn="tl">
                    <a:srgbClr val="000000">
                      <a:alpha val="43137"/>
                    </a:srgbClr>
                  </a:outerShdw>
                </a:effectLst>
              </a:rPr>
              <a:t>Synthétique</a:t>
            </a:r>
            <a:r>
              <a:rPr lang="fr-FR" sz="2800" dirty="0" smtClean="0"/>
              <a:t>.</a:t>
            </a:r>
          </a:p>
          <a:p>
            <a:pPr lvl="2">
              <a:lnSpc>
                <a:spcPct val="150000"/>
              </a:lnSpc>
              <a:buFont typeface="Wingdings" panose="05000000000000000000" pitchFamily="2" charset="2"/>
              <a:buChar char="q"/>
            </a:pPr>
            <a:r>
              <a:rPr lang="fr-FR" sz="2400" dirty="0" smtClean="0"/>
              <a:t>Hémi-synthèse </a:t>
            </a:r>
          </a:p>
          <a:p>
            <a:pPr lvl="2">
              <a:lnSpc>
                <a:spcPct val="150000"/>
              </a:lnSpc>
              <a:buFont typeface="Wingdings" panose="05000000000000000000" pitchFamily="2" charset="2"/>
              <a:buChar char="q"/>
            </a:pPr>
            <a:r>
              <a:rPr lang="fr-FR" sz="2400" dirty="0" smtClean="0"/>
              <a:t>Synthèse totale: TRT HIV</a:t>
            </a:r>
            <a:endParaRPr lang="fr-FR" sz="2400" dirty="0"/>
          </a:p>
          <a:p>
            <a:pPr lvl="0">
              <a:lnSpc>
                <a:spcPct val="150000"/>
              </a:lnSpc>
            </a:pPr>
            <a:r>
              <a:rPr lang="fr-FR" sz="2800" dirty="0" smtClean="0">
                <a:effectLst>
                  <a:outerShdw blurRad="38100" dist="38100" dir="2700000" algn="tl">
                    <a:srgbClr val="000000">
                      <a:alpha val="43137"/>
                    </a:srgbClr>
                  </a:outerShdw>
                </a:effectLst>
              </a:rPr>
              <a:t>Biotechnologique :</a:t>
            </a:r>
            <a:r>
              <a:rPr lang="fr-FR" sz="2800" dirty="0" smtClean="0"/>
              <a:t>(génie-génétique). </a:t>
            </a:r>
            <a:endParaRPr lang="fr-FR" sz="2800" dirty="0"/>
          </a:p>
          <a:p>
            <a:endParaRPr lang="fr-FR" dirty="0"/>
          </a:p>
        </p:txBody>
      </p:sp>
      <p:pic>
        <p:nvPicPr>
          <p:cNvPr id="4" name="Image 3"/>
          <p:cNvPicPr>
            <a:picLocks noChangeAspect="1"/>
          </p:cNvPicPr>
          <p:nvPr/>
        </p:nvPicPr>
        <p:blipFill>
          <a:blip r:embed="rId3"/>
          <a:stretch>
            <a:fillRect/>
          </a:stretch>
        </p:blipFill>
        <p:spPr>
          <a:xfrm>
            <a:off x="6239393" y="1009918"/>
            <a:ext cx="2024047" cy="1511939"/>
          </a:xfrm>
          <a:prstGeom prst="rect">
            <a:avLst/>
          </a:prstGeom>
        </p:spPr>
      </p:pic>
      <p:pic>
        <p:nvPicPr>
          <p:cNvPr id="5" name="Image 4"/>
          <p:cNvPicPr>
            <a:picLocks noChangeAspect="1"/>
          </p:cNvPicPr>
          <p:nvPr/>
        </p:nvPicPr>
        <p:blipFill>
          <a:blip r:embed="rId4"/>
          <a:stretch>
            <a:fillRect/>
          </a:stretch>
        </p:blipFill>
        <p:spPr>
          <a:xfrm>
            <a:off x="8637362" y="745702"/>
            <a:ext cx="3011685" cy="1993565"/>
          </a:xfrm>
          <a:prstGeom prst="rect">
            <a:avLst/>
          </a:prstGeom>
        </p:spPr>
      </p:pic>
      <p:pic>
        <p:nvPicPr>
          <p:cNvPr id="6" name="Image 5"/>
          <p:cNvPicPr>
            <a:picLocks noChangeAspect="1"/>
          </p:cNvPicPr>
          <p:nvPr/>
        </p:nvPicPr>
        <p:blipFill>
          <a:blip r:embed="rId5"/>
          <a:stretch>
            <a:fillRect/>
          </a:stretch>
        </p:blipFill>
        <p:spPr>
          <a:xfrm>
            <a:off x="8785887" y="2680493"/>
            <a:ext cx="2523963" cy="1865538"/>
          </a:xfrm>
          <a:prstGeom prst="rect">
            <a:avLst/>
          </a:prstGeom>
        </p:spPr>
      </p:pic>
      <p:pic>
        <p:nvPicPr>
          <p:cNvPr id="8" name="Image 7"/>
          <p:cNvPicPr>
            <a:picLocks noChangeAspect="1"/>
          </p:cNvPicPr>
          <p:nvPr/>
        </p:nvPicPr>
        <p:blipFill>
          <a:blip r:embed="rId6"/>
          <a:stretch>
            <a:fillRect/>
          </a:stretch>
        </p:blipFill>
        <p:spPr>
          <a:xfrm>
            <a:off x="7142352" y="4499185"/>
            <a:ext cx="2377646" cy="1676545"/>
          </a:xfrm>
          <a:prstGeom prst="rect">
            <a:avLst/>
          </a:prstGeom>
        </p:spPr>
      </p:pic>
      <p:pic>
        <p:nvPicPr>
          <p:cNvPr id="9" name="Image 8"/>
          <p:cNvPicPr>
            <a:picLocks noChangeAspect="1"/>
          </p:cNvPicPr>
          <p:nvPr/>
        </p:nvPicPr>
        <p:blipFill>
          <a:blip r:embed="rId7"/>
          <a:stretch>
            <a:fillRect/>
          </a:stretch>
        </p:blipFill>
        <p:spPr>
          <a:xfrm>
            <a:off x="9726615" y="4638356"/>
            <a:ext cx="2103302" cy="1987468"/>
          </a:xfrm>
          <a:prstGeom prst="rect">
            <a:avLst/>
          </a:prstGeom>
        </p:spPr>
      </p:pic>
      <p:sp>
        <p:nvSpPr>
          <p:cNvPr id="10" name="Espace réservé du numéro de diapositive 9"/>
          <p:cNvSpPr>
            <a:spLocks noGrp="1"/>
          </p:cNvSpPr>
          <p:nvPr>
            <p:ph type="sldNum" sz="quarter" idx="12"/>
          </p:nvPr>
        </p:nvSpPr>
        <p:spPr/>
        <p:txBody>
          <a:bodyPr/>
          <a:lstStyle/>
          <a:p>
            <a:pPr>
              <a:defRPr/>
            </a:pPr>
            <a:fld id="{322B8AD7-D03B-4C24-A5E1-9500B08B13B6}" type="slidenum">
              <a:rPr lang="fr-FR" smtClean="0"/>
              <a:pPr>
                <a:defRPr/>
              </a:pPr>
              <a:t>18</a:t>
            </a:fld>
            <a:endParaRPr lang="fr-FR"/>
          </a:p>
        </p:txBody>
      </p:sp>
    </p:spTree>
    <p:extLst>
      <p:ext uri="{BB962C8B-B14F-4D97-AF65-F5344CB8AC3E}">
        <p14:creationId xmlns="" xmlns:p14="http://schemas.microsoft.com/office/powerpoint/2010/main" val="1386596199"/>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1+#ppt_w/2"/>
                                          </p:val>
                                        </p:tav>
                                        <p:tav tm="100000">
                                          <p:val>
                                            <p:strVal val="#ppt_x"/>
                                          </p:val>
                                        </p:tav>
                                      </p:tavLst>
                                    </p:anim>
                                    <p:anim calcmode="lin" valueType="num">
                                      <p:cBhvr additive="base">
                                        <p:cTn id="21"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introduction à la pharmacologie" id="{729774A0-2CDF-4C03-B56B-BD048A9C1E90}" vid="{64D413F7-A654-4F79-AB5D-B125D6E7B2F3}"/>
    </a:ext>
  </a:extLst>
</a:theme>
</file>

<file path=ppt/theme/theme2.xml><?xml version="1.0" encoding="utf-8"?>
<a:theme xmlns:a="http://schemas.openxmlformats.org/drawingml/2006/main" name="1_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introduction à la pharmacologie" id="{729774A0-2CDF-4C03-B56B-BD048A9C1E90}" vid="{4576157D-5FCB-47AC-9E88-6D1E70205767}"/>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introduction à la pharmacologie compatible</Template>
  <TotalTime>4460</TotalTime>
  <Words>684</Words>
  <Application>Microsoft Office PowerPoint</Application>
  <PresentationFormat>Personnalisé</PresentationFormat>
  <Paragraphs>143</Paragraphs>
  <Slides>18</Slides>
  <Notes>7</Notes>
  <HiddenSlides>0</HiddenSlides>
  <MMClips>0</MMClips>
  <ScaleCrop>false</ScaleCrop>
  <HeadingPairs>
    <vt:vector size="4" baseType="variant">
      <vt:variant>
        <vt:lpstr>Thème</vt:lpstr>
      </vt:variant>
      <vt:variant>
        <vt:i4>2</vt:i4>
      </vt:variant>
      <vt:variant>
        <vt:lpstr>Titres des diapositives</vt:lpstr>
      </vt:variant>
      <vt:variant>
        <vt:i4>18</vt:i4>
      </vt:variant>
    </vt:vector>
  </HeadingPairs>
  <TitlesOfParts>
    <vt:vector size="20" baseType="lpstr">
      <vt:lpstr>Brin</vt:lpstr>
      <vt:lpstr>1_Brin</vt:lpstr>
      <vt:lpstr>Introduction à la Pharmacologie  </vt:lpstr>
      <vt:lpstr>Définition et généralité </vt:lpstr>
      <vt:lpstr>LA PHARMACOLOGIE  </vt:lpstr>
      <vt:lpstr>LA PHARMACOLOGIE  </vt:lpstr>
      <vt:lpstr>LA PHARMACOLOGIE  </vt:lpstr>
      <vt:lpstr>LE MEDICAMENT</vt:lpstr>
      <vt:lpstr>LE MEDICAMENT ≠ de :</vt:lpstr>
      <vt:lpstr>LE MEDICAMENT</vt:lpstr>
      <vt:lpstr>LE MEDICAMENT</vt:lpstr>
      <vt:lpstr>LE MEDICAMENT</vt:lpstr>
      <vt:lpstr>LE MEDICAMENT</vt:lpstr>
      <vt:lpstr>LE MEDICAMENT</vt:lpstr>
      <vt:lpstr>LE MEDICAMENT</vt:lpstr>
      <vt:lpstr>LE MEDICAMENT</vt:lpstr>
      <vt:lpstr>LE MEDICAMENT</vt:lpstr>
      <vt:lpstr>LE MEDICAMENT</vt:lpstr>
      <vt:lpstr>Origine des médicaments </vt:lpstr>
      <vt:lpstr>Origine des médicaments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à la Pharmacologie  « les formes pharmaceutiques et voies d’administrations »</dc:title>
  <dc:creator>EL ASSLI</dc:creator>
  <cp:lastModifiedBy>tassili</cp:lastModifiedBy>
  <cp:revision>36</cp:revision>
  <dcterms:created xsi:type="dcterms:W3CDTF">2017-11-25T22:52:29Z</dcterms:created>
  <dcterms:modified xsi:type="dcterms:W3CDTF">2024-10-12T21:38:21Z</dcterms:modified>
</cp:coreProperties>
</file>