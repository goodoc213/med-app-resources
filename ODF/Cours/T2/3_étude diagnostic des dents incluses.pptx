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 id="2147483758" r:id="rId2"/>
    <p:sldMasterId id="2147483770" r:id="rId3"/>
    <p:sldMasterId id="2147483818" r:id="rId4"/>
    <p:sldMasterId id="2147483830" r:id="rId5"/>
  </p:sldMasterIdLst>
  <p:notesMasterIdLst>
    <p:notesMasterId r:id="rId44"/>
  </p:notesMasterIdLst>
  <p:sldIdLst>
    <p:sldId id="256" r:id="rId6"/>
    <p:sldId id="260" r:id="rId7"/>
    <p:sldId id="261" r:id="rId8"/>
    <p:sldId id="276" r:id="rId9"/>
    <p:sldId id="277" r:id="rId10"/>
    <p:sldId id="278" r:id="rId11"/>
    <p:sldId id="279" r:id="rId12"/>
    <p:sldId id="280" r:id="rId13"/>
    <p:sldId id="281" r:id="rId14"/>
    <p:sldId id="282" r:id="rId15"/>
    <p:sldId id="283" r:id="rId16"/>
    <p:sldId id="284" r:id="rId17"/>
    <p:sldId id="285" r:id="rId18"/>
    <p:sldId id="286" r:id="rId19"/>
    <p:sldId id="287" r:id="rId20"/>
    <p:sldId id="288" r:id="rId21"/>
    <p:sldId id="370" r:id="rId22"/>
    <p:sldId id="290" r:id="rId23"/>
    <p:sldId id="292" r:id="rId24"/>
    <p:sldId id="413" r:id="rId25"/>
    <p:sldId id="296" r:id="rId26"/>
    <p:sldId id="297" r:id="rId27"/>
    <p:sldId id="298" r:id="rId28"/>
    <p:sldId id="505" r:id="rId29"/>
    <p:sldId id="508" r:id="rId30"/>
    <p:sldId id="506" r:id="rId31"/>
    <p:sldId id="509" r:id="rId32"/>
    <p:sldId id="510" r:id="rId33"/>
    <p:sldId id="511" r:id="rId34"/>
    <p:sldId id="300" r:id="rId35"/>
    <p:sldId id="301" r:id="rId36"/>
    <p:sldId id="302" r:id="rId37"/>
    <p:sldId id="305" r:id="rId38"/>
    <p:sldId id="507" r:id="rId39"/>
    <p:sldId id="312" r:id="rId40"/>
    <p:sldId id="502" r:id="rId41"/>
    <p:sldId id="503" r:id="rId42"/>
    <p:sldId id="504" r:id="rId43"/>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a:srgbClr val="9900CC"/>
    <a:srgbClr val="006600"/>
    <a:srgbClr val="339966"/>
    <a:srgbClr val="669900"/>
    <a:srgbClr val="008000"/>
    <a:srgbClr val="808000"/>
    <a:srgbClr val="336600"/>
    <a:srgbClr val="00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32" autoAdjust="0"/>
    <p:restoredTop sz="94660"/>
  </p:normalViewPr>
  <p:slideViewPr>
    <p:cSldViewPr>
      <p:cViewPr varScale="1">
        <p:scale>
          <a:sx n="68" d="100"/>
          <a:sy n="68" d="100"/>
        </p:scale>
        <p:origin x="1470"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tableStyles" Target="tableStyles.xml"/><Relationship Id="rId8" Type="http://schemas.openxmlformats.org/officeDocument/2006/relationships/slide" Target="slides/slide3.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viewProps" Target="viewProps.xml"/><Relationship Id="rId20" Type="http://schemas.openxmlformats.org/officeDocument/2006/relationships/slide" Target="slides/slide15.xml"/><Relationship Id="rId41" Type="http://schemas.openxmlformats.org/officeDocument/2006/relationships/slide" Target="slides/slide36.xml"/></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965FB5A-E72B-4B89-8E70-370C01121281}" type="doc">
      <dgm:prSet loTypeId="urn:microsoft.com/office/officeart/2005/8/layout/list1" loCatId="list" qsTypeId="urn:microsoft.com/office/officeart/2005/8/quickstyle/simple1" qsCatId="simple" csTypeId="urn:microsoft.com/office/officeart/2005/8/colors/accent0_2" csCatId="mainScheme" phldr="1"/>
      <dgm:spPr/>
      <dgm:t>
        <a:bodyPr/>
        <a:lstStyle/>
        <a:p>
          <a:endParaRPr lang="fr-FR"/>
        </a:p>
      </dgm:t>
    </dgm:pt>
    <dgm:pt modelId="{FC764B4C-5D11-4080-ABBC-62CBB8AE1206}">
      <dgm:prSet phldrT="[Texte]" custT="1">
        <dgm:style>
          <a:lnRef idx="2">
            <a:schemeClr val="accent1"/>
          </a:lnRef>
          <a:fillRef idx="1">
            <a:schemeClr val="lt1"/>
          </a:fillRef>
          <a:effectRef idx="0">
            <a:schemeClr val="accent1"/>
          </a:effectRef>
          <a:fontRef idx="minor">
            <a:schemeClr val="dk1"/>
          </a:fontRef>
        </dgm:style>
      </dgm:prSet>
      <dgm:spPr>
        <a:ln>
          <a:no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dgm:spPr>
      <dgm:t>
        <a:bodyPr/>
        <a:lstStyle/>
        <a:p>
          <a:r>
            <a:rPr lang="fr-FR" sz="4000" dirty="0"/>
            <a:t>Introduction</a:t>
          </a:r>
        </a:p>
      </dgm:t>
    </dgm:pt>
    <dgm:pt modelId="{E13722C9-F362-4636-B54E-3585F235F0C4}" type="parTrans" cxnId="{25C41CCD-BDB7-4650-AA0B-2B5875185676}">
      <dgm:prSet/>
      <dgm:spPr/>
      <dgm:t>
        <a:bodyPr/>
        <a:lstStyle/>
        <a:p>
          <a:endParaRPr lang="fr-FR"/>
        </a:p>
      </dgm:t>
    </dgm:pt>
    <dgm:pt modelId="{49E3045A-BEC4-4B67-8373-02516C20FC8C}" type="sibTrans" cxnId="{25C41CCD-BDB7-4650-AA0B-2B5875185676}">
      <dgm:prSet/>
      <dgm:spPr/>
      <dgm:t>
        <a:bodyPr/>
        <a:lstStyle/>
        <a:p>
          <a:endParaRPr lang="fr-FR"/>
        </a:p>
      </dgm:t>
    </dgm:pt>
    <dgm:pt modelId="{90D009A2-BFF0-4AA4-9E4F-577014FBD72B}" type="pres">
      <dgm:prSet presAssocID="{8965FB5A-E72B-4B89-8E70-370C01121281}" presName="linear" presStyleCnt="0">
        <dgm:presLayoutVars>
          <dgm:dir/>
          <dgm:animLvl val="lvl"/>
          <dgm:resizeHandles val="exact"/>
        </dgm:presLayoutVars>
      </dgm:prSet>
      <dgm:spPr/>
    </dgm:pt>
    <dgm:pt modelId="{0D7A512D-2E10-43D3-93E6-67DE52B3A789}" type="pres">
      <dgm:prSet presAssocID="{FC764B4C-5D11-4080-ABBC-62CBB8AE1206}" presName="parentLin" presStyleCnt="0"/>
      <dgm:spPr/>
    </dgm:pt>
    <dgm:pt modelId="{2495EE88-32EB-4BCC-945E-F81EA326DD2B}" type="pres">
      <dgm:prSet presAssocID="{FC764B4C-5D11-4080-ABBC-62CBB8AE1206}" presName="parentLeftMargin" presStyleLbl="node1" presStyleIdx="0" presStyleCnt="1"/>
      <dgm:spPr/>
    </dgm:pt>
    <dgm:pt modelId="{FEF721DD-B5F5-410C-A13B-A53C1AF19560}" type="pres">
      <dgm:prSet presAssocID="{FC764B4C-5D11-4080-ABBC-62CBB8AE1206}" presName="parentText" presStyleLbl="node1" presStyleIdx="0" presStyleCnt="1">
        <dgm:presLayoutVars>
          <dgm:chMax val="0"/>
          <dgm:bulletEnabled val="1"/>
        </dgm:presLayoutVars>
      </dgm:prSet>
      <dgm:spPr/>
    </dgm:pt>
    <dgm:pt modelId="{3267FF32-20BE-4F56-8351-E2DCB6847C8D}" type="pres">
      <dgm:prSet presAssocID="{FC764B4C-5D11-4080-ABBC-62CBB8AE1206}" presName="negativeSpace" presStyleCnt="0"/>
      <dgm:spPr/>
    </dgm:pt>
    <dgm:pt modelId="{BD26D776-7F75-43C9-8ED6-F6AA3BBD32EC}" type="pres">
      <dgm:prSet presAssocID="{FC764B4C-5D11-4080-ABBC-62CBB8AE1206}" presName="childText" presStyleLbl="conFgAcc1" presStyleIdx="0" presStyleCnt="1">
        <dgm:presLayoutVars>
          <dgm:bulletEnabled val="1"/>
        </dgm:presLayoutVars>
      </dgm:prSet>
      <dgm:spPr/>
    </dgm:pt>
  </dgm:ptLst>
  <dgm:cxnLst>
    <dgm:cxn modelId="{CB6D2401-3D96-46F3-BC18-52BA052CEB41}" type="presOf" srcId="{8965FB5A-E72B-4B89-8E70-370C01121281}" destId="{90D009A2-BFF0-4AA4-9E4F-577014FBD72B}" srcOrd="0" destOrd="0" presId="urn:microsoft.com/office/officeart/2005/8/layout/list1"/>
    <dgm:cxn modelId="{E8F2D10C-B528-4908-8544-2A8006DA7E2C}" type="presOf" srcId="{FC764B4C-5D11-4080-ABBC-62CBB8AE1206}" destId="{FEF721DD-B5F5-410C-A13B-A53C1AF19560}" srcOrd="1" destOrd="0" presId="urn:microsoft.com/office/officeart/2005/8/layout/list1"/>
    <dgm:cxn modelId="{003C4D28-DCE9-43A1-A84D-47AFF0AF4F29}" type="presOf" srcId="{FC764B4C-5D11-4080-ABBC-62CBB8AE1206}" destId="{2495EE88-32EB-4BCC-945E-F81EA326DD2B}" srcOrd="0" destOrd="0" presId="urn:microsoft.com/office/officeart/2005/8/layout/list1"/>
    <dgm:cxn modelId="{25C41CCD-BDB7-4650-AA0B-2B5875185676}" srcId="{8965FB5A-E72B-4B89-8E70-370C01121281}" destId="{FC764B4C-5D11-4080-ABBC-62CBB8AE1206}" srcOrd="0" destOrd="0" parTransId="{E13722C9-F362-4636-B54E-3585F235F0C4}" sibTransId="{49E3045A-BEC4-4B67-8373-02516C20FC8C}"/>
    <dgm:cxn modelId="{C0DE6EAD-00F0-4062-AC6A-5369BA730779}" type="presParOf" srcId="{90D009A2-BFF0-4AA4-9E4F-577014FBD72B}" destId="{0D7A512D-2E10-43D3-93E6-67DE52B3A789}" srcOrd="0" destOrd="0" presId="urn:microsoft.com/office/officeart/2005/8/layout/list1"/>
    <dgm:cxn modelId="{DAE2253B-FD27-4019-8192-15C8BB1FA587}" type="presParOf" srcId="{0D7A512D-2E10-43D3-93E6-67DE52B3A789}" destId="{2495EE88-32EB-4BCC-945E-F81EA326DD2B}" srcOrd="0" destOrd="0" presId="urn:microsoft.com/office/officeart/2005/8/layout/list1"/>
    <dgm:cxn modelId="{E8558C3A-8C7A-4385-A84E-9C3FE8B8996F}" type="presParOf" srcId="{0D7A512D-2E10-43D3-93E6-67DE52B3A789}" destId="{FEF721DD-B5F5-410C-A13B-A53C1AF19560}" srcOrd="1" destOrd="0" presId="urn:microsoft.com/office/officeart/2005/8/layout/list1"/>
    <dgm:cxn modelId="{E9006415-DD60-4745-9D78-6A7F181AD5E6}" type="presParOf" srcId="{90D009A2-BFF0-4AA4-9E4F-577014FBD72B}" destId="{3267FF32-20BE-4F56-8351-E2DCB6847C8D}" srcOrd="1" destOrd="0" presId="urn:microsoft.com/office/officeart/2005/8/layout/list1"/>
    <dgm:cxn modelId="{57AD42B2-C003-4C47-9A40-5B60568E6FBE}" type="presParOf" srcId="{90D009A2-BFF0-4AA4-9E4F-577014FBD72B}" destId="{BD26D776-7F75-43C9-8ED6-F6AA3BBD32EC}"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965FB5A-E72B-4B89-8E70-370C01121281}" type="doc">
      <dgm:prSet loTypeId="urn:microsoft.com/office/officeart/2005/8/layout/list1" loCatId="list" qsTypeId="urn:microsoft.com/office/officeart/2005/8/quickstyle/simple1" qsCatId="simple" csTypeId="urn:microsoft.com/office/officeart/2005/8/colors/accent0_2" csCatId="mainScheme" phldr="1"/>
      <dgm:spPr/>
      <dgm:t>
        <a:bodyPr/>
        <a:lstStyle/>
        <a:p>
          <a:endParaRPr lang="fr-FR"/>
        </a:p>
      </dgm:t>
    </dgm:pt>
    <dgm:pt modelId="{FC764B4C-5D11-4080-ABBC-62CBB8AE1206}">
      <dgm:prSet phldrT="[Texte]" custT="1">
        <dgm:style>
          <a:lnRef idx="2">
            <a:schemeClr val="accent1"/>
          </a:lnRef>
          <a:fillRef idx="1">
            <a:schemeClr val="lt1"/>
          </a:fillRef>
          <a:effectRef idx="0">
            <a:schemeClr val="accent1"/>
          </a:effectRef>
          <a:fontRef idx="minor">
            <a:schemeClr val="dk1"/>
          </a:fontRef>
        </dgm:style>
      </dgm:prSet>
      <dgm:spPr>
        <a:ln>
          <a:no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dgm:spPr>
      <dgm:t>
        <a:bodyPr/>
        <a:lstStyle/>
        <a:p>
          <a:r>
            <a:rPr lang="fr-FR" sz="4000" dirty="0"/>
            <a:t>définitions</a:t>
          </a:r>
        </a:p>
      </dgm:t>
    </dgm:pt>
    <dgm:pt modelId="{E13722C9-F362-4636-B54E-3585F235F0C4}" type="parTrans" cxnId="{25C41CCD-BDB7-4650-AA0B-2B5875185676}">
      <dgm:prSet/>
      <dgm:spPr/>
      <dgm:t>
        <a:bodyPr/>
        <a:lstStyle/>
        <a:p>
          <a:endParaRPr lang="fr-FR"/>
        </a:p>
      </dgm:t>
    </dgm:pt>
    <dgm:pt modelId="{49E3045A-BEC4-4B67-8373-02516C20FC8C}" type="sibTrans" cxnId="{25C41CCD-BDB7-4650-AA0B-2B5875185676}">
      <dgm:prSet/>
      <dgm:spPr/>
      <dgm:t>
        <a:bodyPr/>
        <a:lstStyle/>
        <a:p>
          <a:endParaRPr lang="fr-FR"/>
        </a:p>
      </dgm:t>
    </dgm:pt>
    <dgm:pt modelId="{90D009A2-BFF0-4AA4-9E4F-577014FBD72B}" type="pres">
      <dgm:prSet presAssocID="{8965FB5A-E72B-4B89-8E70-370C01121281}" presName="linear" presStyleCnt="0">
        <dgm:presLayoutVars>
          <dgm:dir/>
          <dgm:animLvl val="lvl"/>
          <dgm:resizeHandles val="exact"/>
        </dgm:presLayoutVars>
      </dgm:prSet>
      <dgm:spPr/>
    </dgm:pt>
    <dgm:pt modelId="{0D7A512D-2E10-43D3-93E6-67DE52B3A789}" type="pres">
      <dgm:prSet presAssocID="{FC764B4C-5D11-4080-ABBC-62CBB8AE1206}" presName="parentLin" presStyleCnt="0"/>
      <dgm:spPr/>
    </dgm:pt>
    <dgm:pt modelId="{2495EE88-32EB-4BCC-945E-F81EA326DD2B}" type="pres">
      <dgm:prSet presAssocID="{FC764B4C-5D11-4080-ABBC-62CBB8AE1206}" presName="parentLeftMargin" presStyleLbl="node1" presStyleIdx="0" presStyleCnt="1"/>
      <dgm:spPr/>
    </dgm:pt>
    <dgm:pt modelId="{FEF721DD-B5F5-410C-A13B-A53C1AF19560}" type="pres">
      <dgm:prSet presAssocID="{FC764B4C-5D11-4080-ABBC-62CBB8AE1206}" presName="parentText" presStyleLbl="node1" presStyleIdx="0" presStyleCnt="1">
        <dgm:presLayoutVars>
          <dgm:chMax val="0"/>
          <dgm:bulletEnabled val="1"/>
        </dgm:presLayoutVars>
      </dgm:prSet>
      <dgm:spPr/>
    </dgm:pt>
    <dgm:pt modelId="{3267FF32-20BE-4F56-8351-E2DCB6847C8D}" type="pres">
      <dgm:prSet presAssocID="{FC764B4C-5D11-4080-ABBC-62CBB8AE1206}" presName="negativeSpace" presStyleCnt="0"/>
      <dgm:spPr/>
    </dgm:pt>
    <dgm:pt modelId="{BD26D776-7F75-43C9-8ED6-F6AA3BBD32EC}" type="pres">
      <dgm:prSet presAssocID="{FC764B4C-5D11-4080-ABBC-62CBB8AE1206}" presName="childText" presStyleLbl="conFgAcc1" presStyleIdx="0" presStyleCnt="1">
        <dgm:presLayoutVars>
          <dgm:bulletEnabled val="1"/>
        </dgm:presLayoutVars>
      </dgm:prSet>
      <dgm:spPr/>
    </dgm:pt>
  </dgm:ptLst>
  <dgm:cxnLst>
    <dgm:cxn modelId="{6FE55D02-5BCD-4E26-B514-B4B46D14B023}" type="presOf" srcId="{8965FB5A-E72B-4B89-8E70-370C01121281}" destId="{90D009A2-BFF0-4AA4-9E4F-577014FBD72B}" srcOrd="0" destOrd="0" presId="urn:microsoft.com/office/officeart/2005/8/layout/list1"/>
    <dgm:cxn modelId="{DFA7B738-E09D-4B65-866D-335C3C7E579E}" type="presOf" srcId="{FC764B4C-5D11-4080-ABBC-62CBB8AE1206}" destId="{FEF721DD-B5F5-410C-A13B-A53C1AF19560}" srcOrd="1" destOrd="0" presId="urn:microsoft.com/office/officeart/2005/8/layout/list1"/>
    <dgm:cxn modelId="{13A33797-3DCB-4D8E-8BCB-DAAFD6D1D3ED}" type="presOf" srcId="{FC764B4C-5D11-4080-ABBC-62CBB8AE1206}" destId="{2495EE88-32EB-4BCC-945E-F81EA326DD2B}" srcOrd="0" destOrd="0" presId="urn:microsoft.com/office/officeart/2005/8/layout/list1"/>
    <dgm:cxn modelId="{25C41CCD-BDB7-4650-AA0B-2B5875185676}" srcId="{8965FB5A-E72B-4B89-8E70-370C01121281}" destId="{FC764B4C-5D11-4080-ABBC-62CBB8AE1206}" srcOrd="0" destOrd="0" parTransId="{E13722C9-F362-4636-B54E-3585F235F0C4}" sibTransId="{49E3045A-BEC4-4B67-8373-02516C20FC8C}"/>
    <dgm:cxn modelId="{D280E2CD-98F1-460E-BD9E-04EC2BD15749}" type="presParOf" srcId="{90D009A2-BFF0-4AA4-9E4F-577014FBD72B}" destId="{0D7A512D-2E10-43D3-93E6-67DE52B3A789}" srcOrd="0" destOrd="0" presId="urn:microsoft.com/office/officeart/2005/8/layout/list1"/>
    <dgm:cxn modelId="{BFAA98ED-3798-4844-963A-06EBA83C4AC5}" type="presParOf" srcId="{0D7A512D-2E10-43D3-93E6-67DE52B3A789}" destId="{2495EE88-32EB-4BCC-945E-F81EA326DD2B}" srcOrd="0" destOrd="0" presId="urn:microsoft.com/office/officeart/2005/8/layout/list1"/>
    <dgm:cxn modelId="{7A9C676B-9FBD-4AB4-B579-FD49591AE2C3}" type="presParOf" srcId="{0D7A512D-2E10-43D3-93E6-67DE52B3A789}" destId="{FEF721DD-B5F5-410C-A13B-A53C1AF19560}" srcOrd="1" destOrd="0" presId="urn:microsoft.com/office/officeart/2005/8/layout/list1"/>
    <dgm:cxn modelId="{20A5FC1E-E666-49C9-9BB8-E692640F48D4}" type="presParOf" srcId="{90D009A2-BFF0-4AA4-9E4F-577014FBD72B}" destId="{3267FF32-20BE-4F56-8351-E2DCB6847C8D}" srcOrd="1" destOrd="0" presId="urn:microsoft.com/office/officeart/2005/8/layout/list1"/>
    <dgm:cxn modelId="{72F6B3C7-4C0F-43D9-AF4F-EDBD1B732EF8}" type="presParOf" srcId="{90D009A2-BFF0-4AA4-9E4F-577014FBD72B}" destId="{BD26D776-7F75-43C9-8ED6-F6AA3BBD32EC}"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35B4C89-B827-4931-A9BE-84BB1C5D4865}" type="doc">
      <dgm:prSet loTypeId="urn:microsoft.com/office/officeart/2005/8/layout/default" loCatId="list" qsTypeId="urn:microsoft.com/office/officeart/2005/8/quickstyle/simple1" qsCatId="simple" csTypeId="urn:microsoft.com/office/officeart/2005/8/colors/accent1_2" csCatId="accent1" phldr="1"/>
      <dgm:spPr>
        <a:scene3d>
          <a:camera prst="orthographicFront">
            <a:rot lat="0" lon="0" rev="0"/>
          </a:camera>
          <a:lightRig rig="glow" dir="t">
            <a:rot lat="0" lon="0" rev="4800000"/>
          </a:lightRig>
        </a:scene3d>
      </dgm:spPr>
      <dgm:t>
        <a:bodyPr/>
        <a:lstStyle/>
        <a:p>
          <a:endParaRPr lang="fr-FR"/>
        </a:p>
      </dgm:t>
    </dgm:pt>
    <dgm:pt modelId="{30894A20-BC78-4E63-ACFA-9970CBE5D134}">
      <dgm:prSet phldrT="[Texte]"/>
      <dgm:spPr>
        <a:ln>
          <a:noFill/>
        </a:ln>
        <a:effectLst>
          <a:outerShdw blurRad="190500" dist="228600" dir="2700000" algn="ctr">
            <a:srgbClr val="000000">
              <a:alpha val="30000"/>
            </a:srgbClr>
          </a:outerShdw>
          <a:reflection blurRad="6350" stA="50000" endA="295" endPos="92000" dist="101600" dir="5400000" sy="-100000" algn="bl" rotWithShape="0"/>
        </a:effectLst>
        <a:scene3d>
          <a:camera prst="orthographicFront">
            <a:rot lat="0" lon="0" rev="0"/>
          </a:camera>
          <a:lightRig rig="glow" dir="t">
            <a:rot lat="0" lon="0" rev="4800000"/>
          </a:lightRig>
        </a:scene3d>
        <a:sp3d prstMaterial="matte">
          <a:bevelT w="127000" h="63500"/>
        </a:sp3d>
      </dgm:spPr>
      <dgm:t>
        <a:bodyPr/>
        <a:lstStyle/>
        <a:p>
          <a:r>
            <a:rPr lang="fr-FR" dirty="0"/>
            <a:t>Etiopathogénie</a:t>
          </a:r>
        </a:p>
      </dgm:t>
    </dgm:pt>
    <dgm:pt modelId="{832D9BEE-F88E-45E4-8A53-795B2E4901E8}" type="parTrans" cxnId="{2B84812E-FC89-454A-8687-08485D78381F}">
      <dgm:prSet/>
      <dgm:spPr/>
      <dgm:t>
        <a:bodyPr/>
        <a:lstStyle/>
        <a:p>
          <a:endParaRPr lang="fr-FR"/>
        </a:p>
      </dgm:t>
    </dgm:pt>
    <dgm:pt modelId="{50A03D93-43EF-47B5-A382-4AA8D71CA56A}" type="sibTrans" cxnId="{2B84812E-FC89-454A-8687-08485D78381F}">
      <dgm:prSet/>
      <dgm:spPr/>
      <dgm:t>
        <a:bodyPr/>
        <a:lstStyle/>
        <a:p>
          <a:endParaRPr lang="fr-FR"/>
        </a:p>
      </dgm:t>
    </dgm:pt>
    <dgm:pt modelId="{3B14B07F-AAAE-489C-8349-864D1BE259F2}" type="pres">
      <dgm:prSet presAssocID="{F35B4C89-B827-4931-A9BE-84BB1C5D4865}" presName="diagram" presStyleCnt="0">
        <dgm:presLayoutVars>
          <dgm:dir/>
          <dgm:resizeHandles val="exact"/>
        </dgm:presLayoutVars>
      </dgm:prSet>
      <dgm:spPr/>
    </dgm:pt>
    <dgm:pt modelId="{3598CD35-B7EF-4F9B-9497-CC4817D50753}" type="pres">
      <dgm:prSet presAssocID="{30894A20-BC78-4E63-ACFA-9970CBE5D134}" presName="node" presStyleLbl="node1" presStyleIdx="0" presStyleCnt="1" custScaleX="411675" custLinFactY="42714" custLinFactNeighborX="-269" custLinFactNeighborY="100000">
        <dgm:presLayoutVars>
          <dgm:bulletEnabled val="1"/>
        </dgm:presLayoutVars>
      </dgm:prSet>
      <dgm:spPr/>
    </dgm:pt>
  </dgm:ptLst>
  <dgm:cxnLst>
    <dgm:cxn modelId="{4BBC3711-0370-4D37-8CE4-547D317318AC}" type="presOf" srcId="{F35B4C89-B827-4931-A9BE-84BB1C5D4865}" destId="{3B14B07F-AAAE-489C-8349-864D1BE259F2}" srcOrd="0" destOrd="0" presId="urn:microsoft.com/office/officeart/2005/8/layout/default"/>
    <dgm:cxn modelId="{2B84812E-FC89-454A-8687-08485D78381F}" srcId="{F35B4C89-B827-4931-A9BE-84BB1C5D4865}" destId="{30894A20-BC78-4E63-ACFA-9970CBE5D134}" srcOrd="0" destOrd="0" parTransId="{832D9BEE-F88E-45E4-8A53-795B2E4901E8}" sibTransId="{50A03D93-43EF-47B5-A382-4AA8D71CA56A}"/>
    <dgm:cxn modelId="{50D604F3-CC42-4769-A5E5-5BD7A95C1FFC}" type="presOf" srcId="{30894A20-BC78-4E63-ACFA-9970CBE5D134}" destId="{3598CD35-B7EF-4F9B-9497-CC4817D50753}" srcOrd="0" destOrd="0" presId="urn:microsoft.com/office/officeart/2005/8/layout/default"/>
    <dgm:cxn modelId="{84D03534-5CD0-45B4-9F31-811D7C688DE2}" type="presParOf" srcId="{3B14B07F-AAAE-489C-8349-864D1BE259F2}" destId="{3598CD35-B7EF-4F9B-9497-CC4817D50753}" srcOrd="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35B4C89-B827-4931-A9BE-84BB1C5D4865}" type="doc">
      <dgm:prSet loTypeId="urn:microsoft.com/office/officeart/2005/8/layout/default" loCatId="list" qsTypeId="urn:microsoft.com/office/officeart/2005/8/quickstyle/simple1" qsCatId="simple" csTypeId="urn:microsoft.com/office/officeart/2005/8/colors/accent1_2" csCatId="accent1" phldr="1"/>
      <dgm:spPr>
        <a:scene3d>
          <a:camera prst="orthographicFront">
            <a:rot lat="0" lon="0" rev="0"/>
          </a:camera>
          <a:lightRig rig="glow" dir="t">
            <a:rot lat="0" lon="0" rev="4800000"/>
          </a:lightRig>
        </a:scene3d>
      </dgm:spPr>
      <dgm:t>
        <a:bodyPr/>
        <a:lstStyle/>
        <a:p>
          <a:endParaRPr lang="fr-FR"/>
        </a:p>
      </dgm:t>
    </dgm:pt>
    <dgm:pt modelId="{30894A20-BC78-4E63-ACFA-9970CBE5D134}">
      <dgm:prSet phldrT="[Texte]"/>
      <dgm:spPr>
        <a:ln>
          <a:noFill/>
        </a:ln>
        <a:effectLst>
          <a:outerShdw blurRad="190500" dist="228600" dir="2700000" algn="ctr">
            <a:srgbClr val="000000">
              <a:alpha val="30000"/>
            </a:srgbClr>
          </a:outerShdw>
          <a:reflection blurRad="6350" stA="50000" endA="295" endPos="92000" dist="101600" dir="5400000" sy="-100000" algn="bl" rotWithShape="0"/>
        </a:effectLst>
        <a:scene3d>
          <a:camera prst="orthographicFront">
            <a:rot lat="0" lon="0" rev="0"/>
          </a:camera>
          <a:lightRig rig="glow" dir="t">
            <a:rot lat="0" lon="0" rev="4800000"/>
          </a:lightRig>
        </a:scene3d>
        <a:sp3d prstMaterial="matte">
          <a:bevelT w="127000" h="63500"/>
        </a:sp3d>
      </dgm:spPr>
      <dgm:t>
        <a:bodyPr/>
        <a:lstStyle/>
        <a:p>
          <a:r>
            <a:rPr lang="fr-FR" dirty="0"/>
            <a:t>Etiopathogénie</a:t>
          </a:r>
        </a:p>
      </dgm:t>
    </dgm:pt>
    <dgm:pt modelId="{832D9BEE-F88E-45E4-8A53-795B2E4901E8}" type="parTrans" cxnId="{2B84812E-FC89-454A-8687-08485D78381F}">
      <dgm:prSet/>
      <dgm:spPr/>
      <dgm:t>
        <a:bodyPr/>
        <a:lstStyle/>
        <a:p>
          <a:endParaRPr lang="fr-FR"/>
        </a:p>
      </dgm:t>
    </dgm:pt>
    <dgm:pt modelId="{50A03D93-43EF-47B5-A382-4AA8D71CA56A}" type="sibTrans" cxnId="{2B84812E-FC89-454A-8687-08485D78381F}">
      <dgm:prSet/>
      <dgm:spPr/>
      <dgm:t>
        <a:bodyPr/>
        <a:lstStyle/>
        <a:p>
          <a:endParaRPr lang="fr-FR"/>
        </a:p>
      </dgm:t>
    </dgm:pt>
    <dgm:pt modelId="{3B14B07F-AAAE-489C-8349-864D1BE259F2}" type="pres">
      <dgm:prSet presAssocID="{F35B4C89-B827-4931-A9BE-84BB1C5D4865}" presName="diagram" presStyleCnt="0">
        <dgm:presLayoutVars>
          <dgm:dir/>
          <dgm:resizeHandles val="exact"/>
        </dgm:presLayoutVars>
      </dgm:prSet>
      <dgm:spPr/>
    </dgm:pt>
    <dgm:pt modelId="{3598CD35-B7EF-4F9B-9497-CC4817D50753}" type="pres">
      <dgm:prSet presAssocID="{30894A20-BC78-4E63-ACFA-9970CBE5D134}" presName="node" presStyleLbl="node1" presStyleIdx="0" presStyleCnt="1" custScaleX="411675" custLinFactY="42714" custLinFactNeighborX="-269" custLinFactNeighborY="100000">
        <dgm:presLayoutVars>
          <dgm:bulletEnabled val="1"/>
        </dgm:presLayoutVars>
      </dgm:prSet>
      <dgm:spPr/>
    </dgm:pt>
  </dgm:ptLst>
  <dgm:cxnLst>
    <dgm:cxn modelId="{2B84812E-FC89-454A-8687-08485D78381F}" srcId="{F35B4C89-B827-4931-A9BE-84BB1C5D4865}" destId="{30894A20-BC78-4E63-ACFA-9970CBE5D134}" srcOrd="0" destOrd="0" parTransId="{832D9BEE-F88E-45E4-8A53-795B2E4901E8}" sibTransId="{50A03D93-43EF-47B5-A382-4AA8D71CA56A}"/>
    <dgm:cxn modelId="{A333C93C-7887-41DD-8AE6-6442FE636FBC}" type="presOf" srcId="{30894A20-BC78-4E63-ACFA-9970CBE5D134}" destId="{3598CD35-B7EF-4F9B-9497-CC4817D50753}" srcOrd="0" destOrd="0" presId="urn:microsoft.com/office/officeart/2005/8/layout/default"/>
    <dgm:cxn modelId="{FBAE54ED-2FE7-47E3-BDA5-4BC9E384BB2F}" type="presOf" srcId="{F35B4C89-B827-4931-A9BE-84BB1C5D4865}" destId="{3B14B07F-AAAE-489C-8349-864D1BE259F2}" srcOrd="0" destOrd="0" presId="urn:microsoft.com/office/officeart/2005/8/layout/default"/>
    <dgm:cxn modelId="{0343C4AF-2A5A-4D39-A5D0-B1B8624C19E1}" type="presParOf" srcId="{3B14B07F-AAAE-489C-8349-864D1BE259F2}" destId="{3598CD35-B7EF-4F9B-9497-CC4817D50753}" srcOrd="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35B4C89-B827-4931-A9BE-84BB1C5D4865}" type="doc">
      <dgm:prSet loTypeId="urn:microsoft.com/office/officeart/2005/8/layout/default" loCatId="list" qsTypeId="urn:microsoft.com/office/officeart/2005/8/quickstyle/simple1" qsCatId="simple" csTypeId="urn:microsoft.com/office/officeart/2005/8/colors/accent1_2" csCatId="accent1" phldr="1"/>
      <dgm:spPr>
        <a:scene3d>
          <a:camera prst="orthographicFront">
            <a:rot lat="0" lon="0" rev="0"/>
          </a:camera>
          <a:lightRig rig="glow" dir="t">
            <a:rot lat="0" lon="0" rev="4800000"/>
          </a:lightRig>
        </a:scene3d>
      </dgm:spPr>
      <dgm:t>
        <a:bodyPr/>
        <a:lstStyle/>
        <a:p>
          <a:endParaRPr lang="fr-FR"/>
        </a:p>
      </dgm:t>
    </dgm:pt>
    <dgm:pt modelId="{30894A20-BC78-4E63-ACFA-9970CBE5D134}">
      <dgm:prSet phldrT="[Texte]"/>
      <dgm:spPr>
        <a:ln>
          <a:noFill/>
        </a:ln>
        <a:effectLst>
          <a:outerShdw blurRad="190500" dist="228600" dir="2700000" algn="ctr">
            <a:srgbClr val="000000">
              <a:alpha val="30000"/>
            </a:srgbClr>
          </a:outerShdw>
          <a:reflection blurRad="6350" stA="50000" endA="295" endPos="92000" dist="101600" dir="5400000" sy="-100000" algn="bl" rotWithShape="0"/>
        </a:effectLst>
        <a:scene3d>
          <a:camera prst="orthographicFront">
            <a:rot lat="0" lon="0" rev="0"/>
          </a:camera>
          <a:lightRig rig="glow" dir="t">
            <a:rot lat="0" lon="0" rev="4800000"/>
          </a:lightRig>
        </a:scene3d>
        <a:sp3d prstMaterial="matte">
          <a:bevelT w="127000" h="63500"/>
        </a:sp3d>
      </dgm:spPr>
      <dgm:t>
        <a:bodyPr/>
        <a:lstStyle/>
        <a:p>
          <a:r>
            <a:rPr lang="fr-FR" dirty="0"/>
            <a:t>Etiopathogénie</a:t>
          </a:r>
        </a:p>
      </dgm:t>
    </dgm:pt>
    <dgm:pt modelId="{832D9BEE-F88E-45E4-8A53-795B2E4901E8}" type="parTrans" cxnId="{2B84812E-FC89-454A-8687-08485D78381F}">
      <dgm:prSet/>
      <dgm:spPr/>
      <dgm:t>
        <a:bodyPr/>
        <a:lstStyle/>
        <a:p>
          <a:endParaRPr lang="fr-FR"/>
        </a:p>
      </dgm:t>
    </dgm:pt>
    <dgm:pt modelId="{50A03D93-43EF-47B5-A382-4AA8D71CA56A}" type="sibTrans" cxnId="{2B84812E-FC89-454A-8687-08485D78381F}">
      <dgm:prSet/>
      <dgm:spPr/>
      <dgm:t>
        <a:bodyPr/>
        <a:lstStyle/>
        <a:p>
          <a:endParaRPr lang="fr-FR"/>
        </a:p>
      </dgm:t>
    </dgm:pt>
    <dgm:pt modelId="{3B14B07F-AAAE-489C-8349-864D1BE259F2}" type="pres">
      <dgm:prSet presAssocID="{F35B4C89-B827-4931-A9BE-84BB1C5D4865}" presName="diagram" presStyleCnt="0">
        <dgm:presLayoutVars>
          <dgm:dir/>
          <dgm:resizeHandles val="exact"/>
        </dgm:presLayoutVars>
      </dgm:prSet>
      <dgm:spPr/>
    </dgm:pt>
    <dgm:pt modelId="{3598CD35-B7EF-4F9B-9497-CC4817D50753}" type="pres">
      <dgm:prSet presAssocID="{30894A20-BC78-4E63-ACFA-9970CBE5D134}" presName="node" presStyleLbl="node1" presStyleIdx="0" presStyleCnt="1" custScaleX="411675" custLinFactY="42714" custLinFactNeighborX="-269" custLinFactNeighborY="100000">
        <dgm:presLayoutVars>
          <dgm:bulletEnabled val="1"/>
        </dgm:presLayoutVars>
      </dgm:prSet>
      <dgm:spPr/>
    </dgm:pt>
  </dgm:ptLst>
  <dgm:cxnLst>
    <dgm:cxn modelId="{2B84812E-FC89-454A-8687-08485D78381F}" srcId="{F35B4C89-B827-4931-A9BE-84BB1C5D4865}" destId="{30894A20-BC78-4E63-ACFA-9970CBE5D134}" srcOrd="0" destOrd="0" parTransId="{832D9BEE-F88E-45E4-8A53-795B2E4901E8}" sibTransId="{50A03D93-43EF-47B5-A382-4AA8D71CA56A}"/>
    <dgm:cxn modelId="{B5193B9F-668A-474D-9F67-6C64FBEFBAF9}" type="presOf" srcId="{30894A20-BC78-4E63-ACFA-9970CBE5D134}" destId="{3598CD35-B7EF-4F9B-9497-CC4817D50753}" srcOrd="0" destOrd="0" presId="urn:microsoft.com/office/officeart/2005/8/layout/default"/>
    <dgm:cxn modelId="{67124DF2-3AA8-4572-A5EC-EA706299F5AC}" type="presOf" srcId="{F35B4C89-B827-4931-A9BE-84BB1C5D4865}" destId="{3B14B07F-AAAE-489C-8349-864D1BE259F2}" srcOrd="0" destOrd="0" presId="urn:microsoft.com/office/officeart/2005/8/layout/default"/>
    <dgm:cxn modelId="{E4939662-0EB8-4C7E-875C-2DBDBE2518B4}" type="presParOf" srcId="{3B14B07F-AAAE-489C-8349-864D1BE259F2}" destId="{3598CD35-B7EF-4F9B-9497-CC4817D50753}" srcOrd="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35B4C89-B827-4931-A9BE-84BB1C5D4865}" type="doc">
      <dgm:prSet loTypeId="urn:microsoft.com/office/officeart/2005/8/layout/default" loCatId="list" qsTypeId="urn:microsoft.com/office/officeart/2005/8/quickstyle/simple1" qsCatId="simple" csTypeId="urn:microsoft.com/office/officeart/2005/8/colors/accent1_2" csCatId="accent1" phldr="1"/>
      <dgm:spPr>
        <a:scene3d>
          <a:camera prst="orthographicFront">
            <a:rot lat="0" lon="0" rev="0"/>
          </a:camera>
          <a:lightRig rig="glow" dir="t">
            <a:rot lat="0" lon="0" rev="4800000"/>
          </a:lightRig>
        </a:scene3d>
      </dgm:spPr>
      <dgm:t>
        <a:bodyPr/>
        <a:lstStyle/>
        <a:p>
          <a:endParaRPr lang="fr-FR"/>
        </a:p>
      </dgm:t>
    </dgm:pt>
    <dgm:pt modelId="{30894A20-BC78-4E63-ACFA-9970CBE5D134}">
      <dgm:prSet phldrT="[Texte]"/>
      <dgm:spPr>
        <a:ln>
          <a:noFill/>
        </a:ln>
        <a:effectLst>
          <a:outerShdw blurRad="190500" dist="228600" dir="2700000" algn="ctr">
            <a:srgbClr val="000000">
              <a:alpha val="30000"/>
            </a:srgbClr>
          </a:outerShdw>
          <a:reflection blurRad="6350" stA="50000" endA="295" endPos="92000" dist="101600" dir="5400000" sy="-100000" algn="bl" rotWithShape="0"/>
        </a:effectLst>
        <a:scene3d>
          <a:camera prst="orthographicFront">
            <a:rot lat="0" lon="0" rev="0"/>
          </a:camera>
          <a:lightRig rig="glow" dir="t">
            <a:rot lat="0" lon="0" rev="4800000"/>
          </a:lightRig>
        </a:scene3d>
        <a:sp3d prstMaterial="matte">
          <a:bevelT w="127000" h="63500"/>
        </a:sp3d>
      </dgm:spPr>
      <dgm:t>
        <a:bodyPr/>
        <a:lstStyle/>
        <a:p>
          <a:r>
            <a:rPr lang="fr-FR" dirty="0"/>
            <a:t>Etiopathogénie</a:t>
          </a:r>
        </a:p>
      </dgm:t>
    </dgm:pt>
    <dgm:pt modelId="{832D9BEE-F88E-45E4-8A53-795B2E4901E8}" type="parTrans" cxnId="{2B84812E-FC89-454A-8687-08485D78381F}">
      <dgm:prSet/>
      <dgm:spPr/>
      <dgm:t>
        <a:bodyPr/>
        <a:lstStyle/>
        <a:p>
          <a:endParaRPr lang="fr-FR"/>
        </a:p>
      </dgm:t>
    </dgm:pt>
    <dgm:pt modelId="{50A03D93-43EF-47B5-A382-4AA8D71CA56A}" type="sibTrans" cxnId="{2B84812E-FC89-454A-8687-08485D78381F}">
      <dgm:prSet/>
      <dgm:spPr/>
      <dgm:t>
        <a:bodyPr/>
        <a:lstStyle/>
        <a:p>
          <a:endParaRPr lang="fr-FR"/>
        </a:p>
      </dgm:t>
    </dgm:pt>
    <dgm:pt modelId="{3B14B07F-AAAE-489C-8349-864D1BE259F2}" type="pres">
      <dgm:prSet presAssocID="{F35B4C89-B827-4931-A9BE-84BB1C5D4865}" presName="diagram" presStyleCnt="0">
        <dgm:presLayoutVars>
          <dgm:dir/>
          <dgm:resizeHandles val="exact"/>
        </dgm:presLayoutVars>
      </dgm:prSet>
      <dgm:spPr/>
    </dgm:pt>
    <dgm:pt modelId="{3598CD35-B7EF-4F9B-9497-CC4817D50753}" type="pres">
      <dgm:prSet presAssocID="{30894A20-BC78-4E63-ACFA-9970CBE5D134}" presName="node" presStyleLbl="node1" presStyleIdx="0" presStyleCnt="1" custScaleX="411675" custLinFactY="42714" custLinFactNeighborX="-269" custLinFactNeighborY="100000">
        <dgm:presLayoutVars>
          <dgm:bulletEnabled val="1"/>
        </dgm:presLayoutVars>
      </dgm:prSet>
      <dgm:spPr/>
    </dgm:pt>
  </dgm:ptLst>
  <dgm:cxnLst>
    <dgm:cxn modelId="{2B84812E-FC89-454A-8687-08485D78381F}" srcId="{F35B4C89-B827-4931-A9BE-84BB1C5D4865}" destId="{30894A20-BC78-4E63-ACFA-9970CBE5D134}" srcOrd="0" destOrd="0" parTransId="{832D9BEE-F88E-45E4-8A53-795B2E4901E8}" sibTransId="{50A03D93-43EF-47B5-A382-4AA8D71CA56A}"/>
    <dgm:cxn modelId="{7BF1F268-F4A1-4F03-8850-BF2FD85F16A1}" type="presOf" srcId="{F35B4C89-B827-4931-A9BE-84BB1C5D4865}" destId="{3B14B07F-AAAE-489C-8349-864D1BE259F2}" srcOrd="0" destOrd="0" presId="urn:microsoft.com/office/officeart/2005/8/layout/default"/>
    <dgm:cxn modelId="{1018C158-A16C-48A5-BDC8-F9911234862A}" type="presOf" srcId="{30894A20-BC78-4E63-ACFA-9970CBE5D134}" destId="{3598CD35-B7EF-4F9B-9497-CC4817D50753}" srcOrd="0" destOrd="0" presId="urn:microsoft.com/office/officeart/2005/8/layout/default"/>
    <dgm:cxn modelId="{03C46DA5-0192-497E-92D5-250ABEFE9C26}" type="presParOf" srcId="{3B14B07F-AAAE-489C-8349-864D1BE259F2}" destId="{3598CD35-B7EF-4F9B-9497-CC4817D50753}" srcOrd="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35B4C89-B827-4931-A9BE-84BB1C5D4865}" type="doc">
      <dgm:prSet loTypeId="urn:microsoft.com/office/officeart/2005/8/layout/default" loCatId="list" qsTypeId="urn:microsoft.com/office/officeart/2005/8/quickstyle/simple1" qsCatId="simple" csTypeId="urn:microsoft.com/office/officeart/2005/8/colors/accent1_2" csCatId="accent1" phldr="1"/>
      <dgm:spPr>
        <a:scene3d>
          <a:camera prst="orthographicFront">
            <a:rot lat="0" lon="0" rev="0"/>
          </a:camera>
          <a:lightRig rig="glow" dir="t">
            <a:rot lat="0" lon="0" rev="4800000"/>
          </a:lightRig>
        </a:scene3d>
      </dgm:spPr>
      <dgm:t>
        <a:bodyPr/>
        <a:lstStyle/>
        <a:p>
          <a:endParaRPr lang="fr-FR"/>
        </a:p>
      </dgm:t>
    </dgm:pt>
    <dgm:pt modelId="{30894A20-BC78-4E63-ACFA-9970CBE5D134}">
      <dgm:prSet phldrT="[Texte]"/>
      <dgm:spPr>
        <a:ln>
          <a:noFill/>
        </a:ln>
        <a:effectLst>
          <a:outerShdw blurRad="190500" dist="228600" dir="2700000" algn="ctr">
            <a:srgbClr val="000000">
              <a:alpha val="30000"/>
            </a:srgbClr>
          </a:outerShdw>
          <a:reflection blurRad="6350" stA="50000" endA="295" endPos="92000" dist="101600" dir="5400000" sy="-100000" algn="bl" rotWithShape="0"/>
        </a:effectLst>
        <a:scene3d>
          <a:camera prst="orthographicFront">
            <a:rot lat="0" lon="0" rev="0"/>
          </a:camera>
          <a:lightRig rig="glow" dir="t">
            <a:rot lat="0" lon="0" rev="4800000"/>
          </a:lightRig>
        </a:scene3d>
        <a:sp3d prstMaterial="matte">
          <a:bevelT w="127000" h="63500"/>
        </a:sp3d>
      </dgm:spPr>
      <dgm:t>
        <a:bodyPr/>
        <a:lstStyle/>
        <a:p>
          <a:r>
            <a:rPr lang="fr-FR" dirty="0"/>
            <a:t>Etiopathogénie</a:t>
          </a:r>
        </a:p>
      </dgm:t>
    </dgm:pt>
    <dgm:pt modelId="{832D9BEE-F88E-45E4-8A53-795B2E4901E8}" type="parTrans" cxnId="{2B84812E-FC89-454A-8687-08485D78381F}">
      <dgm:prSet/>
      <dgm:spPr/>
      <dgm:t>
        <a:bodyPr/>
        <a:lstStyle/>
        <a:p>
          <a:endParaRPr lang="fr-FR"/>
        </a:p>
      </dgm:t>
    </dgm:pt>
    <dgm:pt modelId="{50A03D93-43EF-47B5-A382-4AA8D71CA56A}" type="sibTrans" cxnId="{2B84812E-FC89-454A-8687-08485D78381F}">
      <dgm:prSet/>
      <dgm:spPr/>
      <dgm:t>
        <a:bodyPr/>
        <a:lstStyle/>
        <a:p>
          <a:endParaRPr lang="fr-FR"/>
        </a:p>
      </dgm:t>
    </dgm:pt>
    <dgm:pt modelId="{3B14B07F-AAAE-489C-8349-864D1BE259F2}" type="pres">
      <dgm:prSet presAssocID="{F35B4C89-B827-4931-A9BE-84BB1C5D4865}" presName="diagram" presStyleCnt="0">
        <dgm:presLayoutVars>
          <dgm:dir/>
          <dgm:resizeHandles val="exact"/>
        </dgm:presLayoutVars>
      </dgm:prSet>
      <dgm:spPr/>
    </dgm:pt>
    <dgm:pt modelId="{3598CD35-B7EF-4F9B-9497-CC4817D50753}" type="pres">
      <dgm:prSet presAssocID="{30894A20-BC78-4E63-ACFA-9970CBE5D134}" presName="node" presStyleLbl="node1" presStyleIdx="0" presStyleCnt="1" custScaleX="411675" custLinFactY="42714" custLinFactNeighborX="-269" custLinFactNeighborY="100000">
        <dgm:presLayoutVars>
          <dgm:bulletEnabled val="1"/>
        </dgm:presLayoutVars>
      </dgm:prSet>
      <dgm:spPr/>
    </dgm:pt>
  </dgm:ptLst>
  <dgm:cxnLst>
    <dgm:cxn modelId="{2B84812E-FC89-454A-8687-08485D78381F}" srcId="{F35B4C89-B827-4931-A9BE-84BB1C5D4865}" destId="{30894A20-BC78-4E63-ACFA-9970CBE5D134}" srcOrd="0" destOrd="0" parTransId="{832D9BEE-F88E-45E4-8A53-795B2E4901E8}" sibTransId="{50A03D93-43EF-47B5-A382-4AA8D71CA56A}"/>
    <dgm:cxn modelId="{C3E617C1-D83D-43CC-891B-9215A22638E3}" type="presOf" srcId="{F35B4C89-B827-4931-A9BE-84BB1C5D4865}" destId="{3B14B07F-AAAE-489C-8349-864D1BE259F2}" srcOrd="0" destOrd="0" presId="urn:microsoft.com/office/officeart/2005/8/layout/default"/>
    <dgm:cxn modelId="{263C6CCB-9E5A-4600-867D-6FB3812CC66B}" type="presOf" srcId="{30894A20-BC78-4E63-ACFA-9970CBE5D134}" destId="{3598CD35-B7EF-4F9B-9497-CC4817D50753}" srcOrd="0" destOrd="0" presId="urn:microsoft.com/office/officeart/2005/8/layout/default"/>
    <dgm:cxn modelId="{9EF3A9DA-7F9C-4EF9-BCF9-9DB906D205C8}" type="presParOf" srcId="{3B14B07F-AAAE-489C-8349-864D1BE259F2}" destId="{3598CD35-B7EF-4F9B-9497-CC4817D50753}" srcOrd="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35B4C89-B827-4931-A9BE-84BB1C5D4865}" type="doc">
      <dgm:prSet loTypeId="urn:microsoft.com/office/officeart/2005/8/layout/default" loCatId="list" qsTypeId="urn:microsoft.com/office/officeart/2005/8/quickstyle/simple1" qsCatId="simple" csTypeId="urn:microsoft.com/office/officeart/2005/8/colors/accent1_2" csCatId="accent1" phldr="1"/>
      <dgm:spPr>
        <a:scene3d>
          <a:camera prst="orthographicFront">
            <a:rot lat="0" lon="0" rev="0"/>
          </a:camera>
          <a:lightRig rig="glow" dir="t">
            <a:rot lat="0" lon="0" rev="4800000"/>
          </a:lightRig>
        </a:scene3d>
      </dgm:spPr>
      <dgm:t>
        <a:bodyPr/>
        <a:lstStyle/>
        <a:p>
          <a:endParaRPr lang="fr-FR"/>
        </a:p>
      </dgm:t>
    </dgm:pt>
    <dgm:pt modelId="{30894A20-BC78-4E63-ACFA-9970CBE5D134}">
      <dgm:prSet phldrT="[Texte]"/>
      <dgm:spPr>
        <a:ln>
          <a:noFill/>
        </a:ln>
        <a:effectLst>
          <a:outerShdw blurRad="190500" dist="228600" dir="2700000" algn="ctr">
            <a:srgbClr val="000000">
              <a:alpha val="30000"/>
            </a:srgbClr>
          </a:outerShdw>
          <a:reflection blurRad="6350" stA="50000" endA="295" endPos="92000" dist="101600" dir="5400000" sy="-100000" algn="bl" rotWithShape="0"/>
        </a:effectLst>
        <a:scene3d>
          <a:camera prst="orthographicFront">
            <a:rot lat="0" lon="0" rev="0"/>
          </a:camera>
          <a:lightRig rig="glow" dir="t">
            <a:rot lat="0" lon="0" rev="4800000"/>
          </a:lightRig>
        </a:scene3d>
        <a:sp3d prstMaterial="matte">
          <a:bevelT w="127000" h="63500"/>
        </a:sp3d>
      </dgm:spPr>
      <dgm:t>
        <a:bodyPr/>
        <a:lstStyle/>
        <a:p>
          <a:r>
            <a:rPr lang="fr-FR" dirty="0"/>
            <a:t>Etiopathogénie</a:t>
          </a:r>
        </a:p>
      </dgm:t>
    </dgm:pt>
    <dgm:pt modelId="{832D9BEE-F88E-45E4-8A53-795B2E4901E8}" type="parTrans" cxnId="{2B84812E-FC89-454A-8687-08485D78381F}">
      <dgm:prSet/>
      <dgm:spPr/>
      <dgm:t>
        <a:bodyPr/>
        <a:lstStyle/>
        <a:p>
          <a:endParaRPr lang="fr-FR"/>
        </a:p>
      </dgm:t>
    </dgm:pt>
    <dgm:pt modelId="{50A03D93-43EF-47B5-A382-4AA8D71CA56A}" type="sibTrans" cxnId="{2B84812E-FC89-454A-8687-08485D78381F}">
      <dgm:prSet/>
      <dgm:spPr/>
      <dgm:t>
        <a:bodyPr/>
        <a:lstStyle/>
        <a:p>
          <a:endParaRPr lang="fr-FR"/>
        </a:p>
      </dgm:t>
    </dgm:pt>
    <dgm:pt modelId="{3B14B07F-AAAE-489C-8349-864D1BE259F2}" type="pres">
      <dgm:prSet presAssocID="{F35B4C89-B827-4931-A9BE-84BB1C5D4865}" presName="diagram" presStyleCnt="0">
        <dgm:presLayoutVars>
          <dgm:dir/>
          <dgm:resizeHandles val="exact"/>
        </dgm:presLayoutVars>
      </dgm:prSet>
      <dgm:spPr/>
    </dgm:pt>
    <dgm:pt modelId="{3598CD35-B7EF-4F9B-9497-CC4817D50753}" type="pres">
      <dgm:prSet presAssocID="{30894A20-BC78-4E63-ACFA-9970CBE5D134}" presName="node" presStyleLbl="node1" presStyleIdx="0" presStyleCnt="1" custScaleX="411675" custLinFactY="42714" custLinFactNeighborX="-269" custLinFactNeighborY="100000">
        <dgm:presLayoutVars>
          <dgm:bulletEnabled val="1"/>
        </dgm:presLayoutVars>
      </dgm:prSet>
      <dgm:spPr/>
    </dgm:pt>
  </dgm:ptLst>
  <dgm:cxnLst>
    <dgm:cxn modelId="{F5577716-5123-43BE-99A9-645F14E06F22}" type="presOf" srcId="{F35B4C89-B827-4931-A9BE-84BB1C5D4865}" destId="{3B14B07F-AAAE-489C-8349-864D1BE259F2}" srcOrd="0" destOrd="0" presId="urn:microsoft.com/office/officeart/2005/8/layout/default"/>
    <dgm:cxn modelId="{2B84812E-FC89-454A-8687-08485D78381F}" srcId="{F35B4C89-B827-4931-A9BE-84BB1C5D4865}" destId="{30894A20-BC78-4E63-ACFA-9970CBE5D134}" srcOrd="0" destOrd="0" parTransId="{832D9BEE-F88E-45E4-8A53-795B2E4901E8}" sibTransId="{50A03D93-43EF-47B5-A382-4AA8D71CA56A}"/>
    <dgm:cxn modelId="{E4A698DD-43D8-4AEE-9D05-52466DBDC778}" type="presOf" srcId="{30894A20-BC78-4E63-ACFA-9970CBE5D134}" destId="{3598CD35-B7EF-4F9B-9497-CC4817D50753}" srcOrd="0" destOrd="0" presId="urn:microsoft.com/office/officeart/2005/8/layout/default"/>
    <dgm:cxn modelId="{5E4FDE24-2B8D-47CE-93E2-B3DE33101C78}" type="presParOf" srcId="{3B14B07F-AAAE-489C-8349-864D1BE259F2}" destId="{3598CD35-B7EF-4F9B-9497-CC4817D50753}" srcOrd="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F35B4C89-B827-4931-A9BE-84BB1C5D4865}" type="doc">
      <dgm:prSet loTypeId="urn:microsoft.com/office/officeart/2005/8/layout/default" loCatId="list" qsTypeId="urn:microsoft.com/office/officeart/2005/8/quickstyle/simple1" qsCatId="simple" csTypeId="urn:microsoft.com/office/officeart/2005/8/colors/accent1_2" csCatId="accent1" phldr="1"/>
      <dgm:spPr>
        <a:scene3d>
          <a:camera prst="orthographicFront">
            <a:rot lat="0" lon="0" rev="0"/>
          </a:camera>
          <a:lightRig rig="glow" dir="t">
            <a:rot lat="0" lon="0" rev="4800000"/>
          </a:lightRig>
        </a:scene3d>
      </dgm:spPr>
      <dgm:t>
        <a:bodyPr/>
        <a:lstStyle/>
        <a:p>
          <a:endParaRPr lang="fr-FR"/>
        </a:p>
      </dgm:t>
    </dgm:pt>
    <dgm:pt modelId="{30894A20-BC78-4E63-ACFA-9970CBE5D134}">
      <dgm:prSet phldrT="[Texte]"/>
      <dgm:spPr>
        <a:ln>
          <a:noFill/>
        </a:ln>
        <a:effectLst>
          <a:outerShdw blurRad="190500" dist="228600" dir="2700000" algn="ctr">
            <a:srgbClr val="000000">
              <a:alpha val="30000"/>
            </a:srgbClr>
          </a:outerShdw>
          <a:reflection blurRad="6350" stA="50000" endA="295" endPos="92000" dist="101600" dir="5400000" sy="-100000" algn="bl" rotWithShape="0"/>
        </a:effectLst>
        <a:scene3d>
          <a:camera prst="orthographicFront">
            <a:rot lat="0" lon="0" rev="0"/>
          </a:camera>
          <a:lightRig rig="glow" dir="t">
            <a:rot lat="0" lon="0" rev="4800000"/>
          </a:lightRig>
        </a:scene3d>
        <a:sp3d prstMaterial="matte">
          <a:bevelT w="127000" h="63500"/>
        </a:sp3d>
      </dgm:spPr>
      <dgm:t>
        <a:bodyPr/>
        <a:lstStyle/>
        <a:p>
          <a:r>
            <a:rPr lang="fr-FR" dirty="0"/>
            <a:t>Etiopathogénie</a:t>
          </a:r>
        </a:p>
      </dgm:t>
    </dgm:pt>
    <dgm:pt modelId="{832D9BEE-F88E-45E4-8A53-795B2E4901E8}" type="parTrans" cxnId="{2B84812E-FC89-454A-8687-08485D78381F}">
      <dgm:prSet/>
      <dgm:spPr/>
      <dgm:t>
        <a:bodyPr/>
        <a:lstStyle/>
        <a:p>
          <a:endParaRPr lang="fr-FR"/>
        </a:p>
      </dgm:t>
    </dgm:pt>
    <dgm:pt modelId="{50A03D93-43EF-47B5-A382-4AA8D71CA56A}" type="sibTrans" cxnId="{2B84812E-FC89-454A-8687-08485D78381F}">
      <dgm:prSet/>
      <dgm:spPr/>
      <dgm:t>
        <a:bodyPr/>
        <a:lstStyle/>
        <a:p>
          <a:endParaRPr lang="fr-FR"/>
        </a:p>
      </dgm:t>
    </dgm:pt>
    <dgm:pt modelId="{3B14B07F-AAAE-489C-8349-864D1BE259F2}" type="pres">
      <dgm:prSet presAssocID="{F35B4C89-B827-4931-A9BE-84BB1C5D4865}" presName="diagram" presStyleCnt="0">
        <dgm:presLayoutVars>
          <dgm:dir/>
          <dgm:resizeHandles val="exact"/>
        </dgm:presLayoutVars>
      </dgm:prSet>
      <dgm:spPr/>
    </dgm:pt>
    <dgm:pt modelId="{3598CD35-B7EF-4F9B-9497-CC4817D50753}" type="pres">
      <dgm:prSet presAssocID="{30894A20-BC78-4E63-ACFA-9970CBE5D134}" presName="node" presStyleLbl="node1" presStyleIdx="0" presStyleCnt="1" custScaleX="411675" custLinFactY="42714" custLinFactNeighborX="-269" custLinFactNeighborY="100000">
        <dgm:presLayoutVars>
          <dgm:bulletEnabled val="1"/>
        </dgm:presLayoutVars>
      </dgm:prSet>
      <dgm:spPr/>
    </dgm:pt>
  </dgm:ptLst>
  <dgm:cxnLst>
    <dgm:cxn modelId="{99131B1B-4E80-4BBC-ADE5-851A54408619}" type="presOf" srcId="{30894A20-BC78-4E63-ACFA-9970CBE5D134}" destId="{3598CD35-B7EF-4F9B-9497-CC4817D50753}" srcOrd="0" destOrd="0" presId="urn:microsoft.com/office/officeart/2005/8/layout/default"/>
    <dgm:cxn modelId="{2B84812E-FC89-454A-8687-08485D78381F}" srcId="{F35B4C89-B827-4931-A9BE-84BB1C5D4865}" destId="{30894A20-BC78-4E63-ACFA-9970CBE5D134}" srcOrd="0" destOrd="0" parTransId="{832D9BEE-F88E-45E4-8A53-795B2E4901E8}" sibTransId="{50A03D93-43EF-47B5-A382-4AA8D71CA56A}"/>
    <dgm:cxn modelId="{EC0502BE-D075-41DF-BCD6-C8E7E813101A}" type="presOf" srcId="{F35B4C89-B827-4931-A9BE-84BB1C5D4865}" destId="{3B14B07F-AAAE-489C-8349-864D1BE259F2}" srcOrd="0" destOrd="0" presId="urn:microsoft.com/office/officeart/2005/8/layout/default"/>
    <dgm:cxn modelId="{D0E7A84A-BADD-4953-BA22-584180F60342}" type="presParOf" srcId="{3B14B07F-AAAE-489C-8349-864D1BE259F2}" destId="{3598CD35-B7EF-4F9B-9497-CC4817D50753}" srcOrd="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F35B4C89-B827-4931-A9BE-84BB1C5D4865}" type="doc">
      <dgm:prSet loTypeId="urn:microsoft.com/office/officeart/2005/8/layout/default" loCatId="list" qsTypeId="urn:microsoft.com/office/officeart/2005/8/quickstyle/simple1" qsCatId="simple" csTypeId="urn:microsoft.com/office/officeart/2005/8/colors/accent1_2" csCatId="accent1" phldr="1"/>
      <dgm:spPr>
        <a:scene3d>
          <a:camera prst="orthographicFront">
            <a:rot lat="0" lon="0" rev="0"/>
          </a:camera>
          <a:lightRig rig="glow" dir="t">
            <a:rot lat="0" lon="0" rev="4800000"/>
          </a:lightRig>
        </a:scene3d>
      </dgm:spPr>
      <dgm:t>
        <a:bodyPr/>
        <a:lstStyle/>
        <a:p>
          <a:endParaRPr lang="fr-FR"/>
        </a:p>
      </dgm:t>
    </dgm:pt>
    <dgm:pt modelId="{30894A20-BC78-4E63-ACFA-9970CBE5D134}">
      <dgm:prSet phldrT="[Texte]"/>
      <dgm:spPr>
        <a:ln>
          <a:noFill/>
        </a:ln>
        <a:effectLst>
          <a:outerShdw blurRad="190500" dist="228600" dir="2700000" algn="ctr">
            <a:srgbClr val="000000">
              <a:alpha val="30000"/>
            </a:srgbClr>
          </a:outerShdw>
          <a:reflection blurRad="6350" stA="50000" endA="295" endPos="92000" dist="101600" dir="5400000" sy="-100000" algn="bl" rotWithShape="0"/>
        </a:effectLst>
        <a:scene3d>
          <a:camera prst="orthographicFront">
            <a:rot lat="0" lon="0" rev="0"/>
          </a:camera>
          <a:lightRig rig="glow" dir="t">
            <a:rot lat="0" lon="0" rev="4800000"/>
          </a:lightRig>
        </a:scene3d>
        <a:sp3d prstMaterial="matte">
          <a:bevelT w="127000" h="63500"/>
        </a:sp3d>
      </dgm:spPr>
      <dgm:t>
        <a:bodyPr/>
        <a:lstStyle/>
        <a:p>
          <a:r>
            <a:rPr lang="fr-FR" dirty="0"/>
            <a:t>Etiopathogénie</a:t>
          </a:r>
        </a:p>
      </dgm:t>
    </dgm:pt>
    <dgm:pt modelId="{832D9BEE-F88E-45E4-8A53-795B2E4901E8}" type="parTrans" cxnId="{2B84812E-FC89-454A-8687-08485D78381F}">
      <dgm:prSet/>
      <dgm:spPr/>
      <dgm:t>
        <a:bodyPr/>
        <a:lstStyle/>
        <a:p>
          <a:endParaRPr lang="fr-FR"/>
        </a:p>
      </dgm:t>
    </dgm:pt>
    <dgm:pt modelId="{50A03D93-43EF-47B5-A382-4AA8D71CA56A}" type="sibTrans" cxnId="{2B84812E-FC89-454A-8687-08485D78381F}">
      <dgm:prSet/>
      <dgm:spPr/>
      <dgm:t>
        <a:bodyPr/>
        <a:lstStyle/>
        <a:p>
          <a:endParaRPr lang="fr-FR"/>
        </a:p>
      </dgm:t>
    </dgm:pt>
    <dgm:pt modelId="{3B14B07F-AAAE-489C-8349-864D1BE259F2}" type="pres">
      <dgm:prSet presAssocID="{F35B4C89-B827-4931-A9BE-84BB1C5D4865}" presName="diagram" presStyleCnt="0">
        <dgm:presLayoutVars>
          <dgm:dir/>
          <dgm:resizeHandles val="exact"/>
        </dgm:presLayoutVars>
      </dgm:prSet>
      <dgm:spPr/>
    </dgm:pt>
    <dgm:pt modelId="{3598CD35-B7EF-4F9B-9497-CC4817D50753}" type="pres">
      <dgm:prSet presAssocID="{30894A20-BC78-4E63-ACFA-9970CBE5D134}" presName="node" presStyleLbl="node1" presStyleIdx="0" presStyleCnt="1" custScaleX="411675" custLinFactY="42714" custLinFactNeighborX="-269" custLinFactNeighborY="100000">
        <dgm:presLayoutVars>
          <dgm:bulletEnabled val="1"/>
        </dgm:presLayoutVars>
      </dgm:prSet>
      <dgm:spPr/>
    </dgm:pt>
  </dgm:ptLst>
  <dgm:cxnLst>
    <dgm:cxn modelId="{2B84812E-FC89-454A-8687-08485D78381F}" srcId="{F35B4C89-B827-4931-A9BE-84BB1C5D4865}" destId="{30894A20-BC78-4E63-ACFA-9970CBE5D134}" srcOrd="0" destOrd="0" parTransId="{832D9BEE-F88E-45E4-8A53-795B2E4901E8}" sibTransId="{50A03D93-43EF-47B5-A382-4AA8D71CA56A}"/>
    <dgm:cxn modelId="{49BBFDAF-7630-406D-94A1-B2C2121B5FCC}" type="presOf" srcId="{30894A20-BC78-4E63-ACFA-9970CBE5D134}" destId="{3598CD35-B7EF-4F9B-9497-CC4817D50753}" srcOrd="0" destOrd="0" presId="urn:microsoft.com/office/officeart/2005/8/layout/default"/>
    <dgm:cxn modelId="{AFFF4AB1-3DF5-4555-8D0E-C448571B4AEF}" type="presOf" srcId="{F35B4C89-B827-4931-A9BE-84BB1C5D4865}" destId="{3B14B07F-AAAE-489C-8349-864D1BE259F2}" srcOrd="0" destOrd="0" presId="urn:microsoft.com/office/officeart/2005/8/layout/default"/>
    <dgm:cxn modelId="{34479CB7-DDBF-4B49-994D-74D80D780C31}" type="presParOf" srcId="{3B14B07F-AAAE-489C-8349-864D1BE259F2}" destId="{3598CD35-B7EF-4F9B-9497-CC4817D50753}" srcOrd="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F35B4C89-B827-4931-A9BE-84BB1C5D4865}" type="doc">
      <dgm:prSet loTypeId="urn:microsoft.com/office/officeart/2005/8/layout/default" loCatId="list" qsTypeId="urn:microsoft.com/office/officeart/2005/8/quickstyle/simple1" qsCatId="simple" csTypeId="urn:microsoft.com/office/officeart/2005/8/colors/accent1_2" csCatId="accent1" phldr="1"/>
      <dgm:spPr>
        <a:scene3d>
          <a:camera prst="orthographicFront">
            <a:rot lat="0" lon="0" rev="0"/>
          </a:camera>
          <a:lightRig rig="glow" dir="t">
            <a:rot lat="0" lon="0" rev="4800000"/>
          </a:lightRig>
        </a:scene3d>
      </dgm:spPr>
      <dgm:t>
        <a:bodyPr/>
        <a:lstStyle/>
        <a:p>
          <a:endParaRPr lang="fr-FR"/>
        </a:p>
      </dgm:t>
    </dgm:pt>
    <dgm:pt modelId="{30894A20-BC78-4E63-ACFA-9970CBE5D134}">
      <dgm:prSet phldrT="[Texte]"/>
      <dgm:spPr>
        <a:ln>
          <a:noFill/>
        </a:ln>
        <a:effectLst>
          <a:outerShdw blurRad="190500" dist="228600" dir="2700000" algn="ctr">
            <a:srgbClr val="000000">
              <a:alpha val="30000"/>
            </a:srgbClr>
          </a:outerShdw>
          <a:reflection blurRad="6350" stA="50000" endA="295" endPos="92000" dist="101600" dir="5400000" sy="-100000" algn="bl" rotWithShape="0"/>
        </a:effectLst>
        <a:scene3d>
          <a:camera prst="orthographicFront">
            <a:rot lat="0" lon="0" rev="0"/>
          </a:camera>
          <a:lightRig rig="glow" dir="t">
            <a:rot lat="0" lon="0" rev="4800000"/>
          </a:lightRig>
        </a:scene3d>
        <a:sp3d prstMaterial="matte">
          <a:bevelT w="127000" h="63500"/>
        </a:sp3d>
      </dgm:spPr>
      <dgm:t>
        <a:bodyPr/>
        <a:lstStyle/>
        <a:p>
          <a:r>
            <a:rPr lang="fr-FR" dirty="0"/>
            <a:t>Etiopathogénie</a:t>
          </a:r>
        </a:p>
      </dgm:t>
    </dgm:pt>
    <dgm:pt modelId="{832D9BEE-F88E-45E4-8A53-795B2E4901E8}" type="parTrans" cxnId="{2B84812E-FC89-454A-8687-08485D78381F}">
      <dgm:prSet/>
      <dgm:spPr/>
      <dgm:t>
        <a:bodyPr/>
        <a:lstStyle/>
        <a:p>
          <a:endParaRPr lang="fr-FR"/>
        </a:p>
      </dgm:t>
    </dgm:pt>
    <dgm:pt modelId="{50A03D93-43EF-47B5-A382-4AA8D71CA56A}" type="sibTrans" cxnId="{2B84812E-FC89-454A-8687-08485D78381F}">
      <dgm:prSet/>
      <dgm:spPr/>
      <dgm:t>
        <a:bodyPr/>
        <a:lstStyle/>
        <a:p>
          <a:endParaRPr lang="fr-FR"/>
        </a:p>
      </dgm:t>
    </dgm:pt>
    <dgm:pt modelId="{3B14B07F-AAAE-489C-8349-864D1BE259F2}" type="pres">
      <dgm:prSet presAssocID="{F35B4C89-B827-4931-A9BE-84BB1C5D4865}" presName="diagram" presStyleCnt="0">
        <dgm:presLayoutVars>
          <dgm:dir/>
          <dgm:resizeHandles val="exact"/>
        </dgm:presLayoutVars>
      </dgm:prSet>
      <dgm:spPr/>
    </dgm:pt>
    <dgm:pt modelId="{3598CD35-B7EF-4F9B-9497-CC4817D50753}" type="pres">
      <dgm:prSet presAssocID="{30894A20-BC78-4E63-ACFA-9970CBE5D134}" presName="node" presStyleLbl="node1" presStyleIdx="0" presStyleCnt="1" custScaleX="411675" custLinFactY="42714" custLinFactNeighborX="-269" custLinFactNeighborY="100000">
        <dgm:presLayoutVars>
          <dgm:bulletEnabled val="1"/>
        </dgm:presLayoutVars>
      </dgm:prSet>
      <dgm:spPr/>
    </dgm:pt>
  </dgm:ptLst>
  <dgm:cxnLst>
    <dgm:cxn modelId="{2B84812E-FC89-454A-8687-08485D78381F}" srcId="{F35B4C89-B827-4931-A9BE-84BB1C5D4865}" destId="{30894A20-BC78-4E63-ACFA-9970CBE5D134}" srcOrd="0" destOrd="0" parTransId="{832D9BEE-F88E-45E4-8A53-795B2E4901E8}" sibTransId="{50A03D93-43EF-47B5-A382-4AA8D71CA56A}"/>
    <dgm:cxn modelId="{37D78C32-229A-48CE-9E0A-7EE320205440}" type="presOf" srcId="{F35B4C89-B827-4931-A9BE-84BB1C5D4865}" destId="{3B14B07F-AAAE-489C-8349-864D1BE259F2}" srcOrd="0" destOrd="0" presId="urn:microsoft.com/office/officeart/2005/8/layout/default"/>
    <dgm:cxn modelId="{D95E8EDB-2E0A-44EA-863F-C37E6248D82D}" type="presOf" srcId="{30894A20-BC78-4E63-ACFA-9970CBE5D134}" destId="{3598CD35-B7EF-4F9B-9497-CC4817D50753}" srcOrd="0" destOrd="0" presId="urn:microsoft.com/office/officeart/2005/8/layout/default"/>
    <dgm:cxn modelId="{7BFB74CE-E8DB-4701-8CF9-7644108F0D0E}" type="presParOf" srcId="{3B14B07F-AAAE-489C-8349-864D1BE259F2}" destId="{3598CD35-B7EF-4F9B-9497-CC4817D50753}" srcOrd="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F35B4C89-B827-4931-A9BE-84BB1C5D4865}" type="doc">
      <dgm:prSet loTypeId="urn:microsoft.com/office/officeart/2005/8/layout/default" loCatId="list" qsTypeId="urn:microsoft.com/office/officeart/2005/8/quickstyle/simple1" qsCatId="simple" csTypeId="urn:microsoft.com/office/officeart/2005/8/colors/accent1_2" csCatId="accent1" phldr="1"/>
      <dgm:spPr>
        <a:scene3d>
          <a:camera prst="orthographicFront">
            <a:rot lat="0" lon="0" rev="0"/>
          </a:camera>
          <a:lightRig rig="glow" dir="t">
            <a:rot lat="0" lon="0" rev="4800000"/>
          </a:lightRig>
        </a:scene3d>
      </dgm:spPr>
      <dgm:t>
        <a:bodyPr/>
        <a:lstStyle/>
        <a:p>
          <a:endParaRPr lang="fr-FR"/>
        </a:p>
      </dgm:t>
    </dgm:pt>
    <dgm:pt modelId="{30894A20-BC78-4E63-ACFA-9970CBE5D134}">
      <dgm:prSet phldrT="[Texte]"/>
      <dgm:spPr>
        <a:ln>
          <a:noFill/>
        </a:ln>
        <a:effectLst>
          <a:outerShdw blurRad="190500" dist="228600" dir="2700000" algn="ctr">
            <a:srgbClr val="000000">
              <a:alpha val="30000"/>
            </a:srgbClr>
          </a:outerShdw>
          <a:reflection blurRad="6350" stA="50000" endA="295" endPos="92000" dist="101600" dir="5400000" sy="-100000" algn="bl" rotWithShape="0"/>
        </a:effectLst>
        <a:scene3d>
          <a:camera prst="orthographicFront">
            <a:rot lat="0" lon="0" rev="0"/>
          </a:camera>
          <a:lightRig rig="glow" dir="t">
            <a:rot lat="0" lon="0" rev="4800000"/>
          </a:lightRig>
        </a:scene3d>
        <a:sp3d prstMaterial="matte">
          <a:bevelT w="127000" h="63500"/>
        </a:sp3d>
      </dgm:spPr>
      <dgm:t>
        <a:bodyPr/>
        <a:lstStyle/>
        <a:p>
          <a:r>
            <a:rPr lang="fr-FR" dirty="0"/>
            <a:t>Etiopathogénie</a:t>
          </a:r>
        </a:p>
      </dgm:t>
    </dgm:pt>
    <dgm:pt modelId="{832D9BEE-F88E-45E4-8A53-795B2E4901E8}" type="parTrans" cxnId="{2B84812E-FC89-454A-8687-08485D78381F}">
      <dgm:prSet/>
      <dgm:spPr/>
      <dgm:t>
        <a:bodyPr/>
        <a:lstStyle/>
        <a:p>
          <a:endParaRPr lang="fr-FR"/>
        </a:p>
      </dgm:t>
    </dgm:pt>
    <dgm:pt modelId="{50A03D93-43EF-47B5-A382-4AA8D71CA56A}" type="sibTrans" cxnId="{2B84812E-FC89-454A-8687-08485D78381F}">
      <dgm:prSet/>
      <dgm:spPr/>
      <dgm:t>
        <a:bodyPr/>
        <a:lstStyle/>
        <a:p>
          <a:endParaRPr lang="fr-FR"/>
        </a:p>
      </dgm:t>
    </dgm:pt>
    <dgm:pt modelId="{3B14B07F-AAAE-489C-8349-864D1BE259F2}" type="pres">
      <dgm:prSet presAssocID="{F35B4C89-B827-4931-A9BE-84BB1C5D4865}" presName="diagram" presStyleCnt="0">
        <dgm:presLayoutVars>
          <dgm:dir/>
          <dgm:resizeHandles val="exact"/>
        </dgm:presLayoutVars>
      </dgm:prSet>
      <dgm:spPr/>
    </dgm:pt>
    <dgm:pt modelId="{3598CD35-B7EF-4F9B-9497-CC4817D50753}" type="pres">
      <dgm:prSet presAssocID="{30894A20-BC78-4E63-ACFA-9970CBE5D134}" presName="node" presStyleLbl="node1" presStyleIdx="0" presStyleCnt="1" custScaleX="411675" custLinFactY="42714" custLinFactNeighborX="-269" custLinFactNeighborY="100000">
        <dgm:presLayoutVars>
          <dgm:bulletEnabled val="1"/>
        </dgm:presLayoutVars>
      </dgm:prSet>
      <dgm:spPr/>
    </dgm:pt>
  </dgm:ptLst>
  <dgm:cxnLst>
    <dgm:cxn modelId="{2B84812E-FC89-454A-8687-08485D78381F}" srcId="{F35B4C89-B827-4931-A9BE-84BB1C5D4865}" destId="{30894A20-BC78-4E63-ACFA-9970CBE5D134}" srcOrd="0" destOrd="0" parTransId="{832D9BEE-F88E-45E4-8A53-795B2E4901E8}" sibTransId="{50A03D93-43EF-47B5-A382-4AA8D71CA56A}"/>
    <dgm:cxn modelId="{17A91CA1-441C-4503-BFEB-ED26293F3C89}" type="presOf" srcId="{F35B4C89-B827-4931-A9BE-84BB1C5D4865}" destId="{3B14B07F-AAAE-489C-8349-864D1BE259F2}" srcOrd="0" destOrd="0" presId="urn:microsoft.com/office/officeart/2005/8/layout/default"/>
    <dgm:cxn modelId="{70F3B3F1-70C1-41BA-8DB8-2B7C2DDA5AE5}" type="presOf" srcId="{30894A20-BC78-4E63-ACFA-9970CBE5D134}" destId="{3598CD35-B7EF-4F9B-9497-CC4817D50753}" srcOrd="0" destOrd="0" presId="urn:microsoft.com/office/officeart/2005/8/layout/default"/>
    <dgm:cxn modelId="{DCA5C5C5-EC1E-4ECA-A900-B60808E359E9}" type="presParOf" srcId="{3B14B07F-AAAE-489C-8349-864D1BE259F2}" destId="{3598CD35-B7EF-4F9B-9497-CC4817D50753}" srcOrd="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F35B4C89-B827-4931-A9BE-84BB1C5D4865}" type="doc">
      <dgm:prSet loTypeId="urn:microsoft.com/office/officeart/2005/8/layout/default" loCatId="list" qsTypeId="urn:microsoft.com/office/officeart/2005/8/quickstyle/simple1" qsCatId="simple" csTypeId="urn:microsoft.com/office/officeart/2005/8/colors/accent1_2" csCatId="accent1" phldr="1"/>
      <dgm:spPr>
        <a:scene3d>
          <a:camera prst="orthographicFront">
            <a:rot lat="0" lon="0" rev="0"/>
          </a:camera>
          <a:lightRig rig="glow" dir="t">
            <a:rot lat="0" lon="0" rev="4800000"/>
          </a:lightRig>
        </a:scene3d>
      </dgm:spPr>
      <dgm:t>
        <a:bodyPr/>
        <a:lstStyle/>
        <a:p>
          <a:endParaRPr lang="fr-FR"/>
        </a:p>
      </dgm:t>
    </dgm:pt>
    <dgm:pt modelId="{30894A20-BC78-4E63-ACFA-9970CBE5D134}">
      <dgm:prSet phldrT="[Texte]"/>
      <dgm:spPr>
        <a:ln>
          <a:noFill/>
        </a:ln>
        <a:effectLst>
          <a:outerShdw blurRad="190500" dist="228600" dir="2700000" algn="ctr">
            <a:srgbClr val="000000">
              <a:alpha val="30000"/>
            </a:srgbClr>
          </a:outerShdw>
          <a:reflection blurRad="6350" stA="50000" endA="295" endPos="92000" dist="101600" dir="5400000" sy="-100000" algn="bl" rotWithShape="0"/>
        </a:effectLst>
        <a:scene3d>
          <a:camera prst="orthographicFront">
            <a:rot lat="0" lon="0" rev="0"/>
          </a:camera>
          <a:lightRig rig="glow" dir="t">
            <a:rot lat="0" lon="0" rev="4800000"/>
          </a:lightRig>
        </a:scene3d>
        <a:sp3d prstMaterial="matte">
          <a:bevelT w="127000" h="63500"/>
        </a:sp3d>
      </dgm:spPr>
      <dgm:t>
        <a:bodyPr/>
        <a:lstStyle/>
        <a:p>
          <a:r>
            <a:rPr lang="fr-FR" dirty="0"/>
            <a:t>Etiopathogénie</a:t>
          </a:r>
        </a:p>
      </dgm:t>
    </dgm:pt>
    <dgm:pt modelId="{832D9BEE-F88E-45E4-8A53-795B2E4901E8}" type="parTrans" cxnId="{2B84812E-FC89-454A-8687-08485D78381F}">
      <dgm:prSet/>
      <dgm:spPr/>
      <dgm:t>
        <a:bodyPr/>
        <a:lstStyle/>
        <a:p>
          <a:endParaRPr lang="fr-FR"/>
        </a:p>
      </dgm:t>
    </dgm:pt>
    <dgm:pt modelId="{50A03D93-43EF-47B5-A382-4AA8D71CA56A}" type="sibTrans" cxnId="{2B84812E-FC89-454A-8687-08485D78381F}">
      <dgm:prSet/>
      <dgm:spPr/>
      <dgm:t>
        <a:bodyPr/>
        <a:lstStyle/>
        <a:p>
          <a:endParaRPr lang="fr-FR"/>
        </a:p>
      </dgm:t>
    </dgm:pt>
    <dgm:pt modelId="{3B14B07F-AAAE-489C-8349-864D1BE259F2}" type="pres">
      <dgm:prSet presAssocID="{F35B4C89-B827-4931-A9BE-84BB1C5D4865}" presName="diagram" presStyleCnt="0">
        <dgm:presLayoutVars>
          <dgm:dir/>
          <dgm:resizeHandles val="exact"/>
        </dgm:presLayoutVars>
      </dgm:prSet>
      <dgm:spPr/>
    </dgm:pt>
    <dgm:pt modelId="{3598CD35-B7EF-4F9B-9497-CC4817D50753}" type="pres">
      <dgm:prSet presAssocID="{30894A20-BC78-4E63-ACFA-9970CBE5D134}" presName="node" presStyleLbl="node1" presStyleIdx="0" presStyleCnt="1" custScaleX="411675" custLinFactY="42714" custLinFactNeighborX="-269" custLinFactNeighborY="100000">
        <dgm:presLayoutVars>
          <dgm:bulletEnabled val="1"/>
        </dgm:presLayoutVars>
      </dgm:prSet>
      <dgm:spPr/>
    </dgm:pt>
  </dgm:ptLst>
  <dgm:cxnLst>
    <dgm:cxn modelId="{2B84812E-FC89-454A-8687-08485D78381F}" srcId="{F35B4C89-B827-4931-A9BE-84BB1C5D4865}" destId="{30894A20-BC78-4E63-ACFA-9970CBE5D134}" srcOrd="0" destOrd="0" parTransId="{832D9BEE-F88E-45E4-8A53-795B2E4901E8}" sibTransId="{50A03D93-43EF-47B5-A382-4AA8D71CA56A}"/>
    <dgm:cxn modelId="{F079CA61-96C1-409B-92C4-DE32A7ADB5CF}" type="presOf" srcId="{F35B4C89-B827-4931-A9BE-84BB1C5D4865}" destId="{3B14B07F-AAAE-489C-8349-864D1BE259F2}" srcOrd="0" destOrd="0" presId="urn:microsoft.com/office/officeart/2005/8/layout/default"/>
    <dgm:cxn modelId="{FB55579F-E0A1-481A-94AD-9EA797C43031}" type="presOf" srcId="{30894A20-BC78-4E63-ACFA-9970CBE5D134}" destId="{3598CD35-B7EF-4F9B-9497-CC4817D50753}" srcOrd="0" destOrd="0" presId="urn:microsoft.com/office/officeart/2005/8/layout/default"/>
    <dgm:cxn modelId="{0FB434CA-CA93-43A7-B610-02DC0E2B3AC8}" type="presParOf" srcId="{3B14B07F-AAAE-489C-8349-864D1BE259F2}" destId="{3598CD35-B7EF-4F9B-9497-CC4817D50753}" srcOrd="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22CBF094-2FC1-43D1-8539-80E119816D91}" type="doc">
      <dgm:prSet loTypeId="urn:microsoft.com/office/officeart/2005/8/layout/default" loCatId="list" qsTypeId="urn:microsoft.com/office/officeart/2005/8/quickstyle/3d7" qsCatId="3D" csTypeId="urn:microsoft.com/office/officeart/2005/8/colors/accent1_2" csCatId="accent1" phldr="1"/>
      <dgm:spPr/>
      <dgm:t>
        <a:bodyPr/>
        <a:lstStyle/>
        <a:p>
          <a:endParaRPr lang="fr-FR"/>
        </a:p>
      </dgm:t>
    </dgm:pt>
    <dgm:pt modelId="{5308F6B5-BAEF-43EF-9B6D-7CABAD00712C}">
      <dgm:prSet phldrT="[Texte]">
        <dgm:style>
          <a:lnRef idx="1">
            <a:schemeClr val="accent6"/>
          </a:lnRef>
          <a:fillRef idx="2">
            <a:schemeClr val="accent6"/>
          </a:fillRef>
          <a:effectRef idx="1">
            <a:schemeClr val="accent6"/>
          </a:effectRef>
          <a:fontRef idx="minor">
            <a:schemeClr val="dk1"/>
          </a:fontRef>
        </dgm:style>
      </dgm:prSet>
      <dgm:spPr/>
      <dgm:t>
        <a:bodyPr/>
        <a:lstStyle/>
        <a:p>
          <a:r>
            <a:rPr lang="fr-FR" dirty="0"/>
            <a:t>Diagnostic</a:t>
          </a:r>
        </a:p>
      </dgm:t>
    </dgm:pt>
    <dgm:pt modelId="{85887107-A40B-459F-8A30-D2A15B918BFF}" type="parTrans" cxnId="{F1201F81-A6A0-494A-8793-66995819D4B4}">
      <dgm:prSet/>
      <dgm:spPr/>
      <dgm:t>
        <a:bodyPr/>
        <a:lstStyle/>
        <a:p>
          <a:endParaRPr lang="fr-FR"/>
        </a:p>
      </dgm:t>
    </dgm:pt>
    <dgm:pt modelId="{93FF5D06-0E2D-4C7E-A209-42520DDB3D00}" type="sibTrans" cxnId="{F1201F81-A6A0-494A-8793-66995819D4B4}">
      <dgm:prSet/>
      <dgm:spPr/>
      <dgm:t>
        <a:bodyPr/>
        <a:lstStyle/>
        <a:p>
          <a:endParaRPr lang="fr-FR"/>
        </a:p>
      </dgm:t>
    </dgm:pt>
    <dgm:pt modelId="{5BD7D57D-93A8-4C7A-8084-442A3C3ACC4C}" type="pres">
      <dgm:prSet presAssocID="{22CBF094-2FC1-43D1-8539-80E119816D91}" presName="diagram" presStyleCnt="0">
        <dgm:presLayoutVars>
          <dgm:dir/>
          <dgm:resizeHandles val="exact"/>
        </dgm:presLayoutVars>
      </dgm:prSet>
      <dgm:spPr/>
    </dgm:pt>
    <dgm:pt modelId="{C6360771-BAD7-48A8-9522-2DBE44DEBD29}" type="pres">
      <dgm:prSet presAssocID="{5308F6B5-BAEF-43EF-9B6D-7CABAD00712C}" presName="node" presStyleLbl="node1" presStyleIdx="0" presStyleCnt="1" custScaleX="490539">
        <dgm:presLayoutVars>
          <dgm:bulletEnabled val="1"/>
        </dgm:presLayoutVars>
      </dgm:prSet>
      <dgm:spPr/>
    </dgm:pt>
  </dgm:ptLst>
  <dgm:cxnLst>
    <dgm:cxn modelId="{61DC562B-AE30-4563-886B-4C2A6E5C12E4}" type="presOf" srcId="{22CBF094-2FC1-43D1-8539-80E119816D91}" destId="{5BD7D57D-93A8-4C7A-8084-442A3C3ACC4C}" srcOrd="0" destOrd="0" presId="urn:microsoft.com/office/officeart/2005/8/layout/default"/>
    <dgm:cxn modelId="{F1201F81-A6A0-494A-8793-66995819D4B4}" srcId="{22CBF094-2FC1-43D1-8539-80E119816D91}" destId="{5308F6B5-BAEF-43EF-9B6D-7CABAD00712C}" srcOrd="0" destOrd="0" parTransId="{85887107-A40B-459F-8A30-D2A15B918BFF}" sibTransId="{93FF5D06-0E2D-4C7E-A209-42520DDB3D00}"/>
    <dgm:cxn modelId="{503852F8-1B0E-47A3-8EC5-F78F730B699A}" type="presOf" srcId="{5308F6B5-BAEF-43EF-9B6D-7CABAD00712C}" destId="{C6360771-BAD7-48A8-9522-2DBE44DEBD29}" srcOrd="0" destOrd="0" presId="urn:microsoft.com/office/officeart/2005/8/layout/default"/>
    <dgm:cxn modelId="{E04A66EF-B703-4E61-BBD8-913E896C3DCA}" type="presParOf" srcId="{5BD7D57D-93A8-4C7A-8084-442A3C3ACC4C}" destId="{C6360771-BAD7-48A8-9522-2DBE44DEBD29}" srcOrd="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22CBF094-2FC1-43D1-8539-80E119816D91}" type="doc">
      <dgm:prSet loTypeId="urn:microsoft.com/office/officeart/2005/8/layout/default" loCatId="list" qsTypeId="urn:microsoft.com/office/officeart/2005/8/quickstyle/3d7" qsCatId="3D" csTypeId="urn:microsoft.com/office/officeart/2005/8/colors/accent1_2" csCatId="accent1" phldr="1"/>
      <dgm:spPr/>
      <dgm:t>
        <a:bodyPr/>
        <a:lstStyle/>
        <a:p>
          <a:endParaRPr lang="fr-FR"/>
        </a:p>
      </dgm:t>
    </dgm:pt>
    <dgm:pt modelId="{5308F6B5-BAEF-43EF-9B6D-7CABAD00712C}">
      <dgm:prSet phldrT="[Texte]">
        <dgm:style>
          <a:lnRef idx="1">
            <a:schemeClr val="accent6"/>
          </a:lnRef>
          <a:fillRef idx="2">
            <a:schemeClr val="accent6"/>
          </a:fillRef>
          <a:effectRef idx="1">
            <a:schemeClr val="accent6"/>
          </a:effectRef>
          <a:fontRef idx="minor">
            <a:schemeClr val="dk1"/>
          </a:fontRef>
        </dgm:style>
      </dgm:prSet>
      <dgm:spPr/>
      <dgm:t>
        <a:bodyPr/>
        <a:lstStyle/>
        <a:p>
          <a:r>
            <a:rPr lang="fr-FR" dirty="0"/>
            <a:t>Diagnostic</a:t>
          </a:r>
        </a:p>
      </dgm:t>
    </dgm:pt>
    <dgm:pt modelId="{85887107-A40B-459F-8A30-D2A15B918BFF}" type="parTrans" cxnId="{F1201F81-A6A0-494A-8793-66995819D4B4}">
      <dgm:prSet/>
      <dgm:spPr/>
      <dgm:t>
        <a:bodyPr/>
        <a:lstStyle/>
        <a:p>
          <a:endParaRPr lang="fr-FR"/>
        </a:p>
      </dgm:t>
    </dgm:pt>
    <dgm:pt modelId="{93FF5D06-0E2D-4C7E-A209-42520DDB3D00}" type="sibTrans" cxnId="{F1201F81-A6A0-494A-8793-66995819D4B4}">
      <dgm:prSet/>
      <dgm:spPr/>
      <dgm:t>
        <a:bodyPr/>
        <a:lstStyle/>
        <a:p>
          <a:endParaRPr lang="fr-FR"/>
        </a:p>
      </dgm:t>
    </dgm:pt>
    <dgm:pt modelId="{5BD7D57D-93A8-4C7A-8084-442A3C3ACC4C}" type="pres">
      <dgm:prSet presAssocID="{22CBF094-2FC1-43D1-8539-80E119816D91}" presName="diagram" presStyleCnt="0">
        <dgm:presLayoutVars>
          <dgm:dir/>
          <dgm:resizeHandles val="exact"/>
        </dgm:presLayoutVars>
      </dgm:prSet>
      <dgm:spPr/>
    </dgm:pt>
    <dgm:pt modelId="{C6360771-BAD7-48A8-9522-2DBE44DEBD29}" type="pres">
      <dgm:prSet presAssocID="{5308F6B5-BAEF-43EF-9B6D-7CABAD00712C}" presName="node" presStyleLbl="node1" presStyleIdx="0" presStyleCnt="1" custScaleX="490539">
        <dgm:presLayoutVars>
          <dgm:bulletEnabled val="1"/>
        </dgm:presLayoutVars>
      </dgm:prSet>
      <dgm:spPr/>
    </dgm:pt>
  </dgm:ptLst>
  <dgm:cxnLst>
    <dgm:cxn modelId="{0A0B9C25-A87C-46FC-BA65-608849993A4A}" type="presOf" srcId="{5308F6B5-BAEF-43EF-9B6D-7CABAD00712C}" destId="{C6360771-BAD7-48A8-9522-2DBE44DEBD29}" srcOrd="0" destOrd="0" presId="urn:microsoft.com/office/officeart/2005/8/layout/default"/>
    <dgm:cxn modelId="{F1201F81-A6A0-494A-8793-66995819D4B4}" srcId="{22CBF094-2FC1-43D1-8539-80E119816D91}" destId="{5308F6B5-BAEF-43EF-9B6D-7CABAD00712C}" srcOrd="0" destOrd="0" parTransId="{85887107-A40B-459F-8A30-D2A15B918BFF}" sibTransId="{93FF5D06-0E2D-4C7E-A209-42520DDB3D00}"/>
    <dgm:cxn modelId="{B39D3F9B-1480-4955-9BB4-D8DC2436D19C}" type="presOf" srcId="{22CBF094-2FC1-43D1-8539-80E119816D91}" destId="{5BD7D57D-93A8-4C7A-8084-442A3C3ACC4C}" srcOrd="0" destOrd="0" presId="urn:microsoft.com/office/officeart/2005/8/layout/default"/>
    <dgm:cxn modelId="{E02A9279-9CB8-4A08-B2C6-01E661937EFD}" type="presParOf" srcId="{5BD7D57D-93A8-4C7A-8084-442A3C3ACC4C}" destId="{C6360771-BAD7-48A8-9522-2DBE44DEBD29}" srcOrd="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22CBF094-2FC1-43D1-8539-80E119816D91}" type="doc">
      <dgm:prSet loTypeId="urn:microsoft.com/office/officeart/2005/8/layout/default" loCatId="list" qsTypeId="urn:microsoft.com/office/officeart/2005/8/quickstyle/3d7" qsCatId="3D" csTypeId="urn:microsoft.com/office/officeart/2005/8/colors/accent1_2" csCatId="accent1" phldr="1"/>
      <dgm:spPr/>
      <dgm:t>
        <a:bodyPr/>
        <a:lstStyle/>
        <a:p>
          <a:endParaRPr lang="fr-FR"/>
        </a:p>
      </dgm:t>
    </dgm:pt>
    <dgm:pt modelId="{5308F6B5-BAEF-43EF-9B6D-7CABAD00712C}">
      <dgm:prSet phldrT="[Texte]">
        <dgm:style>
          <a:lnRef idx="1">
            <a:schemeClr val="accent6"/>
          </a:lnRef>
          <a:fillRef idx="2">
            <a:schemeClr val="accent6"/>
          </a:fillRef>
          <a:effectRef idx="1">
            <a:schemeClr val="accent6"/>
          </a:effectRef>
          <a:fontRef idx="minor">
            <a:schemeClr val="dk1"/>
          </a:fontRef>
        </dgm:style>
      </dgm:prSet>
      <dgm:spPr/>
      <dgm:t>
        <a:bodyPr/>
        <a:lstStyle/>
        <a:p>
          <a:r>
            <a:rPr lang="fr-FR" dirty="0"/>
            <a:t>Diagnostic</a:t>
          </a:r>
        </a:p>
      </dgm:t>
    </dgm:pt>
    <dgm:pt modelId="{85887107-A40B-459F-8A30-D2A15B918BFF}" type="parTrans" cxnId="{F1201F81-A6A0-494A-8793-66995819D4B4}">
      <dgm:prSet/>
      <dgm:spPr/>
      <dgm:t>
        <a:bodyPr/>
        <a:lstStyle/>
        <a:p>
          <a:endParaRPr lang="fr-FR"/>
        </a:p>
      </dgm:t>
    </dgm:pt>
    <dgm:pt modelId="{93FF5D06-0E2D-4C7E-A209-42520DDB3D00}" type="sibTrans" cxnId="{F1201F81-A6A0-494A-8793-66995819D4B4}">
      <dgm:prSet/>
      <dgm:spPr/>
      <dgm:t>
        <a:bodyPr/>
        <a:lstStyle/>
        <a:p>
          <a:endParaRPr lang="fr-FR"/>
        </a:p>
      </dgm:t>
    </dgm:pt>
    <dgm:pt modelId="{5BD7D57D-93A8-4C7A-8084-442A3C3ACC4C}" type="pres">
      <dgm:prSet presAssocID="{22CBF094-2FC1-43D1-8539-80E119816D91}" presName="diagram" presStyleCnt="0">
        <dgm:presLayoutVars>
          <dgm:dir/>
          <dgm:resizeHandles val="exact"/>
        </dgm:presLayoutVars>
      </dgm:prSet>
      <dgm:spPr/>
    </dgm:pt>
    <dgm:pt modelId="{C6360771-BAD7-48A8-9522-2DBE44DEBD29}" type="pres">
      <dgm:prSet presAssocID="{5308F6B5-BAEF-43EF-9B6D-7CABAD00712C}" presName="node" presStyleLbl="node1" presStyleIdx="0" presStyleCnt="1" custScaleX="490539">
        <dgm:presLayoutVars>
          <dgm:bulletEnabled val="1"/>
        </dgm:presLayoutVars>
      </dgm:prSet>
      <dgm:spPr/>
    </dgm:pt>
  </dgm:ptLst>
  <dgm:cxnLst>
    <dgm:cxn modelId="{1FED0557-2030-4F2D-A4D4-DB2E8F317A5B}" type="presOf" srcId="{5308F6B5-BAEF-43EF-9B6D-7CABAD00712C}" destId="{C6360771-BAD7-48A8-9522-2DBE44DEBD29}" srcOrd="0" destOrd="0" presId="urn:microsoft.com/office/officeart/2005/8/layout/default"/>
    <dgm:cxn modelId="{F1201F81-A6A0-494A-8793-66995819D4B4}" srcId="{22CBF094-2FC1-43D1-8539-80E119816D91}" destId="{5308F6B5-BAEF-43EF-9B6D-7CABAD00712C}" srcOrd="0" destOrd="0" parTransId="{85887107-A40B-459F-8A30-D2A15B918BFF}" sibTransId="{93FF5D06-0E2D-4C7E-A209-42520DDB3D00}"/>
    <dgm:cxn modelId="{D8B2CFD5-4057-438C-B78E-F0A190536B2C}" type="presOf" srcId="{22CBF094-2FC1-43D1-8539-80E119816D91}" destId="{5BD7D57D-93A8-4C7A-8084-442A3C3ACC4C}" srcOrd="0" destOrd="0" presId="urn:microsoft.com/office/officeart/2005/8/layout/default"/>
    <dgm:cxn modelId="{2C5F3964-79E1-4B78-A106-2787F4A8FC60}" type="presParOf" srcId="{5BD7D57D-93A8-4C7A-8084-442A3C3ACC4C}" destId="{C6360771-BAD7-48A8-9522-2DBE44DEBD29}" srcOrd="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22CBF094-2FC1-43D1-8539-80E119816D91}" type="doc">
      <dgm:prSet loTypeId="urn:microsoft.com/office/officeart/2005/8/layout/default" loCatId="list" qsTypeId="urn:microsoft.com/office/officeart/2005/8/quickstyle/3d7" qsCatId="3D" csTypeId="urn:microsoft.com/office/officeart/2005/8/colors/accent1_2" csCatId="accent1" phldr="1"/>
      <dgm:spPr/>
      <dgm:t>
        <a:bodyPr/>
        <a:lstStyle/>
        <a:p>
          <a:endParaRPr lang="fr-FR"/>
        </a:p>
      </dgm:t>
    </dgm:pt>
    <dgm:pt modelId="{5308F6B5-BAEF-43EF-9B6D-7CABAD00712C}">
      <dgm:prSet phldrT="[Texte]">
        <dgm:style>
          <a:lnRef idx="1">
            <a:schemeClr val="accent6"/>
          </a:lnRef>
          <a:fillRef idx="2">
            <a:schemeClr val="accent6"/>
          </a:fillRef>
          <a:effectRef idx="1">
            <a:schemeClr val="accent6"/>
          </a:effectRef>
          <a:fontRef idx="minor">
            <a:schemeClr val="dk1"/>
          </a:fontRef>
        </dgm:style>
      </dgm:prSet>
      <dgm:spPr/>
      <dgm:t>
        <a:bodyPr/>
        <a:lstStyle/>
        <a:p>
          <a:r>
            <a:rPr lang="fr-FR" dirty="0"/>
            <a:t>Diagnostic</a:t>
          </a:r>
        </a:p>
      </dgm:t>
    </dgm:pt>
    <dgm:pt modelId="{85887107-A40B-459F-8A30-D2A15B918BFF}" type="parTrans" cxnId="{F1201F81-A6A0-494A-8793-66995819D4B4}">
      <dgm:prSet/>
      <dgm:spPr/>
      <dgm:t>
        <a:bodyPr/>
        <a:lstStyle/>
        <a:p>
          <a:endParaRPr lang="fr-FR"/>
        </a:p>
      </dgm:t>
    </dgm:pt>
    <dgm:pt modelId="{93FF5D06-0E2D-4C7E-A209-42520DDB3D00}" type="sibTrans" cxnId="{F1201F81-A6A0-494A-8793-66995819D4B4}">
      <dgm:prSet/>
      <dgm:spPr/>
      <dgm:t>
        <a:bodyPr/>
        <a:lstStyle/>
        <a:p>
          <a:endParaRPr lang="fr-FR"/>
        </a:p>
      </dgm:t>
    </dgm:pt>
    <dgm:pt modelId="{5BD7D57D-93A8-4C7A-8084-442A3C3ACC4C}" type="pres">
      <dgm:prSet presAssocID="{22CBF094-2FC1-43D1-8539-80E119816D91}" presName="diagram" presStyleCnt="0">
        <dgm:presLayoutVars>
          <dgm:dir/>
          <dgm:resizeHandles val="exact"/>
        </dgm:presLayoutVars>
      </dgm:prSet>
      <dgm:spPr/>
    </dgm:pt>
    <dgm:pt modelId="{C6360771-BAD7-48A8-9522-2DBE44DEBD29}" type="pres">
      <dgm:prSet presAssocID="{5308F6B5-BAEF-43EF-9B6D-7CABAD00712C}" presName="node" presStyleLbl="node1" presStyleIdx="0" presStyleCnt="1" custScaleX="490539">
        <dgm:presLayoutVars>
          <dgm:bulletEnabled val="1"/>
        </dgm:presLayoutVars>
      </dgm:prSet>
      <dgm:spPr/>
    </dgm:pt>
  </dgm:ptLst>
  <dgm:cxnLst>
    <dgm:cxn modelId="{E79E4B0F-E8EE-4A33-99DC-49365D48FEC5}" type="presOf" srcId="{22CBF094-2FC1-43D1-8539-80E119816D91}" destId="{5BD7D57D-93A8-4C7A-8084-442A3C3ACC4C}" srcOrd="0" destOrd="0" presId="urn:microsoft.com/office/officeart/2005/8/layout/default"/>
    <dgm:cxn modelId="{4B2A1326-0B08-4A8C-A527-A2BD82CD4A2B}" type="presOf" srcId="{5308F6B5-BAEF-43EF-9B6D-7CABAD00712C}" destId="{C6360771-BAD7-48A8-9522-2DBE44DEBD29}" srcOrd="0" destOrd="0" presId="urn:microsoft.com/office/officeart/2005/8/layout/default"/>
    <dgm:cxn modelId="{F1201F81-A6A0-494A-8793-66995819D4B4}" srcId="{22CBF094-2FC1-43D1-8539-80E119816D91}" destId="{5308F6B5-BAEF-43EF-9B6D-7CABAD00712C}" srcOrd="0" destOrd="0" parTransId="{85887107-A40B-459F-8A30-D2A15B918BFF}" sibTransId="{93FF5D06-0E2D-4C7E-A209-42520DDB3D00}"/>
    <dgm:cxn modelId="{5D5CD4E7-7F9C-4A31-AD29-692330C40286}" type="presParOf" srcId="{5BD7D57D-93A8-4C7A-8084-442A3C3ACC4C}" destId="{C6360771-BAD7-48A8-9522-2DBE44DEBD29}" srcOrd="0"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A271EB22-9DA9-48D6-BB12-106E424E267C}"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fr-FR"/>
        </a:p>
      </dgm:t>
    </dgm:pt>
    <dgm:pt modelId="{7A320E56-504A-4BDD-B809-ED89C4E4E61C}">
      <dgm:prSet phldrT="[Texte]" custT="1"/>
      <dgm:spPr>
        <a:ln>
          <a:noFill/>
        </a:ln>
        <a:effectLst>
          <a:outerShdw blurRad="225425" dist="50800" dir="5220000" algn="ctr">
            <a:srgbClr val="000000">
              <a:alpha val="33000"/>
            </a:srgbClr>
          </a:outerShdw>
          <a:reflection blurRad="6350" stA="50000" endA="300" endPos="55500" dist="50800" dir="5400000" sy="-100000" algn="bl" rotWithShape="0"/>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dgm:spPr>
      <dgm:t>
        <a:bodyPr/>
        <a:lstStyle/>
        <a:p>
          <a:r>
            <a:rPr lang="fr-FR" sz="3200" dirty="0"/>
            <a:t>Diagnostic différentiel:</a:t>
          </a:r>
        </a:p>
      </dgm:t>
    </dgm:pt>
    <dgm:pt modelId="{D67F1EA1-B6D5-448E-8A9F-6AB989EA88F6}" type="parTrans" cxnId="{12BD7705-074E-4BFB-869C-F01B80DAFBAD}">
      <dgm:prSet/>
      <dgm:spPr/>
      <dgm:t>
        <a:bodyPr/>
        <a:lstStyle/>
        <a:p>
          <a:endParaRPr lang="fr-FR"/>
        </a:p>
      </dgm:t>
    </dgm:pt>
    <dgm:pt modelId="{BFE72F21-EACB-43F9-8452-F18AC3320476}" type="sibTrans" cxnId="{12BD7705-074E-4BFB-869C-F01B80DAFBAD}">
      <dgm:prSet/>
      <dgm:spPr/>
      <dgm:t>
        <a:bodyPr/>
        <a:lstStyle/>
        <a:p>
          <a:endParaRPr lang="fr-FR"/>
        </a:p>
      </dgm:t>
    </dgm:pt>
    <dgm:pt modelId="{B59BC30D-E674-49E1-8FAB-BA822CFF4773}" type="pres">
      <dgm:prSet presAssocID="{A271EB22-9DA9-48D6-BB12-106E424E267C}" presName="linear" presStyleCnt="0">
        <dgm:presLayoutVars>
          <dgm:dir/>
          <dgm:animLvl val="lvl"/>
          <dgm:resizeHandles val="exact"/>
        </dgm:presLayoutVars>
      </dgm:prSet>
      <dgm:spPr/>
    </dgm:pt>
    <dgm:pt modelId="{F36A7909-9932-4CD2-9317-3D7166ACECF9}" type="pres">
      <dgm:prSet presAssocID="{7A320E56-504A-4BDD-B809-ED89C4E4E61C}" presName="parentLin" presStyleCnt="0"/>
      <dgm:spPr/>
    </dgm:pt>
    <dgm:pt modelId="{6E5D5867-14E2-4144-803D-ECA7DB03E027}" type="pres">
      <dgm:prSet presAssocID="{7A320E56-504A-4BDD-B809-ED89C4E4E61C}" presName="parentLeftMargin" presStyleLbl="node1" presStyleIdx="0" presStyleCnt="1"/>
      <dgm:spPr/>
    </dgm:pt>
    <dgm:pt modelId="{71EFED27-68A9-4D61-8355-14CFB616A633}" type="pres">
      <dgm:prSet presAssocID="{7A320E56-504A-4BDD-B809-ED89C4E4E61C}" presName="parentText" presStyleLbl="node1" presStyleIdx="0" presStyleCnt="1">
        <dgm:presLayoutVars>
          <dgm:chMax val="0"/>
          <dgm:bulletEnabled val="1"/>
        </dgm:presLayoutVars>
      </dgm:prSet>
      <dgm:spPr/>
    </dgm:pt>
    <dgm:pt modelId="{09150D6A-7360-4BA2-9852-3823787F031C}" type="pres">
      <dgm:prSet presAssocID="{7A320E56-504A-4BDD-B809-ED89C4E4E61C}" presName="negativeSpace" presStyleCnt="0"/>
      <dgm:spPr/>
    </dgm:pt>
    <dgm:pt modelId="{5ED161C8-1D7C-4C9C-96D5-490F555F6DA9}" type="pres">
      <dgm:prSet presAssocID="{7A320E56-504A-4BDD-B809-ED89C4E4E61C}" presName="childText" presStyleLbl="conFgAcc1" presStyleIdx="0" presStyleCnt="1">
        <dgm:presLayoutVars>
          <dgm:bulletEnabled val="1"/>
        </dgm:presLayoutVars>
      </dgm:prSet>
      <dgm:spPr/>
    </dgm:pt>
  </dgm:ptLst>
  <dgm:cxnLst>
    <dgm:cxn modelId="{12BD7705-074E-4BFB-869C-F01B80DAFBAD}" srcId="{A271EB22-9DA9-48D6-BB12-106E424E267C}" destId="{7A320E56-504A-4BDD-B809-ED89C4E4E61C}" srcOrd="0" destOrd="0" parTransId="{D67F1EA1-B6D5-448E-8A9F-6AB989EA88F6}" sibTransId="{BFE72F21-EACB-43F9-8452-F18AC3320476}"/>
    <dgm:cxn modelId="{AC258189-F0BC-4578-9918-1B35D90ADB35}" type="presOf" srcId="{7A320E56-504A-4BDD-B809-ED89C4E4E61C}" destId="{71EFED27-68A9-4D61-8355-14CFB616A633}" srcOrd="1" destOrd="0" presId="urn:microsoft.com/office/officeart/2005/8/layout/list1"/>
    <dgm:cxn modelId="{154285AE-09B8-4B8A-8065-C78C2E68F317}" type="presOf" srcId="{A271EB22-9DA9-48D6-BB12-106E424E267C}" destId="{B59BC30D-E674-49E1-8FAB-BA822CFF4773}" srcOrd="0" destOrd="0" presId="urn:microsoft.com/office/officeart/2005/8/layout/list1"/>
    <dgm:cxn modelId="{FBE960D6-2253-4B85-A91E-5814EF65CB17}" type="presOf" srcId="{7A320E56-504A-4BDD-B809-ED89C4E4E61C}" destId="{6E5D5867-14E2-4144-803D-ECA7DB03E027}" srcOrd="0" destOrd="0" presId="urn:microsoft.com/office/officeart/2005/8/layout/list1"/>
    <dgm:cxn modelId="{9B8A7567-3B34-4083-B040-265A52026942}" type="presParOf" srcId="{B59BC30D-E674-49E1-8FAB-BA822CFF4773}" destId="{F36A7909-9932-4CD2-9317-3D7166ACECF9}" srcOrd="0" destOrd="0" presId="urn:microsoft.com/office/officeart/2005/8/layout/list1"/>
    <dgm:cxn modelId="{F3790D4B-CB55-4DC9-AF9E-4E9CB150EC92}" type="presParOf" srcId="{F36A7909-9932-4CD2-9317-3D7166ACECF9}" destId="{6E5D5867-14E2-4144-803D-ECA7DB03E027}" srcOrd="0" destOrd="0" presId="urn:microsoft.com/office/officeart/2005/8/layout/list1"/>
    <dgm:cxn modelId="{1D70ECDD-85B0-4A9C-9240-6E8DF621F1F3}" type="presParOf" srcId="{F36A7909-9932-4CD2-9317-3D7166ACECF9}" destId="{71EFED27-68A9-4D61-8355-14CFB616A633}" srcOrd="1" destOrd="0" presId="urn:microsoft.com/office/officeart/2005/8/layout/list1"/>
    <dgm:cxn modelId="{C2F1A997-846A-4E9B-B62F-9F5FD112667B}" type="presParOf" srcId="{B59BC30D-E674-49E1-8FAB-BA822CFF4773}" destId="{09150D6A-7360-4BA2-9852-3823787F031C}" srcOrd="1" destOrd="0" presId="urn:microsoft.com/office/officeart/2005/8/layout/list1"/>
    <dgm:cxn modelId="{D3EC895C-AE57-4575-B48E-6BE40A005B0D}" type="presParOf" srcId="{B59BC30D-E674-49E1-8FAB-BA822CFF4773}" destId="{5ED161C8-1D7C-4C9C-96D5-490F555F6DA9}"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26D776-7F75-43C9-8ED6-F6AA3BBD32EC}">
      <dsp:nvSpPr>
        <dsp:cNvPr id="0" name=""/>
        <dsp:cNvSpPr/>
      </dsp:nvSpPr>
      <dsp:spPr>
        <a:xfrm>
          <a:off x="0" y="369566"/>
          <a:ext cx="8643998" cy="630000"/>
        </a:xfrm>
        <a:prstGeom prst="rect">
          <a:avLst/>
        </a:prstGeom>
        <a:solidFill>
          <a:schemeClr val="dk2">
            <a:alpha val="90000"/>
            <a:tint val="4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EF721DD-B5F5-410C-A13B-A53C1AF19560}">
      <dsp:nvSpPr>
        <dsp:cNvPr id="0" name=""/>
        <dsp:cNvSpPr/>
      </dsp:nvSpPr>
      <dsp:spPr>
        <a:xfrm>
          <a:off x="432199" y="566"/>
          <a:ext cx="6050798" cy="738000"/>
        </a:xfrm>
        <a:prstGeom prst="roundRect">
          <a:avLst/>
        </a:prstGeom>
        <a:solidFill>
          <a:schemeClr val="lt1"/>
        </a:solidFill>
        <a:ln w="25400" cap="flat" cmpd="sng" algn="ctr">
          <a:noFill/>
          <a:prstDash val="solid"/>
        </a:ln>
        <a:effectLst>
          <a:outerShdw blurRad="225425" dist="50800" dir="5220000" algn="ctr" rotWithShape="0">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dsp:spPr>
      <dsp:style>
        <a:lnRef idx="2">
          <a:schemeClr val="accent1"/>
        </a:lnRef>
        <a:fillRef idx="1">
          <a:schemeClr val="lt1"/>
        </a:fillRef>
        <a:effectRef idx="0">
          <a:schemeClr val="accent1"/>
        </a:effectRef>
        <a:fontRef idx="minor">
          <a:schemeClr val="dk1"/>
        </a:fontRef>
      </dsp:style>
      <dsp:txBody>
        <a:bodyPr spcFirstLastPara="0" vert="horz" wrap="square" lIns="228706" tIns="0" rIns="228706" bIns="0" numCol="1" spcCol="1270" anchor="ctr" anchorCtr="0">
          <a:noAutofit/>
        </a:bodyPr>
        <a:lstStyle/>
        <a:p>
          <a:pPr marL="0" lvl="0" indent="0" algn="l" defTabSz="1778000">
            <a:lnSpc>
              <a:spcPct val="90000"/>
            </a:lnSpc>
            <a:spcBef>
              <a:spcPct val="0"/>
            </a:spcBef>
            <a:spcAft>
              <a:spcPct val="35000"/>
            </a:spcAft>
            <a:buNone/>
          </a:pPr>
          <a:r>
            <a:rPr lang="fr-FR" sz="4000" kern="1200" dirty="0"/>
            <a:t>Introduction</a:t>
          </a:r>
        </a:p>
      </dsp:txBody>
      <dsp:txXfrm>
        <a:off x="468225" y="36592"/>
        <a:ext cx="5978746" cy="66594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26D776-7F75-43C9-8ED6-F6AA3BBD32EC}">
      <dsp:nvSpPr>
        <dsp:cNvPr id="0" name=""/>
        <dsp:cNvSpPr/>
      </dsp:nvSpPr>
      <dsp:spPr>
        <a:xfrm>
          <a:off x="0" y="369566"/>
          <a:ext cx="8643998" cy="630000"/>
        </a:xfrm>
        <a:prstGeom prst="rect">
          <a:avLst/>
        </a:prstGeom>
        <a:solidFill>
          <a:schemeClr val="dk2">
            <a:alpha val="90000"/>
            <a:tint val="40000"/>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EF721DD-B5F5-410C-A13B-A53C1AF19560}">
      <dsp:nvSpPr>
        <dsp:cNvPr id="0" name=""/>
        <dsp:cNvSpPr/>
      </dsp:nvSpPr>
      <dsp:spPr>
        <a:xfrm>
          <a:off x="432199" y="566"/>
          <a:ext cx="6050798" cy="738000"/>
        </a:xfrm>
        <a:prstGeom prst="roundRect">
          <a:avLst/>
        </a:prstGeom>
        <a:solidFill>
          <a:schemeClr val="lt1"/>
        </a:solidFill>
        <a:ln w="25400" cap="flat" cmpd="sng" algn="ctr">
          <a:noFill/>
          <a:prstDash val="solid"/>
        </a:ln>
        <a:effectLst>
          <a:outerShdw blurRad="225425" dist="50800" dir="5220000" algn="ctr" rotWithShape="0">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dsp:spPr>
      <dsp:style>
        <a:lnRef idx="2">
          <a:schemeClr val="accent1"/>
        </a:lnRef>
        <a:fillRef idx="1">
          <a:schemeClr val="lt1"/>
        </a:fillRef>
        <a:effectRef idx="0">
          <a:schemeClr val="accent1"/>
        </a:effectRef>
        <a:fontRef idx="minor">
          <a:schemeClr val="dk1"/>
        </a:fontRef>
      </dsp:style>
      <dsp:txBody>
        <a:bodyPr spcFirstLastPara="0" vert="horz" wrap="square" lIns="228706" tIns="0" rIns="228706" bIns="0" numCol="1" spcCol="1270" anchor="ctr" anchorCtr="0">
          <a:noAutofit/>
        </a:bodyPr>
        <a:lstStyle/>
        <a:p>
          <a:pPr marL="0" lvl="0" indent="0" algn="l" defTabSz="1778000">
            <a:lnSpc>
              <a:spcPct val="90000"/>
            </a:lnSpc>
            <a:spcBef>
              <a:spcPct val="0"/>
            </a:spcBef>
            <a:spcAft>
              <a:spcPct val="35000"/>
            </a:spcAft>
            <a:buNone/>
          </a:pPr>
          <a:r>
            <a:rPr lang="fr-FR" sz="4000" kern="1200" dirty="0"/>
            <a:t>définitions</a:t>
          </a:r>
        </a:p>
      </dsp:txBody>
      <dsp:txXfrm>
        <a:off x="468225" y="36592"/>
        <a:ext cx="5978746" cy="66594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98CD35-B7EF-4F9B-9497-CC4817D50753}">
      <dsp:nvSpPr>
        <dsp:cNvPr id="0" name=""/>
        <dsp:cNvSpPr/>
      </dsp:nvSpPr>
      <dsp:spPr>
        <a:xfrm>
          <a:off x="1199499" y="251"/>
          <a:ext cx="5880124" cy="857004"/>
        </a:xfrm>
        <a:prstGeom prst="rect">
          <a:avLst/>
        </a:prstGeom>
        <a:solidFill>
          <a:schemeClr val="accent1">
            <a:hueOff val="0"/>
            <a:satOff val="0"/>
            <a:lumOff val="0"/>
            <a:alphaOff val="0"/>
          </a:schemeClr>
        </a:solidFill>
        <a:ln w="25400" cap="flat" cmpd="sng" algn="ctr">
          <a:noFill/>
          <a:prstDash val="solid"/>
        </a:ln>
        <a:effectLst>
          <a:outerShdw blurRad="190500" dist="228600" dir="2700000" algn="ctr" rotWithShape="0">
            <a:srgbClr val="000000">
              <a:alpha val="30000"/>
            </a:srgbClr>
          </a:outerShdw>
          <a:reflection blurRad="6350" stA="50000" endA="295" endPos="92000" dist="101600" dir="5400000" sy="-100000" algn="bl" rotWithShape="0"/>
        </a:effectLst>
        <a:scene3d>
          <a:camera prst="orthographicFront">
            <a:rot lat="0" lon="0" rev="0"/>
          </a:camera>
          <a:lightRig rig="glow" dir="t">
            <a:rot lat="0" lon="0" rev="4800000"/>
          </a:lightRig>
        </a:scene3d>
        <a:sp3d prstMaterial="matte">
          <a:bevelT w="127000" h="63500"/>
        </a:sp3d>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fr-FR" sz="4100" kern="1200" dirty="0"/>
            <a:t>Etiopathogénie</a:t>
          </a:r>
        </a:p>
      </dsp:txBody>
      <dsp:txXfrm>
        <a:off x="1199499" y="251"/>
        <a:ext cx="5880124" cy="85700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98CD35-B7EF-4F9B-9497-CC4817D50753}">
      <dsp:nvSpPr>
        <dsp:cNvPr id="0" name=""/>
        <dsp:cNvSpPr/>
      </dsp:nvSpPr>
      <dsp:spPr>
        <a:xfrm>
          <a:off x="1199499" y="251"/>
          <a:ext cx="5880124" cy="857004"/>
        </a:xfrm>
        <a:prstGeom prst="rect">
          <a:avLst/>
        </a:prstGeom>
        <a:solidFill>
          <a:schemeClr val="accent1">
            <a:hueOff val="0"/>
            <a:satOff val="0"/>
            <a:lumOff val="0"/>
            <a:alphaOff val="0"/>
          </a:schemeClr>
        </a:solidFill>
        <a:ln w="25400" cap="flat" cmpd="sng" algn="ctr">
          <a:noFill/>
          <a:prstDash val="solid"/>
        </a:ln>
        <a:effectLst>
          <a:outerShdw blurRad="190500" dist="228600" dir="2700000" algn="ctr" rotWithShape="0">
            <a:srgbClr val="000000">
              <a:alpha val="30000"/>
            </a:srgbClr>
          </a:outerShdw>
          <a:reflection blurRad="6350" stA="50000" endA="295" endPos="92000" dist="101600" dir="5400000" sy="-100000" algn="bl" rotWithShape="0"/>
        </a:effectLst>
        <a:scene3d>
          <a:camera prst="orthographicFront">
            <a:rot lat="0" lon="0" rev="0"/>
          </a:camera>
          <a:lightRig rig="glow" dir="t">
            <a:rot lat="0" lon="0" rev="4800000"/>
          </a:lightRig>
        </a:scene3d>
        <a:sp3d prstMaterial="matte">
          <a:bevelT w="127000" h="63500"/>
        </a:sp3d>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fr-FR" sz="4100" kern="1200" dirty="0"/>
            <a:t>Etiopathogénie</a:t>
          </a:r>
        </a:p>
      </dsp:txBody>
      <dsp:txXfrm>
        <a:off x="1199499" y="251"/>
        <a:ext cx="5880124" cy="85700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98CD35-B7EF-4F9B-9497-CC4817D50753}">
      <dsp:nvSpPr>
        <dsp:cNvPr id="0" name=""/>
        <dsp:cNvSpPr/>
      </dsp:nvSpPr>
      <dsp:spPr>
        <a:xfrm>
          <a:off x="1199499" y="251"/>
          <a:ext cx="5880124" cy="857004"/>
        </a:xfrm>
        <a:prstGeom prst="rect">
          <a:avLst/>
        </a:prstGeom>
        <a:solidFill>
          <a:schemeClr val="accent1">
            <a:hueOff val="0"/>
            <a:satOff val="0"/>
            <a:lumOff val="0"/>
            <a:alphaOff val="0"/>
          </a:schemeClr>
        </a:solidFill>
        <a:ln w="25400" cap="flat" cmpd="sng" algn="ctr">
          <a:noFill/>
          <a:prstDash val="solid"/>
        </a:ln>
        <a:effectLst>
          <a:outerShdw blurRad="190500" dist="228600" dir="2700000" algn="ctr" rotWithShape="0">
            <a:srgbClr val="000000">
              <a:alpha val="30000"/>
            </a:srgbClr>
          </a:outerShdw>
          <a:reflection blurRad="6350" stA="50000" endA="295" endPos="92000" dist="101600" dir="5400000" sy="-100000" algn="bl" rotWithShape="0"/>
        </a:effectLst>
        <a:scene3d>
          <a:camera prst="orthographicFront">
            <a:rot lat="0" lon="0" rev="0"/>
          </a:camera>
          <a:lightRig rig="glow" dir="t">
            <a:rot lat="0" lon="0" rev="4800000"/>
          </a:lightRig>
        </a:scene3d>
        <a:sp3d prstMaterial="matte">
          <a:bevelT w="127000" h="63500"/>
        </a:sp3d>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fr-FR" sz="4100" kern="1200" dirty="0"/>
            <a:t>Etiopathogénie</a:t>
          </a:r>
        </a:p>
      </dsp:txBody>
      <dsp:txXfrm>
        <a:off x="1199499" y="251"/>
        <a:ext cx="5880124" cy="85700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98CD35-B7EF-4F9B-9497-CC4817D50753}">
      <dsp:nvSpPr>
        <dsp:cNvPr id="0" name=""/>
        <dsp:cNvSpPr/>
      </dsp:nvSpPr>
      <dsp:spPr>
        <a:xfrm>
          <a:off x="1199499" y="251"/>
          <a:ext cx="5880124" cy="857004"/>
        </a:xfrm>
        <a:prstGeom prst="rect">
          <a:avLst/>
        </a:prstGeom>
        <a:solidFill>
          <a:schemeClr val="accent1">
            <a:hueOff val="0"/>
            <a:satOff val="0"/>
            <a:lumOff val="0"/>
            <a:alphaOff val="0"/>
          </a:schemeClr>
        </a:solidFill>
        <a:ln w="25400" cap="flat" cmpd="sng" algn="ctr">
          <a:noFill/>
          <a:prstDash val="solid"/>
        </a:ln>
        <a:effectLst>
          <a:outerShdw blurRad="190500" dist="228600" dir="2700000" algn="ctr" rotWithShape="0">
            <a:srgbClr val="000000">
              <a:alpha val="30000"/>
            </a:srgbClr>
          </a:outerShdw>
          <a:reflection blurRad="6350" stA="50000" endA="295" endPos="92000" dist="101600" dir="5400000" sy="-100000" algn="bl" rotWithShape="0"/>
        </a:effectLst>
        <a:scene3d>
          <a:camera prst="orthographicFront">
            <a:rot lat="0" lon="0" rev="0"/>
          </a:camera>
          <a:lightRig rig="glow" dir="t">
            <a:rot lat="0" lon="0" rev="4800000"/>
          </a:lightRig>
        </a:scene3d>
        <a:sp3d prstMaterial="matte">
          <a:bevelT w="127000" h="63500"/>
        </a:sp3d>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fr-FR" sz="4100" kern="1200" dirty="0"/>
            <a:t>Etiopathogénie</a:t>
          </a:r>
        </a:p>
      </dsp:txBody>
      <dsp:txXfrm>
        <a:off x="1199499" y="251"/>
        <a:ext cx="5880124" cy="85700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98CD35-B7EF-4F9B-9497-CC4817D50753}">
      <dsp:nvSpPr>
        <dsp:cNvPr id="0" name=""/>
        <dsp:cNvSpPr/>
      </dsp:nvSpPr>
      <dsp:spPr>
        <a:xfrm>
          <a:off x="1199499" y="251"/>
          <a:ext cx="5880124" cy="857004"/>
        </a:xfrm>
        <a:prstGeom prst="rect">
          <a:avLst/>
        </a:prstGeom>
        <a:solidFill>
          <a:schemeClr val="accent1">
            <a:hueOff val="0"/>
            <a:satOff val="0"/>
            <a:lumOff val="0"/>
            <a:alphaOff val="0"/>
          </a:schemeClr>
        </a:solidFill>
        <a:ln w="25400" cap="flat" cmpd="sng" algn="ctr">
          <a:noFill/>
          <a:prstDash val="solid"/>
        </a:ln>
        <a:effectLst>
          <a:outerShdw blurRad="190500" dist="228600" dir="2700000" algn="ctr" rotWithShape="0">
            <a:srgbClr val="000000">
              <a:alpha val="30000"/>
            </a:srgbClr>
          </a:outerShdw>
          <a:reflection blurRad="6350" stA="50000" endA="295" endPos="92000" dist="101600" dir="5400000" sy="-100000" algn="bl" rotWithShape="0"/>
        </a:effectLst>
        <a:scene3d>
          <a:camera prst="orthographicFront">
            <a:rot lat="0" lon="0" rev="0"/>
          </a:camera>
          <a:lightRig rig="glow" dir="t">
            <a:rot lat="0" lon="0" rev="4800000"/>
          </a:lightRig>
        </a:scene3d>
        <a:sp3d prstMaterial="matte">
          <a:bevelT w="127000" h="63500"/>
        </a:sp3d>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fr-FR" sz="4100" kern="1200" dirty="0"/>
            <a:t>Etiopathogénie</a:t>
          </a:r>
        </a:p>
      </dsp:txBody>
      <dsp:txXfrm>
        <a:off x="1199499" y="251"/>
        <a:ext cx="5880124" cy="85700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98CD35-B7EF-4F9B-9497-CC4817D50753}">
      <dsp:nvSpPr>
        <dsp:cNvPr id="0" name=""/>
        <dsp:cNvSpPr/>
      </dsp:nvSpPr>
      <dsp:spPr>
        <a:xfrm>
          <a:off x="1199499" y="251"/>
          <a:ext cx="5880124" cy="857004"/>
        </a:xfrm>
        <a:prstGeom prst="rect">
          <a:avLst/>
        </a:prstGeom>
        <a:solidFill>
          <a:schemeClr val="accent1">
            <a:hueOff val="0"/>
            <a:satOff val="0"/>
            <a:lumOff val="0"/>
            <a:alphaOff val="0"/>
          </a:schemeClr>
        </a:solidFill>
        <a:ln w="25400" cap="flat" cmpd="sng" algn="ctr">
          <a:noFill/>
          <a:prstDash val="solid"/>
        </a:ln>
        <a:effectLst>
          <a:outerShdw blurRad="190500" dist="228600" dir="2700000" algn="ctr" rotWithShape="0">
            <a:srgbClr val="000000">
              <a:alpha val="30000"/>
            </a:srgbClr>
          </a:outerShdw>
          <a:reflection blurRad="6350" stA="50000" endA="295" endPos="92000" dist="101600" dir="5400000" sy="-100000" algn="bl" rotWithShape="0"/>
        </a:effectLst>
        <a:scene3d>
          <a:camera prst="orthographicFront">
            <a:rot lat="0" lon="0" rev="0"/>
          </a:camera>
          <a:lightRig rig="glow" dir="t">
            <a:rot lat="0" lon="0" rev="4800000"/>
          </a:lightRig>
        </a:scene3d>
        <a:sp3d prstMaterial="matte">
          <a:bevelT w="127000" h="63500"/>
        </a:sp3d>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fr-FR" sz="4100" kern="1200" dirty="0"/>
            <a:t>Etiopathogénie</a:t>
          </a:r>
        </a:p>
      </dsp:txBody>
      <dsp:txXfrm>
        <a:off x="1199499" y="251"/>
        <a:ext cx="5880124" cy="85700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98CD35-B7EF-4F9B-9497-CC4817D50753}">
      <dsp:nvSpPr>
        <dsp:cNvPr id="0" name=""/>
        <dsp:cNvSpPr/>
      </dsp:nvSpPr>
      <dsp:spPr>
        <a:xfrm>
          <a:off x="1199499" y="251"/>
          <a:ext cx="5880124" cy="857004"/>
        </a:xfrm>
        <a:prstGeom prst="rect">
          <a:avLst/>
        </a:prstGeom>
        <a:solidFill>
          <a:schemeClr val="accent1">
            <a:hueOff val="0"/>
            <a:satOff val="0"/>
            <a:lumOff val="0"/>
            <a:alphaOff val="0"/>
          </a:schemeClr>
        </a:solidFill>
        <a:ln w="25400" cap="flat" cmpd="sng" algn="ctr">
          <a:noFill/>
          <a:prstDash val="solid"/>
        </a:ln>
        <a:effectLst>
          <a:outerShdw blurRad="190500" dist="228600" dir="2700000" algn="ctr" rotWithShape="0">
            <a:srgbClr val="000000">
              <a:alpha val="30000"/>
            </a:srgbClr>
          </a:outerShdw>
          <a:reflection blurRad="6350" stA="50000" endA="295" endPos="92000" dist="101600" dir="5400000" sy="-100000" algn="bl" rotWithShape="0"/>
        </a:effectLst>
        <a:scene3d>
          <a:camera prst="orthographicFront">
            <a:rot lat="0" lon="0" rev="0"/>
          </a:camera>
          <a:lightRig rig="glow" dir="t">
            <a:rot lat="0" lon="0" rev="4800000"/>
          </a:lightRig>
        </a:scene3d>
        <a:sp3d prstMaterial="matte">
          <a:bevelT w="127000" h="63500"/>
        </a:sp3d>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fr-FR" sz="4100" kern="1200" dirty="0"/>
            <a:t>Etiopathogénie</a:t>
          </a:r>
        </a:p>
      </dsp:txBody>
      <dsp:txXfrm>
        <a:off x="1199499" y="251"/>
        <a:ext cx="5880124" cy="85700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98CD35-B7EF-4F9B-9497-CC4817D50753}">
      <dsp:nvSpPr>
        <dsp:cNvPr id="0" name=""/>
        <dsp:cNvSpPr/>
      </dsp:nvSpPr>
      <dsp:spPr>
        <a:xfrm>
          <a:off x="1199499" y="251"/>
          <a:ext cx="5880124" cy="857004"/>
        </a:xfrm>
        <a:prstGeom prst="rect">
          <a:avLst/>
        </a:prstGeom>
        <a:solidFill>
          <a:schemeClr val="accent1">
            <a:hueOff val="0"/>
            <a:satOff val="0"/>
            <a:lumOff val="0"/>
            <a:alphaOff val="0"/>
          </a:schemeClr>
        </a:solidFill>
        <a:ln w="25400" cap="flat" cmpd="sng" algn="ctr">
          <a:noFill/>
          <a:prstDash val="solid"/>
        </a:ln>
        <a:effectLst>
          <a:outerShdw blurRad="190500" dist="228600" dir="2700000" algn="ctr" rotWithShape="0">
            <a:srgbClr val="000000">
              <a:alpha val="30000"/>
            </a:srgbClr>
          </a:outerShdw>
          <a:reflection blurRad="6350" stA="50000" endA="295" endPos="92000" dist="101600" dir="5400000" sy="-100000" algn="bl" rotWithShape="0"/>
        </a:effectLst>
        <a:scene3d>
          <a:camera prst="orthographicFront">
            <a:rot lat="0" lon="0" rev="0"/>
          </a:camera>
          <a:lightRig rig="glow" dir="t">
            <a:rot lat="0" lon="0" rev="4800000"/>
          </a:lightRig>
        </a:scene3d>
        <a:sp3d prstMaterial="matte">
          <a:bevelT w="127000" h="63500"/>
        </a:sp3d>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fr-FR" sz="4100" kern="1200" dirty="0"/>
            <a:t>Etiopathogénie</a:t>
          </a:r>
        </a:p>
      </dsp:txBody>
      <dsp:txXfrm>
        <a:off x="1199499" y="251"/>
        <a:ext cx="5880124" cy="857004"/>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98CD35-B7EF-4F9B-9497-CC4817D50753}">
      <dsp:nvSpPr>
        <dsp:cNvPr id="0" name=""/>
        <dsp:cNvSpPr/>
      </dsp:nvSpPr>
      <dsp:spPr>
        <a:xfrm>
          <a:off x="1199499" y="251"/>
          <a:ext cx="5880124" cy="857004"/>
        </a:xfrm>
        <a:prstGeom prst="rect">
          <a:avLst/>
        </a:prstGeom>
        <a:solidFill>
          <a:schemeClr val="accent1">
            <a:hueOff val="0"/>
            <a:satOff val="0"/>
            <a:lumOff val="0"/>
            <a:alphaOff val="0"/>
          </a:schemeClr>
        </a:solidFill>
        <a:ln w="25400" cap="flat" cmpd="sng" algn="ctr">
          <a:noFill/>
          <a:prstDash val="solid"/>
        </a:ln>
        <a:effectLst>
          <a:outerShdw blurRad="190500" dist="228600" dir="2700000" algn="ctr" rotWithShape="0">
            <a:srgbClr val="000000">
              <a:alpha val="30000"/>
            </a:srgbClr>
          </a:outerShdw>
          <a:reflection blurRad="6350" stA="50000" endA="295" endPos="92000" dist="101600" dir="5400000" sy="-100000" algn="bl" rotWithShape="0"/>
        </a:effectLst>
        <a:scene3d>
          <a:camera prst="orthographicFront">
            <a:rot lat="0" lon="0" rev="0"/>
          </a:camera>
          <a:lightRig rig="glow" dir="t">
            <a:rot lat="0" lon="0" rev="4800000"/>
          </a:lightRig>
        </a:scene3d>
        <a:sp3d prstMaterial="matte">
          <a:bevelT w="127000" h="63500"/>
        </a:sp3d>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fr-FR" sz="4100" kern="1200" dirty="0"/>
            <a:t>Etiopathogénie</a:t>
          </a:r>
        </a:p>
      </dsp:txBody>
      <dsp:txXfrm>
        <a:off x="1199499" y="251"/>
        <a:ext cx="5880124" cy="857004"/>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98CD35-B7EF-4F9B-9497-CC4817D50753}">
      <dsp:nvSpPr>
        <dsp:cNvPr id="0" name=""/>
        <dsp:cNvSpPr/>
      </dsp:nvSpPr>
      <dsp:spPr>
        <a:xfrm>
          <a:off x="1199499" y="251"/>
          <a:ext cx="5880124" cy="857004"/>
        </a:xfrm>
        <a:prstGeom prst="rect">
          <a:avLst/>
        </a:prstGeom>
        <a:solidFill>
          <a:schemeClr val="accent1">
            <a:hueOff val="0"/>
            <a:satOff val="0"/>
            <a:lumOff val="0"/>
            <a:alphaOff val="0"/>
          </a:schemeClr>
        </a:solidFill>
        <a:ln w="25400" cap="flat" cmpd="sng" algn="ctr">
          <a:noFill/>
          <a:prstDash val="solid"/>
        </a:ln>
        <a:effectLst>
          <a:outerShdw blurRad="190500" dist="228600" dir="2700000" algn="ctr" rotWithShape="0">
            <a:srgbClr val="000000">
              <a:alpha val="30000"/>
            </a:srgbClr>
          </a:outerShdw>
          <a:reflection blurRad="6350" stA="50000" endA="295" endPos="92000" dist="101600" dir="5400000" sy="-100000" algn="bl" rotWithShape="0"/>
        </a:effectLst>
        <a:scene3d>
          <a:camera prst="orthographicFront">
            <a:rot lat="0" lon="0" rev="0"/>
          </a:camera>
          <a:lightRig rig="glow" dir="t">
            <a:rot lat="0" lon="0" rev="4800000"/>
          </a:lightRig>
        </a:scene3d>
        <a:sp3d prstMaterial="matte">
          <a:bevelT w="127000" h="63500"/>
        </a:sp3d>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fr-FR" sz="4100" kern="1200" dirty="0"/>
            <a:t>Etiopathogénie</a:t>
          </a:r>
        </a:p>
      </dsp:txBody>
      <dsp:txXfrm>
        <a:off x="1199499" y="251"/>
        <a:ext cx="5880124" cy="857004"/>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98CD35-B7EF-4F9B-9497-CC4817D50753}">
      <dsp:nvSpPr>
        <dsp:cNvPr id="0" name=""/>
        <dsp:cNvSpPr/>
      </dsp:nvSpPr>
      <dsp:spPr>
        <a:xfrm>
          <a:off x="1199499" y="251"/>
          <a:ext cx="5880124" cy="857004"/>
        </a:xfrm>
        <a:prstGeom prst="rect">
          <a:avLst/>
        </a:prstGeom>
        <a:solidFill>
          <a:schemeClr val="accent1">
            <a:hueOff val="0"/>
            <a:satOff val="0"/>
            <a:lumOff val="0"/>
            <a:alphaOff val="0"/>
          </a:schemeClr>
        </a:solidFill>
        <a:ln w="25400" cap="flat" cmpd="sng" algn="ctr">
          <a:noFill/>
          <a:prstDash val="solid"/>
        </a:ln>
        <a:effectLst>
          <a:outerShdw blurRad="190500" dist="228600" dir="2700000" algn="ctr" rotWithShape="0">
            <a:srgbClr val="000000">
              <a:alpha val="30000"/>
            </a:srgbClr>
          </a:outerShdw>
          <a:reflection blurRad="6350" stA="50000" endA="295" endPos="92000" dist="101600" dir="5400000" sy="-100000" algn="bl" rotWithShape="0"/>
        </a:effectLst>
        <a:scene3d>
          <a:camera prst="orthographicFront">
            <a:rot lat="0" lon="0" rev="0"/>
          </a:camera>
          <a:lightRig rig="glow" dir="t">
            <a:rot lat="0" lon="0" rev="4800000"/>
          </a:lightRig>
        </a:scene3d>
        <a:sp3d prstMaterial="matte">
          <a:bevelT w="127000" h="63500"/>
        </a:sp3d>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fr-FR" sz="4100" kern="1200" dirty="0"/>
            <a:t>Etiopathogénie</a:t>
          </a:r>
        </a:p>
      </dsp:txBody>
      <dsp:txXfrm>
        <a:off x="1199499" y="251"/>
        <a:ext cx="5880124" cy="857004"/>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360771-BAD7-48A8-9522-2DBE44DEBD29}">
      <dsp:nvSpPr>
        <dsp:cNvPr id="0" name=""/>
        <dsp:cNvSpPr/>
      </dsp:nvSpPr>
      <dsp:spPr>
        <a:xfrm>
          <a:off x="3649" y="690"/>
          <a:ext cx="6088700" cy="744735"/>
        </a:xfrm>
        <a:prstGeom prst="rect">
          <a:avLst/>
        </a:prstGeom>
        <a:gradFill rotWithShape="1">
          <a:gsLst>
            <a:gs pos="0">
              <a:schemeClr val="accent6">
                <a:tint val="35000"/>
                <a:satMod val="253000"/>
              </a:schemeClr>
            </a:gs>
            <a:gs pos="50000">
              <a:schemeClr val="accent6">
                <a:tint val="42000"/>
                <a:satMod val="255000"/>
              </a:schemeClr>
            </a:gs>
            <a:gs pos="97000">
              <a:schemeClr val="accent6">
                <a:tint val="53000"/>
                <a:satMod val="260000"/>
              </a:schemeClr>
            </a:gs>
            <a:gs pos="100000">
              <a:schemeClr val="accent6">
                <a:tint val="56000"/>
                <a:satMod val="275000"/>
              </a:schemeClr>
            </a:gs>
          </a:gsLst>
          <a:path path="circle">
            <a:fillToRect l="50000" t="50000" r="50000" b="50000"/>
          </a:path>
        </a:gradFill>
        <a:ln w="9525" cap="flat" cmpd="sng" algn="ctr">
          <a:solidFill>
            <a:schemeClr val="accent6"/>
          </a:solidFill>
          <a:prstDash val="solid"/>
        </a:ln>
        <a:effectLst>
          <a:outerShdw blurRad="63500" dist="25400" dir="5400000" rotWithShape="0">
            <a:srgbClr val="000000">
              <a:alpha val="43137"/>
            </a:srgbClr>
          </a:outerShdw>
        </a:effectLst>
        <a:sp3d extrusionH="50600"/>
      </dsp:spPr>
      <dsp:style>
        <a:lnRef idx="1">
          <a:schemeClr val="accent6"/>
        </a:lnRef>
        <a:fillRef idx="2">
          <a:schemeClr val="accent6"/>
        </a:fillRef>
        <a:effectRef idx="1">
          <a:schemeClr val="accent6"/>
        </a:effectRef>
        <a:fontRef idx="minor">
          <a:schemeClr val="dk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fr-FR" sz="3500" kern="1200" dirty="0"/>
            <a:t>Diagnostic</a:t>
          </a:r>
        </a:p>
      </dsp:txBody>
      <dsp:txXfrm>
        <a:off x="3649" y="690"/>
        <a:ext cx="6088700" cy="744735"/>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360771-BAD7-48A8-9522-2DBE44DEBD29}">
      <dsp:nvSpPr>
        <dsp:cNvPr id="0" name=""/>
        <dsp:cNvSpPr/>
      </dsp:nvSpPr>
      <dsp:spPr>
        <a:xfrm>
          <a:off x="3649" y="690"/>
          <a:ext cx="6088700" cy="744735"/>
        </a:xfrm>
        <a:prstGeom prst="rect">
          <a:avLst/>
        </a:prstGeom>
        <a:gradFill rotWithShape="1">
          <a:gsLst>
            <a:gs pos="0">
              <a:schemeClr val="accent6">
                <a:tint val="35000"/>
                <a:satMod val="253000"/>
              </a:schemeClr>
            </a:gs>
            <a:gs pos="50000">
              <a:schemeClr val="accent6">
                <a:tint val="42000"/>
                <a:satMod val="255000"/>
              </a:schemeClr>
            </a:gs>
            <a:gs pos="97000">
              <a:schemeClr val="accent6">
                <a:tint val="53000"/>
                <a:satMod val="260000"/>
              </a:schemeClr>
            </a:gs>
            <a:gs pos="100000">
              <a:schemeClr val="accent6">
                <a:tint val="56000"/>
                <a:satMod val="275000"/>
              </a:schemeClr>
            </a:gs>
          </a:gsLst>
          <a:path path="circle">
            <a:fillToRect l="50000" t="50000" r="50000" b="50000"/>
          </a:path>
        </a:gradFill>
        <a:ln w="9525" cap="flat" cmpd="sng" algn="ctr">
          <a:solidFill>
            <a:schemeClr val="accent6"/>
          </a:solidFill>
          <a:prstDash val="solid"/>
        </a:ln>
        <a:effectLst>
          <a:outerShdw blurRad="63500" dist="25400" dir="5400000" rotWithShape="0">
            <a:srgbClr val="000000">
              <a:alpha val="43137"/>
            </a:srgbClr>
          </a:outerShdw>
        </a:effectLst>
        <a:sp3d extrusionH="50600"/>
      </dsp:spPr>
      <dsp:style>
        <a:lnRef idx="1">
          <a:schemeClr val="accent6"/>
        </a:lnRef>
        <a:fillRef idx="2">
          <a:schemeClr val="accent6"/>
        </a:fillRef>
        <a:effectRef idx="1">
          <a:schemeClr val="accent6"/>
        </a:effectRef>
        <a:fontRef idx="minor">
          <a:schemeClr val="dk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fr-FR" sz="3500" kern="1200" dirty="0"/>
            <a:t>Diagnostic</a:t>
          </a:r>
        </a:p>
      </dsp:txBody>
      <dsp:txXfrm>
        <a:off x="3649" y="690"/>
        <a:ext cx="6088700" cy="744735"/>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360771-BAD7-48A8-9522-2DBE44DEBD29}">
      <dsp:nvSpPr>
        <dsp:cNvPr id="0" name=""/>
        <dsp:cNvSpPr/>
      </dsp:nvSpPr>
      <dsp:spPr>
        <a:xfrm>
          <a:off x="3649" y="690"/>
          <a:ext cx="6088700" cy="744735"/>
        </a:xfrm>
        <a:prstGeom prst="rect">
          <a:avLst/>
        </a:prstGeom>
        <a:gradFill rotWithShape="1">
          <a:gsLst>
            <a:gs pos="0">
              <a:schemeClr val="accent6">
                <a:tint val="35000"/>
                <a:satMod val="253000"/>
              </a:schemeClr>
            </a:gs>
            <a:gs pos="50000">
              <a:schemeClr val="accent6">
                <a:tint val="42000"/>
                <a:satMod val="255000"/>
              </a:schemeClr>
            </a:gs>
            <a:gs pos="97000">
              <a:schemeClr val="accent6">
                <a:tint val="53000"/>
                <a:satMod val="260000"/>
              </a:schemeClr>
            </a:gs>
            <a:gs pos="100000">
              <a:schemeClr val="accent6">
                <a:tint val="56000"/>
                <a:satMod val="275000"/>
              </a:schemeClr>
            </a:gs>
          </a:gsLst>
          <a:path path="circle">
            <a:fillToRect l="50000" t="50000" r="50000" b="50000"/>
          </a:path>
        </a:gradFill>
        <a:ln w="9525" cap="flat" cmpd="sng" algn="ctr">
          <a:solidFill>
            <a:schemeClr val="accent6"/>
          </a:solidFill>
          <a:prstDash val="solid"/>
        </a:ln>
        <a:effectLst>
          <a:outerShdw blurRad="63500" dist="25400" dir="5400000" rotWithShape="0">
            <a:srgbClr val="000000">
              <a:alpha val="43137"/>
            </a:srgbClr>
          </a:outerShdw>
        </a:effectLst>
        <a:sp3d extrusionH="50600"/>
      </dsp:spPr>
      <dsp:style>
        <a:lnRef idx="1">
          <a:schemeClr val="accent6"/>
        </a:lnRef>
        <a:fillRef idx="2">
          <a:schemeClr val="accent6"/>
        </a:fillRef>
        <a:effectRef idx="1">
          <a:schemeClr val="accent6"/>
        </a:effectRef>
        <a:fontRef idx="minor">
          <a:schemeClr val="dk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fr-FR" sz="3500" kern="1200" dirty="0"/>
            <a:t>Diagnostic</a:t>
          </a:r>
        </a:p>
      </dsp:txBody>
      <dsp:txXfrm>
        <a:off x="3649" y="690"/>
        <a:ext cx="6088700" cy="744735"/>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360771-BAD7-48A8-9522-2DBE44DEBD29}">
      <dsp:nvSpPr>
        <dsp:cNvPr id="0" name=""/>
        <dsp:cNvSpPr/>
      </dsp:nvSpPr>
      <dsp:spPr>
        <a:xfrm>
          <a:off x="3649" y="690"/>
          <a:ext cx="6088700" cy="744735"/>
        </a:xfrm>
        <a:prstGeom prst="rect">
          <a:avLst/>
        </a:prstGeom>
        <a:gradFill rotWithShape="1">
          <a:gsLst>
            <a:gs pos="0">
              <a:schemeClr val="accent6">
                <a:tint val="35000"/>
                <a:satMod val="253000"/>
              </a:schemeClr>
            </a:gs>
            <a:gs pos="50000">
              <a:schemeClr val="accent6">
                <a:tint val="42000"/>
                <a:satMod val="255000"/>
              </a:schemeClr>
            </a:gs>
            <a:gs pos="97000">
              <a:schemeClr val="accent6">
                <a:tint val="53000"/>
                <a:satMod val="260000"/>
              </a:schemeClr>
            </a:gs>
            <a:gs pos="100000">
              <a:schemeClr val="accent6">
                <a:tint val="56000"/>
                <a:satMod val="275000"/>
              </a:schemeClr>
            </a:gs>
          </a:gsLst>
          <a:path path="circle">
            <a:fillToRect l="50000" t="50000" r="50000" b="50000"/>
          </a:path>
        </a:gradFill>
        <a:ln w="9525" cap="flat" cmpd="sng" algn="ctr">
          <a:solidFill>
            <a:schemeClr val="accent6"/>
          </a:solidFill>
          <a:prstDash val="solid"/>
        </a:ln>
        <a:effectLst>
          <a:outerShdw blurRad="63500" dist="25400" dir="5400000" rotWithShape="0">
            <a:srgbClr val="000000">
              <a:alpha val="43137"/>
            </a:srgbClr>
          </a:outerShdw>
        </a:effectLst>
        <a:sp3d extrusionH="50600"/>
      </dsp:spPr>
      <dsp:style>
        <a:lnRef idx="1">
          <a:schemeClr val="accent6"/>
        </a:lnRef>
        <a:fillRef idx="2">
          <a:schemeClr val="accent6"/>
        </a:fillRef>
        <a:effectRef idx="1">
          <a:schemeClr val="accent6"/>
        </a:effectRef>
        <a:fontRef idx="minor">
          <a:schemeClr val="dk1"/>
        </a:fontRef>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fr-FR" sz="3500" kern="1200" dirty="0"/>
            <a:t>Diagnostic</a:t>
          </a:r>
        </a:p>
      </dsp:txBody>
      <dsp:txXfrm>
        <a:off x="3649" y="690"/>
        <a:ext cx="6088700" cy="744735"/>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D161C8-1D7C-4C9C-96D5-490F555F6DA9}">
      <dsp:nvSpPr>
        <dsp:cNvPr id="0" name=""/>
        <dsp:cNvSpPr/>
      </dsp:nvSpPr>
      <dsp:spPr>
        <a:xfrm>
          <a:off x="0" y="329656"/>
          <a:ext cx="7643866" cy="5544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1EFED27-68A9-4D61-8355-14CFB616A633}">
      <dsp:nvSpPr>
        <dsp:cNvPr id="0" name=""/>
        <dsp:cNvSpPr/>
      </dsp:nvSpPr>
      <dsp:spPr>
        <a:xfrm>
          <a:off x="382193" y="4935"/>
          <a:ext cx="5350706" cy="649440"/>
        </a:xfrm>
        <a:prstGeom prst="roundRect">
          <a:avLst/>
        </a:prstGeom>
        <a:solidFill>
          <a:schemeClr val="accent1">
            <a:hueOff val="0"/>
            <a:satOff val="0"/>
            <a:lumOff val="0"/>
            <a:alphaOff val="0"/>
          </a:schemeClr>
        </a:solidFill>
        <a:ln w="19050" cap="flat" cmpd="sng" algn="ctr">
          <a:noFill/>
          <a:prstDash val="solid"/>
        </a:ln>
        <a:effectLst>
          <a:outerShdw blurRad="225425" dist="50800" dir="5220000" algn="ctr" rotWithShape="0">
            <a:srgbClr val="000000">
              <a:alpha val="33000"/>
            </a:srgbClr>
          </a:outerShdw>
          <a:reflection blurRad="6350" stA="50000" endA="300" endPos="55500" dist="50800" dir="5400000" sy="-100000" algn="bl" rotWithShape="0"/>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dsp:spPr>
      <dsp:style>
        <a:lnRef idx="2">
          <a:scrgbClr r="0" g="0" b="0"/>
        </a:lnRef>
        <a:fillRef idx="1">
          <a:scrgbClr r="0" g="0" b="0"/>
        </a:fillRef>
        <a:effectRef idx="0">
          <a:scrgbClr r="0" g="0" b="0"/>
        </a:effectRef>
        <a:fontRef idx="minor">
          <a:schemeClr val="lt1"/>
        </a:fontRef>
      </dsp:style>
      <dsp:txBody>
        <a:bodyPr spcFirstLastPara="0" vert="horz" wrap="square" lIns="202244" tIns="0" rIns="202244" bIns="0" numCol="1" spcCol="1270" anchor="ctr" anchorCtr="0">
          <a:noAutofit/>
        </a:bodyPr>
        <a:lstStyle/>
        <a:p>
          <a:pPr marL="0" lvl="0" indent="0" algn="l" defTabSz="1422400">
            <a:lnSpc>
              <a:spcPct val="90000"/>
            </a:lnSpc>
            <a:spcBef>
              <a:spcPct val="0"/>
            </a:spcBef>
            <a:spcAft>
              <a:spcPct val="35000"/>
            </a:spcAft>
            <a:buNone/>
          </a:pPr>
          <a:r>
            <a:rPr lang="fr-FR" sz="3200" kern="1200" dirty="0"/>
            <a:t>Diagnostic différentiel:</a:t>
          </a:r>
        </a:p>
      </dsp:txBody>
      <dsp:txXfrm>
        <a:off x="413896" y="36638"/>
        <a:ext cx="5287300" cy="586034"/>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287447E-B7D8-4DC1-ADE3-8E24C0D56C91}" type="datetimeFigureOut">
              <a:rPr lang="fr-FR" smtClean="0"/>
              <a:pPr/>
              <a:t>28/03/2025</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21BDA9-2C0F-4DA0-9F76-FAD3CA42DF3F}" type="slidenum">
              <a:rPr lang="fr-FR" smtClean="0"/>
              <a:pPr/>
              <a:t>‹N°›</a:t>
            </a:fld>
            <a:endParaRPr lang="fr-F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0FADB043-7424-401D-A359-5D214C16C1CC}" type="slidenum">
              <a:rPr lang="fr-FR" smtClean="0"/>
              <a:pPr/>
              <a:t>24</a:t>
            </a:fld>
            <a:endParaRPr lang="fr-F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0FADB043-7424-401D-A359-5D214C16C1CC}" type="slidenum">
              <a:rPr lang="fr-FR" smtClean="0"/>
              <a:pPr/>
              <a:t>25</a:t>
            </a:fld>
            <a:endParaRPr lang="fr-F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0FADB043-7424-401D-A359-5D214C16C1CC}" type="slidenum">
              <a:rPr lang="fr-FR" smtClean="0"/>
              <a:pPr/>
              <a:t>26</a:t>
            </a:fld>
            <a:endParaRPr lang="fr-F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0FADB043-7424-401D-A359-5D214C16C1CC}" type="slidenum">
              <a:rPr lang="fr-FR" smtClean="0"/>
              <a:pPr/>
              <a:t>27</a:t>
            </a:fld>
            <a:endParaRPr lang="fr-F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0FADB043-7424-401D-A359-5D214C16C1CC}" type="slidenum">
              <a:rPr lang="fr-FR" smtClean="0"/>
              <a:pPr/>
              <a:t>28</a:t>
            </a:fld>
            <a:endParaRPr lang="fr-F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0FADB043-7424-401D-A359-5D214C16C1CC}" type="slidenum">
              <a:rPr lang="fr-FR" smtClean="0"/>
              <a:pPr/>
              <a:t>29</a:t>
            </a:fld>
            <a:endParaRPr lang="fr-F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0FADB043-7424-401D-A359-5D214C16C1CC}" type="slidenum">
              <a:rPr lang="fr-FR" smtClean="0"/>
              <a:pPr/>
              <a:t>34</a:t>
            </a:fld>
            <a:endParaRPr lang="fr-F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Ref idx="1002">
        <a:schemeClr val="bg2"/>
      </p:bgRef>
    </p:bg>
    <p:spTree>
      <p:nvGrpSpPr>
        <p:cNvPr id="1" name=""/>
        <p:cNvGrpSpPr/>
        <p:nvPr/>
      </p:nvGrpSpPr>
      <p:grpSpPr>
        <a:xfrm>
          <a:off x="0" y="0"/>
          <a:ext cx="0" cy="0"/>
          <a:chOff x="0" y="0"/>
          <a:chExt cx="0" cy="0"/>
        </a:xfrm>
      </p:grpSpPr>
      <p:sp>
        <p:nvSpPr>
          <p:cNvPr id="7" name="Forme libre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8" name="Forme libre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9" name="Titr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fr-FR"/>
              <a:t>Cliquez pour modifier le style du titre</a:t>
            </a:r>
            <a:endParaRPr kumimoji="0" lang="en-US"/>
          </a:p>
        </p:txBody>
      </p:sp>
      <p:sp>
        <p:nvSpPr>
          <p:cNvPr id="17" name="Sous-titr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a:t>Cliquez pour modifier le style des sous-titres du masque</a:t>
            </a:r>
            <a:endParaRPr kumimoji="0" lang="en-US"/>
          </a:p>
        </p:txBody>
      </p:sp>
      <p:sp>
        <p:nvSpPr>
          <p:cNvPr id="30" name="Espace réservé de la date 29"/>
          <p:cNvSpPr>
            <a:spLocks noGrp="1"/>
          </p:cNvSpPr>
          <p:nvPr>
            <p:ph type="dt" sz="half" idx="10"/>
          </p:nvPr>
        </p:nvSpPr>
        <p:spPr/>
        <p:txBody>
          <a:bodyPr/>
          <a:lstStyle/>
          <a:p>
            <a:fld id="{481B042D-ED5D-4DC3-8767-AFED14A7C023}" type="datetimeFigureOut">
              <a:rPr lang="fr-FR" smtClean="0"/>
              <a:pPr/>
              <a:t>28/03/2025</a:t>
            </a:fld>
            <a:endParaRPr lang="fr-FR"/>
          </a:p>
        </p:txBody>
      </p:sp>
      <p:sp>
        <p:nvSpPr>
          <p:cNvPr id="19" name="Espace réservé du pied de page 18"/>
          <p:cNvSpPr>
            <a:spLocks noGrp="1"/>
          </p:cNvSpPr>
          <p:nvPr>
            <p:ph type="ftr" sz="quarter" idx="11"/>
          </p:nvPr>
        </p:nvSpPr>
        <p:spPr/>
        <p:txBody>
          <a:bodyPr/>
          <a:lstStyle/>
          <a:p>
            <a:endParaRPr lang="fr-FR"/>
          </a:p>
        </p:txBody>
      </p:sp>
      <p:sp>
        <p:nvSpPr>
          <p:cNvPr id="27" name="Espace réservé du numéro de diapositive 26"/>
          <p:cNvSpPr>
            <a:spLocks noGrp="1"/>
          </p:cNvSpPr>
          <p:nvPr>
            <p:ph type="sldNum" sz="quarter" idx="12"/>
          </p:nvPr>
        </p:nvSpPr>
        <p:spPr/>
        <p:txBody>
          <a:bodyPr/>
          <a:lstStyle/>
          <a:p>
            <a:fld id="{B3D3B3BF-3F64-4446-895E-776A92F87D6B}" type="slidenum">
              <a:rPr lang="fr-FR" smtClean="0"/>
              <a:pPr/>
              <a:t>‹N°›</a:t>
            </a:fld>
            <a:endParaRPr lang="fr-FR"/>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lgn="l">
              <a:defRPr/>
            </a:lvl1pPr>
          </a:lstStyle>
          <a:p>
            <a:r>
              <a:rPr kumimoji="0" lang="fr-FR"/>
              <a:t>Cliquez pour modifier le style du titre</a:t>
            </a:r>
            <a:endParaRPr kumimoji="0" lang="en-US"/>
          </a:p>
        </p:txBody>
      </p:sp>
      <p:sp>
        <p:nvSpPr>
          <p:cNvPr id="3" name="Espace réservé du contenu 2"/>
          <p:cNvSpPr>
            <a:spLocks noGrp="1"/>
          </p:cNvSpPr>
          <p:nvPr>
            <p:ph idx="1"/>
          </p:nvPr>
        </p:nvSpPr>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481B042D-ED5D-4DC3-8767-AFED14A7C023}" type="datetimeFigureOut">
              <a:rPr lang="fr-FR" smtClean="0"/>
              <a:pPr/>
              <a:t>28/03/2025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3D3B3BF-3F64-4446-895E-776A92F87D6B}" type="slidenum">
              <a:rPr lang="fr-FR" smtClean="0"/>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2">
        <a:schemeClr val="bg2"/>
      </p:bgRef>
    </p:bg>
    <p:spTree>
      <p:nvGrpSpPr>
        <p:cNvPr id="1" name=""/>
        <p:cNvGrpSpPr/>
        <p:nvPr/>
      </p:nvGrpSpPr>
      <p:grpSpPr>
        <a:xfrm>
          <a:off x="0" y="0"/>
          <a:ext cx="0" cy="0"/>
          <a:chOff x="0" y="0"/>
          <a:chExt cx="0" cy="0"/>
        </a:xfrm>
      </p:grpSpPr>
      <p:sp>
        <p:nvSpPr>
          <p:cNvPr id="7" name="Forme libre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9" name="Forme libre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2" name="Titr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fr-FR"/>
              <a:t>Cliquez pour modifier le style du titre</a:t>
            </a:r>
            <a:endParaRPr kumimoji="0" lang="en-US"/>
          </a:p>
        </p:txBody>
      </p:sp>
      <p:sp>
        <p:nvSpPr>
          <p:cNvPr id="3" name="Espace réservé du texte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a:t>Cliquez pour modifier les styles du texte du masque</a:t>
            </a:r>
          </a:p>
        </p:txBody>
      </p:sp>
      <p:sp>
        <p:nvSpPr>
          <p:cNvPr id="4" name="Espace réservé de la date 3"/>
          <p:cNvSpPr>
            <a:spLocks noGrp="1"/>
          </p:cNvSpPr>
          <p:nvPr>
            <p:ph type="dt" sz="half" idx="10"/>
          </p:nvPr>
        </p:nvSpPr>
        <p:spPr/>
        <p:txBody>
          <a:bodyPr/>
          <a:lstStyle/>
          <a:p>
            <a:fld id="{481B042D-ED5D-4DC3-8767-AFED14A7C023}" type="datetimeFigureOut">
              <a:rPr lang="fr-FR" smtClean="0"/>
              <a:pPr/>
              <a:t>28/03/2025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3D3B3BF-3F64-4446-895E-776A92F87D6B}" type="slidenum">
              <a:rPr lang="fr-FR" smtClean="0"/>
              <a:pPr/>
              <a:t>‹N°›</a:t>
            </a:fld>
            <a:endParaRPr lang="fr-F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7467600" cy="1143000"/>
          </a:xfrm>
        </p:spPr>
        <p:txBody>
          <a:bodyPr/>
          <a:lstStyle/>
          <a:p>
            <a:r>
              <a:rPr kumimoji="0" lang="fr-FR"/>
              <a:t>Cliquez pour modifier le style du titre</a:t>
            </a:r>
            <a:endParaRPr kumimoji="0" lang="en-US"/>
          </a:p>
        </p:txBody>
      </p:sp>
      <p:sp>
        <p:nvSpPr>
          <p:cNvPr id="3" name="Espace réservé du contenu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u contenu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5" name="Espace réservé de la date 4"/>
          <p:cNvSpPr>
            <a:spLocks noGrp="1"/>
          </p:cNvSpPr>
          <p:nvPr>
            <p:ph type="dt" sz="half" idx="10"/>
          </p:nvPr>
        </p:nvSpPr>
        <p:spPr/>
        <p:txBody>
          <a:bodyPr/>
          <a:lstStyle/>
          <a:p>
            <a:fld id="{481B042D-ED5D-4DC3-8767-AFED14A7C023}" type="datetimeFigureOut">
              <a:rPr lang="fr-FR" smtClean="0"/>
              <a:pPr/>
              <a:t>28/03/2025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B3D3B3BF-3F64-4446-895E-776A92F87D6B}" type="slidenum">
              <a:rPr lang="fr-FR" smtClean="0"/>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8229600" cy="1143000"/>
          </a:xfrm>
        </p:spPr>
        <p:txBody>
          <a:bodyPr anchor="ctr"/>
          <a:lstStyle>
            <a:lvl1pPr>
              <a:defRPr/>
            </a:lvl1pPr>
          </a:lstStyle>
          <a:p>
            <a:r>
              <a:rPr kumimoji="0" lang="fr-FR"/>
              <a:t>Cliquez pour modifier le style du titre</a:t>
            </a:r>
            <a:endParaRPr kumimoji="0" lang="en-US"/>
          </a:p>
        </p:txBody>
      </p:sp>
      <p:sp>
        <p:nvSpPr>
          <p:cNvPr id="3" name="Espace réservé du texte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a:t>Cliquez pour modifier les styles du texte du masque</a:t>
            </a:r>
          </a:p>
        </p:txBody>
      </p:sp>
      <p:sp>
        <p:nvSpPr>
          <p:cNvPr id="4" name="Espace réservé du texte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a:t>Cliquez pour modifier les styles du texte du masque</a:t>
            </a:r>
          </a:p>
        </p:txBody>
      </p:sp>
      <p:sp>
        <p:nvSpPr>
          <p:cNvPr id="5" name="Espace réservé du contenu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6" name="Espace réservé du contenu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7" name="Espace réservé de la date 6"/>
          <p:cNvSpPr>
            <a:spLocks noGrp="1"/>
          </p:cNvSpPr>
          <p:nvPr>
            <p:ph type="dt" sz="half" idx="10"/>
          </p:nvPr>
        </p:nvSpPr>
        <p:spPr/>
        <p:txBody>
          <a:bodyPr/>
          <a:lstStyle/>
          <a:p>
            <a:fld id="{481B042D-ED5D-4DC3-8767-AFED14A7C023}" type="datetimeFigureOut">
              <a:rPr lang="fr-FR" smtClean="0"/>
              <a:pPr/>
              <a:t>28/03/2025</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B3D3B3BF-3F64-4446-895E-776A92F87D6B}" type="slidenum">
              <a:rPr lang="fr-FR" smtClean="0"/>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a:xfrm>
            <a:off x="457200" y="274320"/>
            <a:ext cx="7470648" cy="1143000"/>
          </a:xfrm>
        </p:spPr>
        <p:txBody>
          <a:bodyPr anchor="ctr"/>
          <a:lstStyle>
            <a:lvl1pPr algn="l">
              <a:defRPr sz="4600"/>
            </a:lvl1pPr>
          </a:lstStyle>
          <a:p>
            <a:r>
              <a:rPr kumimoji="0" lang="fr-FR"/>
              <a:t>Cliquez pour modifier le style du titre</a:t>
            </a:r>
            <a:endParaRPr kumimoji="0" lang="en-US"/>
          </a:p>
        </p:txBody>
      </p:sp>
      <p:sp>
        <p:nvSpPr>
          <p:cNvPr id="7" name="Espace réservé de la date 6"/>
          <p:cNvSpPr>
            <a:spLocks noGrp="1"/>
          </p:cNvSpPr>
          <p:nvPr>
            <p:ph type="dt" sz="half" idx="10"/>
          </p:nvPr>
        </p:nvSpPr>
        <p:spPr/>
        <p:txBody>
          <a:bodyPr/>
          <a:lstStyle/>
          <a:p>
            <a:fld id="{481B042D-ED5D-4DC3-8767-AFED14A7C023}" type="datetimeFigureOut">
              <a:rPr lang="fr-FR" smtClean="0"/>
              <a:pPr/>
              <a:t>28/03/2025</a:t>
            </a:fld>
            <a:endParaRPr lang="fr-FR"/>
          </a:p>
        </p:txBody>
      </p:sp>
      <p:sp>
        <p:nvSpPr>
          <p:cNvPr id="8" name="Espace réservé du numéro de diapositive 7"/>
          <p:cNvSpPr>
            <a:spLocks noGrp="1"/>
          </p:cNvSpPr>
          <p:nvPr>
            <p:ph type="sldNum" sz="quarter" idx="11"/>
          </p:nvPr>
        </p:nvSpPr>
        <p:spPr/>
        <p:txBody>
          <a:bodyPr/>
          <a:lstStyle/>
          <a:p>
            <a:fld id="{B3D3B3BF-3F64-4446-895E-776A92F87D6B}" type="slidenum">
              <a:rPr lang="fr-FR" smtClean="0"/>
              <a:pPr/>
              <a:t>‹N°›</a:t>
            </a:fld>
            <a:endParaRPr lang="fr-FR"/>
          </a:p>
        </p:txBody>
      </p:sp>
      <p:sp>
        <p:nvSpPr>
          <p:cNvPr id="9" name="Espace réservé du pied de page 8"/>
          <p:cNvSpPr>
            <a:spLocks noGrp="1"/>
          </p:cNvSpPr>
          <p:nvPr>
            <p:ph type="ftr" sz="quarter" idx="12"/>
          </p:nvPr>
        </p:nvSpPr>
        <p:spPr/>
        <p:txBody>
          <a:bodyPr/>
          <a:lstStyle/>
          <a:p>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481B042D-ED5D-4DC3-8767-AFED14A7C023}" type="datetimeFigureOut">
              <a:rPr lang="fr-FR" smtClean="0"/>
              <a:pPr/>
              <a:t>28/03/2025</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B3D3B3BF-3F64-4446-895E-776A92F87D6B}"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fr-FR"/>
              <a:t>Cliquez pour modifier le style du titre</a:t>
            </a:r>
            <a:endParaRPr kumimoji="0" lang="en-US"/>
          </a:p>
        </p:txBody>
      </p:sp>
      <p:sp>
        <p:nvSpPr>
          <p:cNvPr id="3" name="Espace réservé du texte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fr-FR"/>
              <a:t>Cliquez pour modifier les styles du texte du masque</a:t>
            </a:r>
          </a:p>
        </p:txBody>
      </p:sp>
      <p:sp>
        <p:nvSpPr>
          <p:cNvPr id="4" name="Espace réservé du contenu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5" name="Espace réservé de la date 4"/>
          <p:cNvSpPr>
            <a:spLocks noGrp="1"/>
          </p:cNvSpPr>
          <p:nvPr>
            <p:ph type="dt" sz="half" idx="10"/>
          </p:nvPr>
        </p:nvSpPr>
        <p:spPr/>
        <p:txBody>
          <a:bodyPr/>
          <a:lstStyle/>
          <a:p>
            <a:fld id="{481B042D-ED5D-4DC3-8767-AFED14A7C023}" type="datetimeFigureOut">
              <a:rPr lang="fr-FR" smtClean="0"/>
              <a:pPr/>
              <a:t>28/03/2025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a:xfrm>
            <a:off x="8156448" y="6422064"/>
            <a:ext cx="762000" cy="365125"/>
          </a:xfrm>
        </p:spPr>
        <p:txBody>
          <a:bodyPr/>
          <a:lstStyle/>
          <a:p>
            <a:fld id="{B3D3B3BF-3F64-4446-895E-776A92F87D6B}" type="slidenum">
              <a:rPr lang="fr-FR" smtClean="0"/>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fr-FR"/>
              <a:t>Cliquez pour modifier le style du titre</a:t>
            </a:r>
            <a:endParaRPr kumimoji="0" lang="en-US"/>
          </a:p>
        </p:txBody>
      </p:sp>
      <p:sp>
        <p:nvSpPr>
          <p:cNvPr id="3" name="Espace réservé pour une image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fr-FR"/>
              <a:t>Cliquez sur l'icône pour ajouter une image</a:t>
            </a:r>
            <a:endParaRPr kumimoji="0" lang="en-US" dirty="0"/>
          </a:p>
        </p:txBody>
      </p:sp>
      <p:sp>
        <p:nvSpPr>
          <p:cNvPr id="4" name="Espace réservé du texte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fr-FR"/>
              <a:t>Cliquez pour modifier les styles du texte du masque</a:t>
            </a:r>
          </a:p>
        </p:txBody>
      </p:sp>
      <p:sp>
        <p:nvSpPr>
          <p:cNvPr id="5" name="Espace réservé de la date 4"/>
          <p:cNvSpPr>
            <a:spLocks noGrp="1"/>
          </p:cNvSpPr>
          <p:nvPr>
            <p:ph type="dt" sz="half" idx="10"/>
          </p:nvPr>
        </p:nvSpPr>
        <p:spPr>
          <a:xfrm>
            <a:off x="457200" y="6422064"/>
            <a:ext cx="2133600" cy="365125"/>
          </a:xfrm>
        </p:spPr>
        <p:txBody>
          <a:bodyPr/>
          <a:lstStyle/>
          <a:p>
            <a:fld id="{481B042D-ED5D-4DC3-8767-AFED14A7C023}" type="datetimeFigureOut">
              <a:rPr lang="fr-FR" smtClean="0"/>
              <a:pPr/>
              <a:t>28/03/2025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B3D3B3BF-3F64-4446-895E-776A92F87D6B}" type="slidenum">
              <a:rPr lang="fr-FR" smtClean="0"/>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481B042D-ED5D-4DC3-8767-AFED14A7C023}" type="datetimeFigureOut">
              <a:rPr lang="fr-FR" smtClean="0"/>
              <a:pPr/>
              <a:t>28/03/2025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3D3B3BF-3F64-4446-895E-776A92F87D6B}"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kumimoji="0" lang="fr-FR"/>
              <a:t>Cliquez pour modifier le style du titre</a:t>
            </a:r>
            <a:endParaRPr kumimoji="0" lang="en-US"/>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481B042D-ED5D-4DC3-8767-AFED14A7C023}" type="datetimeFigureOut">
              <a:rPr lang="fr-FR" smtClean="0"/>
              <a:pPr/>
              <a:t>28/03/2025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3D3B3BF-3F64-4446-895E-776A92F87D6B}" type="slidenum">
              <a:rPr lang="fr-FR" smtClean="0"/>
              <a:pPr/>
              <a:t>‹N°›</a:t>
            </a:fld>
            <a:endParaRPr lang="fr-F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7" name="Triangle isocèle 6"/>
          <p:cNvSpPr/>
          <p:nvPr/>
        </p:nvSpPr>
        <p:spPr>
          <a:xfrm rot="16200000">
            <a:off x="7554353" y="5254283"/>
            <a:ext cx="1892949" cy="1294228"/>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re 7"/>
          <p:cNvSpPr>
            <a:spLocks noGrp="1"/>
          </p:cNvSpPr>
          <p:nvPr>
            <p:ph type="ctrTitle"/>
          </p:nvPr>
        </p:nvSpPr>
        <p:spPr>
          <a:xfrm>
            <a:off x="540544" y="776288"/>
            <a:ext cx="8062912" cy="1470025"/>
          </a:xfrm>
        </p:spPr>
        <p:txBody>
          <a:bodyPr anchor="b">
            <a:normAutofit/>
          </a:bodyPr>
          <a:lstStyle>
            <a:lvl1pPr algn="r">
              <a:defRPr sz="4400"/>
            </a:lvl1pPr>
          </a:lstStyle>
          <a:p>
            <a:r>
              <a:rPr kumimoji="0" lang="fr-FR"/>
              <a:t>Cliquez pour modifier le style du titre</a:t>
            </a:r>
            <a:endParaRPr kumimoji="0" lang="en-US"/>
          </a:p>
        </p:txBody>
      </p:sp>
      <p:sp>
        <p:nvSpPr>
          <p:cNvPr id="9" name="Sous-titre 8"/>
          <p:cNvSpPr>
            <a:spLocks noGrp="1"/>
          </p:cNvSpPr>
          <p:nvPr>
            <p:ph type="subTitle" idx="1"/>
          </p:nvPr>
        </p:nvSpPr>
        <p:spPr>
          <a:xfrm>
            <a:off x="540544" y="2250280"/>
            <a:ext cx="8062912" cy="1752600"/>
          </a:xfrm>
        </p:spPr>
        <p:txBody>
          <a:bodyPr/>
          <a:lstStyle>
            <a:lvl1pPr marL="0" marR="36576" indent="0" algn="r">
              <a:spcBef>
                <a:spcPts val="0"/>
              </a:spcBef>
              <a:buNone/>
              <a:defRPr>
                <a:ln>
                  <a:solidFill>
                    <a:schemeClr val="bg2"/>
                  </a:solidFill>
                </a:ln>
                <a:solidFill>
                  <a:schemeClr val="tx1">
                    <a:tint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a:t>Cliquez pour modifier le style des sous-titres du masque</a:t>
            </a:r>
            <a:endParaRPr kumimoji="0" lang="en-US"/>
          </a:p>
        </p:txBody>
      </p:sp>
      <p:sp>
        <p:nvSpPr>
          <p:cNvPr id="28" name="Espace réservé de la date 27"/>
          <p:cNvSpPr>
            <a:spLocks noGrp="1"/>
          </p:cNvSpPr>
          <p:nvPr>
            <p:ph type="dt" sz="half" idx="10"/>
          </p:nvPr>
        </p:nvSpPr>
        <p:spPr>
          <a:xfrm>
            <a:off x="1371600" y="6012656"/>
            <a:ext cx="5791200" cy="365125"/>
          </a:xfrm>
        </p:spPr>
        <p:txBody>
          <a:bodyPr tIns="0" bIns="0" anchor="t"/>
          <a:lstStyle>
            <a:lvl1pPr algn="r">
              <a:defRPr sz="1000"/>
            </a:lvl1pPr>
          </a:lstStyle>
          <a:p>
            <a:fld id="{481B042D-ED5D-4DC3-8767-AFED14A7C023}" type="datetimeFigureOut">
              <a:rPr lang="fr-FR" smtClean="0"/>
              <a:pPr/>
              <a:t>28/03/2025</a:t>
            </a:fld>
            <a:endParaRPr lang="fr-FR"/>
          </a:p>
        </p:txBody>
      </p:sp>
      <p:sp>
        <p:nvSpPr>
          <p:cNvPr id="17" name="Espace réservé du pied de page 16"/>
          <p:cNvSpPr>
            <a:spLocks noGrp="1"/>
          </p:cNvSpPr>
          <p:nvPr>
            <p:ph type="ftr" sz="quarter" idx="11"/>
          </p:nvPr>
        </p:nvSpPr>
        <p:spPr>
          <a:xfrm>
            <a:off x="1371600" y="5650704"/>
            <a:ext cx="5791200" cy="365125"/>
          </a:xfrm>
        </p:spPr>
        <p:txBody>
          <a:bodyPr tIns="0" bIns="0" anchor="b"/>
          <a:lstStyle>
            <a:lvl1pPr algn="r">
              <a:defRPr sz="1100"/>
            </a:lvl1pPr>
          </a:lstStyle>
          <a:p>
            <a:endParaRPr lang="fr-FR"/>
          </a:p>
        </p:txBody>
      </p:sp>
      <p:sp>
        <p:nvSpPr>
          <p:cNvPr id="29" name="Espace réservé du numéro de diapositive 28"/>
          <p:cNvSpPr>
            <a:spLocks noGrp="1"/>
          </p:cNvSpPr>
          <p:nvPr>
            <p:ph type="sldNum" sz="quarter" idx="12"/>
          </p:nvPr>
        </p:nvSpPr>
        <p:spPr>
          <a:xfrm>
            <a:off x="8392247" y="5752307"/>
            <a:ext cx="502920" cy="365125"/>
          </a:xfrm>
        </p:spPr>
        <p:txBody>
          <a:bodyPr anchor="ctr"/>
          <a:lstStyle>
            <a:lvl1pPr algn="ctr">
              <a:defRPr sz="1300">
                <a:solidFill>
                  <a:srgbClr val="FFFFFF"/>
                </a:solidFill>
              </a:defRPr>
            </a:lvl1pPr>
          </a:lstStyle>
          <a:p>
            <a:fld id="{B3D3B3BF-3F64-4446-895E-776A92F87D6B}" type="slidenum">
              <a:rPr lang="fr-FR" smtClean="0"/>
              <a:pPr/>
              <a:t>‹N°›</a:t>
            </a:fld>
            <a:endParaRPr lang="fr-F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457200" y="267494"/>
            <a:ext cx="8229600" cy="1399032"/>
          </a:xfrm>
        </p:spPr>
        <p:txBody>
          <a:bodyPr/>
          <a:lstStyle/>
          <a:p>
            <a:r>
              <a:rPr kumimoji="0" lang="fr-FR"/>
              <a:t>Cliquez pour modifier le style du titre</a:t>
            </a:r>
            <a:endParaRPr kumimoji="0" lang="en-US"/>
          </a:p>
        </p:txBody>
      </p:sp>
      <p:sp>
        <p:nvSpPr>
          <p:cNvPr id="3" name="Espace réservé du contenu 2"/>
          <p:cNvSpPr>
            <a:spLocks noGrp="1"/>
          </p:cNvSpPr>
          <p:nvPr>
            <p:ph idx="1"/>
          </p:nvPr>
        </p:nvSpPr>
        <p:spPr>
          <a:xfrm>
            <a:off x="457200" y="1882808"/>
            <a:ext cx="8229600" cy="4572000"/>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a:xfrm>
            <a:off x="4791456" y="6480048"/>
            <a:ext cx="2133600" cy="301752"/>
          </a:xfrm>
        </p:spPr>
        <p:txBody>
          <a:bodyPr/>
          <a:lstStyle/>
          <a:p>
            <a:fld id="{481B042D-ED5D-4DC3-8767-AFED14A7C023}" type="datetimeFigureOut">
              <a:rPr lang="fr-FR" smtClean="0"/>
              <a:pPr/>
              <a:t>28/03/2025</a:t>
            </a:fld>
            <a:endParaRPr lang="fr-FR"/>
          </a:p>
        </p:txBody>
      </p:sp>
      <p:sp>
        <p:nvSpPr>
          <p:cNvPr id="5" name="Espace réservé du pied de page 4"/>
          <p:cNvSpPr>
            <a:spLocks noGrp="1"/>
          </p:cNvSpPr>
          <p:nvPr>
            <p:ph type="ftr" sz="quarter" idx="11"/>
          </p:nvPr>
        </p:nvSpPr>
        <p:spPr>
          <a:xfrm>
            <a:off x="457200" y="6480969"/>
            <a:ext cx="4260056" cy="300831"/>
          </a:xfrm>
        </p:spPr>
        <p:txBody>
          <a:bodyPr/>
          <a:lstStyle/>
          <a:p>
            <a:endParaRPr lang="fr-FR"/>
          </a:p>
        </p:txBody>
      </p:sp>
      <p:sp>
        <p:nvSpPr>
          <p:cNvPr id="6" name="Espace réservé du numéro de diapositive 5"/>
          <p:cNvSpPr>
            <a:spLocks noGrp="1"/>
          </p:cNvSpPr>
          <p:nvPr>
            <p:ph type="sldNum" sz="quarter" idx="12"/>
          </p:nvPr>
        </p:nvSpPr>
        <p:spPr/>
        <p:txBody>
          <a:bodyPr/>
          <a:lstStyle/>
          <a:p>
            <a:fld id="{B3D3B3BF-3F64-4446-895E-776A92F87D6B}" type="slidenum">
              <a:rPr lang="fr-FR" smtClean="0"/>
              <a:pPr/>
              <a:t>‹N°›</a:t>
            </a:fld>
            <a:endParaRPr lang="fr-F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2">
        <a:schemeClr val="bg1"/>
      </p:bgRef>
    </p:bg>
    <p:spTree>
      <p:nvGrpSpPr>
        <p:cNvPr id="1" name=""/>
        <p:cNvGrpSpPr/>
        <p:nvPr/>
      </p:nvGrpSpPr>
      <p:grpSpPr>
        <a:xfrm>
          <a:off x="0" y="0"/>
          <a:ext cx="0" cy="0"/>
          <a:chOff x="0" y="0"/>
          <a:chExt cx="0" cy="0"/>
        </a:xfrm>
      </p:grpSpPr>
      <p:sp>
        <p:nvSpPr>
          <p:cNvPr id="9" name="Triangle rectangle 8"/>
          <p:cNvSpPr/>
          <p:nvPr/>
        </p:nvSpPr>
        <p:spPr>
          <a:xfrm flipV="1">
            <a:off x="7034" y="7034"/>
            <a:ext cx="9129932" cy="6836899"/>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algn="ctr" defTabSz="914400" rtl="0" eaLnBrk="1" latinLnBrk="0" hangingPunct="1"/>
            <a:endParaRPr kumimoji="0" lang="en-US" sz="1800" kern="1200">
              <a:solidFill>
                <a:schemeClr val="lt1"/>
              </a:solidFill>
              <a:latin typeface="+mn-lt"/>
              <a:ea typeface="+mn-ea"/>
              <a:cs typeface="+mn-cs"/>
            </a:endParaRPr>
          </a:p>
        </p:txBody>
      </p:sp>
      <p:sp>
        <p:nvSpPr>
          <p:cNvPr id="8" name="Triangle isocèle 7"/>
          <p:cNvSpPr/>
          <p:nvPr/>
        </p:nvSpPr>
        <p:spPr>
          <a:xfrm rot="5400000" flipV="1">
            <a:off x="7554353" y="309490"/>
            <a:ext cx="1892949" cy="1294228"/>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 name="Espace réservé de la date 3"/>
          <p:cNvSpPr>
            <a:spLocks noGrp="1"/>
          </p:cNvSpPr>
          <p:nvPr>
            <p:ph type="dt" sz="half" idx="10"/>
          </p:nvPr>
        </p:nvSpPr>
        <p:spPr>
          <a:xfrm>
            <a:off x="6955632" y="6477000"/>
            <a:ext cx="2133600" cy="304800"/>
          </a:xfrm>
        </p:spPr>
        <p:txBody>
          <a:bodyPr/>
          <a:lstStyle/>
          <a:p>
            <a:fld id="{481B042D-ED5D-4DC3-8767-AFED14A7C023}" type="datetimeFigureOut">
              <a:rPr lang="fr-FR" smtClean="0"/>
              <a:pPr/>
              <a:t>28/03/2025</a:t>
            </a:fld>
            <a:endParaRPr lang="fr-FR"/>
          </a:p>
        </p:txBody>
      </p:sp>
      <p:sp>
        <p:nvSpPr>
          <p:cNvPr id="5" name="Espace réservé du pied de page 4"/>
          <p:cNvSpPr>
            <a:spLocks noGrp="1"/>
          </p:cNvSpPr>
          <p:nvPr>
            <p:ph type="ftr" sz="quarter" idx="11"/>
          </p:nvPr>
        </p:nvSpPr>
        <p:spPr>
          <a:xfrm>
            <a:off x="2619376" y="6480969"/>
            <a:ext cx="4260056" cy="300831"/>
          </a:xfrm>
        </p:spPr>
        <p:txBody>
          <a:bodyPr/>
          <a:lstStyle/>
          <a:p>
            <a:endParaRPr lang="fr-FR"/>
          </a:p>
        </p:txBody>
      </p:sp>
      <p:sp>
        <p:nvSpPr>
          <p:cNvPr id="6" name="Espace réservé du numéro de diapositive 5"/>
          <p:cNvSpPr>
            <a:spLocks noGrp="1"/>
          </p:cNvSpPr>
          <p:nvPr>
            <p:ph type="sldNum" sz="quarter" idx="12"/>
          </p:nvPr>
        </p:nvSpPr>
        <p:spPr>
          <a:xfrm>
            <a:off x="8451056" y="809624"/>
            <a:ext cx="502920" cy="300831"/>
          </a:xfrm>
        </p:spPr>
        <p:txBody>
          <a:bodyPr/>
          <a:lstStyle/>
          <a:p>
            <a:fld id="{B3D3B3BF-3F64-4446-895E-776A92F87D6B}" type="slidenum">
              <a:rPr lang="fr-FR" smtClean="0"/>
              <a:pPr/>
              <a:t>‹N°›</a:t>
            </a:fld>
            <a:endParaRPr lang="fr-FR"/>
          </a:p>
        </p:txBody>
      </p:sp>
      <p:cxnSp>
        <p:nvCxnSpPr>
          <p:cNvPr id="11" name="Connecteur droit 10"/>
          <p:cNvCxnSpPr/>
          <p:nvPr/>
        </p:nvCxnSpPr>
        <p:spPr>
          <a:xfrm rot="10800000">
            <a:off x="6468794" y="9381"/>
            <a:ext cx="2672861" cy="1900210"/>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0" name="Connecteur droit 9"/>
          <p:cNvCxnSpPr/>
          <p:nvPr/>
        </p:nvCxnSpPr>
        <p:spPr>
          <a:xfrm flipV="1">
            <a:off x="0" y="7034"/>
            <a:ext cx="9136966" cy="6843933"/>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 name="Titre 1"/>
          <p:cNvSpPr>
            <a:spLocks noGrp="1"/>
          </p:cNvSpPr>
          <p:nvPr>
            <p:ph type="title"/>
          </p:nvPr>
        </p:nvSpPr>
        <p:spPr>
          <a:xfrm>
            <a:off x="381000" y="271464"/>
            <a:ext cx="7239000" cy="1362075"/>
          </a:xfrm>
        </p:spPr>
        <p:txBody>
          <a:bodyPr anchor="ctr"/>
          <a:lstStyle>
            <a:lvl1pPr marL="0" algn="l">
              <a:buNone/>
              <a:defRPr sz="3600" b="1" cap="none" baseline="0"/>
            </a:lvl1pPr>
          </a:lstStyle>
          <a:p>
            <a:r>
              <a:rPr kumimoji="0" lang="fr-FR"/>
              <a:t>Cliquez pour modifier le style du titre</a:t>
            </a:r>
            <a:endParaRPr kumimoji="0" lang="en-US"/>
          </a:p>
        </p:txBody>
      </p:sp>
      <p:sp>
        <p:nvSpPr>
          <p:cNvPr id="3" name="Espace réservé du texte 2"/>
          <p:cNvSpPr>
            <a:spLocks noGrp="1"/>
          </p:cNvSpPr>
          <p:nvPr>
            <p:ph type="body" idx="1"/>
          </p:nvPr>
        </p:nvSpPr>
        <p:spPr>
          <a:xfrm>
            <a:off x="381000" y="1633536"/>
            <a:ext cx="3886200" cy="2286000"/>
          </a:xfrm>
        </p:spPr>
        <p:txBody>
          <a:bodyPr anchor="t"/>
          <a:lstStyle>
            <a:lvl1pPr marL="54864" indent="0" algn="l">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a:t>Cliquez pour modifier les styles du texte du masque</a:t>
            </a:r>
          </a:p>
        </p:txBody>
      </p:sp>
    </p:spTree>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marL="0" algn="l">
              <a:defRPr/>
            </a:lvl1pPr>
          </a:lstStyle>
          <a:p>
            <a:r>
              <a:rPr kumimoji="0" lang="fr-FR"/>
              <a:t>Cliquez pour modifier le style du titre</a:t>
            </a:r>
            <a:endParaRPr kumimoji="0" lang="en-US"/>
          </a:p>
        </p:txBody>
      </p:sp>
      <p:sp>
        <p:nvSpPr>
          <p:cNvPr id="3" name="Espace réservé du contenu 2"/>
          <p:cNvSpPr>
            <a:spLocks noGrp="1"/>
          </p:cNvSpPr>
          <p:nvPr>
            <p:ph sz="half" idx="1"/>
          </p:nvPr>
        </p:nvSpPr>
        <p:spPr>
          <a:xfrm>
            <a:off x="457200" y="1722437"/>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u contenu 3"/>
          <p:cNvSpPr>
            <a:spLocks noGrp="1"/>
          </p:cNvSpPr>
          <p:nvPr>
            <p:ph sz="half" idx="2"/>
          </p:nvPr>
        </p:nvSpPr>
        <p:spPr>
          <a:xfrm>
            <a:off x="4648200" y="1722437"/>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5" name="Espace réservé de la date 4"/>
          <p:cNvSpPr>
            <a:spLocks noGrp="1"/>
          </p:cNvSpPr>
          <p:nvPr>
            <p:ph type="dt" sz="half" idx="10"/>
          </p:nvPr>
        </p:nvSpPr>
        <p:spPr>
          <a:xfrm>
            <a:off x="4791456" y="6480969"/>
            <a:ext cx="2133600" cy="301752"/>
          </a:xfrm>
        </p:spPr>
        <p:txBody>
          <a:bodyPr/>
          <a:lstStyle/>
          <a:p>
            <a:fld id="{481B042D-ED5D-4DC3-8767-AFED14A7C023}" type="datetimeFigureOut">
              <a:rPr lang="fr-FR" smtClean="0"/>
              <a:pPr/>
              <a:t>28/03/2025</a:t>
            </a:fld>
            <a:endParaRPr lang="fr-FR"/>
          </a:p>
        </p:txBody>
      </p:sp>
      <p:sp>
        <p:nvSpPr>
          <p:cNvPr id="6" name="Espace réservé du pied de page 5"/>
          <p:cNvSpPr>
            <a:spLocks noGrp="1"/>
          </p:cNvSpPr>
          <p:nvPr>
            <p:ph type="ftr" sz="quarter" idx="11"/>
          </p:nvPr>
        </p:nvSpPr>
        <p:spPr>
          <a:xfrm>
            <a:off x="457200" y="6480969"/>
            <a:ext cx="4260056" cy="301752"/>
          </a:xfrm>
        </p:spPr>
        <p:txBody>
          <a:bodyPr/>
          <a:lstStyle/>
          <a:p>
            <a:endParaRPr lang="fr-FR"/>
          </a:p>
        </p:txBody>
      </p:sp>
      <p:sp>
        <p:nvSpPr>
          <p:cNvPr id="7" name="Espace réservé du numéro de diapositive 6"/>
          <p:cNvSpPr>
            <a:spLocks noGrp="1"/>
          </p:cNvSpPr>
          <p:nvPr>
            <p:ph type="sldNum" sz="quarter" idx="12"/>
          </p:nvPr>
        </p:nvSpPr>
        <p:spPr>
          <a:xfrm>
            <a:off x="7589520" y="6480969"/>
            <a:ext cx="502920" cy="301752"/>
          </a:xfrm>
        </p:spPr>
        <p:txBody>
          <a:bodyPr/>
          <a:lstStyle/>
          <a:p>
            <a:fld id="{B3D3B3BF-3F64-4446-895E-776A92F87D6B}" type="slidenum">
              <a:rPr lang="fr-FR" smtClean="0"/>
              <a:pPr/>
              <a:t>‹N°›</a:t>
            </a:fld>
            <a:endParaRPr lang="fr-F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aison">
    <p:bg>
      <p:bgRef idx="1002">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248198" y="290732"/>
            <a:ext cx="1066800" cy="6153912"/>
          </a:xfrm>
        </p:spPr>
        <p:txBody>
          <a:bodyPr vert="vert270" anchor="b"/>
          <a:lstStyle>
            <a:lvl1pPr marL="0" algn="ctr">
              <a:defRPr sz="3300" b="1">
                <a:ln w="6350">
                  <a:solidFill>
                    <a:schemeClr val="tx1"/>
                  </a:solidFill>
                </a:ln>
                <a:solidFill>
                  <a:schemeClr val="tx1"/>
                </a:solidFill>
              </a:defRPr>
            </a:lvl1pPr>
          </a:lstStyle>
          <a:p>
            <a:r>
              <a:rPr kumimoji="0" lang="fr-FR"/>
              <a:t>Cliquez pour modifier le style du titre</a:t>
            </a:r>
            <a:endParaRPr kumimoji="0" lang="en-US"/>
          </a:p>
        </p:txBody>
      </p:sp>
      <p:sp>
        <p:nvSpPr>
          <p:cNvPr id="3" name="Espace réservé du texte 2"/>
          <p:cNvSpPr>
            <a:spLocks noGrp="1"/>
          </p:cNvSpPr>
          <p:nvPr>
            <p:ph type="body" idx="1"/>
          </p:nvPr>
        </p:nvSpPr>
        <p:spPr>
          <a:xfrm>
            <a:off x="1365006" y="290732"/>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a:t>Cliquez pour modifier les styles du texte du masque</a:t>
            </a:r>
          </a:p>
        </p:txBody>
      </p:sp>
      <p:sp>
        <p:nvSpPr>
          <p:cNvPr id="4" name="Espace réservé du texte 3"/>
          <p:cNvSpPr>
            <a:spLocks noGrp="1"/>
          </p:cNvSpPr>
          <p:nvPr>
            <p:ph type="body" sz="half" idx="3"/>
          </p:nvPr>
        </p:nvSpPr>
        <p:spPr>
          <a:xfrm>
            <a:off x="1365006" y="3427124"/>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a:t>Cliquez pour modifier les styles du texte du masque</a:t>
            </a:r>
          </a:p>
        </p:txBody>
      </p:sp>
      <p:sp>
        <p:nvSpPr>
          <p:cNvPr id="5" name="Espace réservé du contenu 4"/>
          <p:cNvSpPr>
            <a:spLocks noGrp="1"/>
          </p:cNvSpPr>
          <p:nvPr>
            <p:ph sz="quarter" idx="2"/>
          </p:nvPr>
        </p:nvSpPr>
        <p:spPr>
          <a:xfrm>
            <a:off x="2022230" y="290732"/>
            <a:ext cx="6858000" cy="3017520"/>
          </a:xfrm>
        </p:spPr>
        <p:txBody>
          <a:bodyPr/>
          <a:lstStyle>
            <a:lvl1pPr algn="l">
              <a:defRPr sz="2400"/>
            </a:lvl1pPr>
            <a:lvl2pPr algn="l">
              <a:defRPr sz="2000"/>
            </a:lvl2pPr>
            <a:lvl3pPr algn="l">
              <a:defRPr sz="1800"/>
            </a:lvl3pPr>
            <a:lvl4pPr algn="l">
              <a:defRPr sz="1600"/>
            </a:lvl4pPr>
            <a:lvl5pPr algn="l">
              <a:defRPr sz="1600"/>
            </a:lvl5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6" name="Espace réservé du contenu 5"/>
          <p:cNvSpPr>
            <a:spLocks noGrp="1"/>
          </p:cNvSpPr>
          <p:nvPr>
            <p:ph sz="quarter" idx="4"/>
          </p:nvPr>
        </p:nvSpPr>
        <p:spPr>
          <a:xfrm>
            <a:off x="2022230" y="3427124"/>
            <a:ext cx="6858000" cy="3017520"/>
          </a:xfrm>
        </p:spPr>
        <p:txBody>
          <a:bodyPr/>
          <a:lstStyle>
            <a:lvl1pPr>
              <a:defRPr sz="2400"/>
            </a:lvl1pPr>
            <a:lvl2pPr>
              <a:defRPr sz="2000"/>
            </a:lvl2pPr>
            <a:lvl3pPr>
              <a:defRPr sz="1800"/>
            </a:lvl3pPr>
            <a:lvl4pPr>
              <a:defRPr sz="1600"/>
            </a:lvl4pPr>
            <a:lvl5pPr>
              <a:defRPr sz="1600"/>
            </a:lvl5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7" name="Espace réservé de la date 6"/>
          <p:cNvSpPr>
            <a:spLocks noGrp="1"/>
          </p:cNvSpPr>
          <p:nvPr>
            <p:ph type="dt" sz="half" idx="10"/>
          </p:nvPr>
        </p:nvSpPr>
        <p:spPr>
          <a:xfrm>
            <a:off x="4791456" y="6480969"/>
            <a:ext cx="2130552" cy="301752"/>
          </a:xfrm>
        </p:spPr>
        <p:txBody>
          <a:bodyPr/>
          <a:lstStyle/>
          <a:p>
            <a:fld id="{481B042D-ED5D-4DC3-8767-AFED14A7C023}" type="datetimeFigureOut">
              <a:rPr lang="fr-FR" smtClean="0"/>
              <a:pPr/>
              <a:t>28/03/2025</a:t>
            </a:fld>
            <a:endParaRPr lang="fr-FR"/>
          </a:p>
        </p:txBody>
      </p:sp>
      <p:sp>
        <p:nvSpPr>
          <p:cNvPr id="8" name="Espace réservé du pied de page 7"/>
          <p:cNvSpPr>
            <a:spLocks noGrp="1"/>
          </p:cNvSpPr>
          <p:nvPr>
            <p:ph type="ftr" sz="quarter" idx="11"/>
          </p:nvPr>
        </p:nvSpPr>
        <p:spPr>
          <a:xfrm>
            <a:off x="457200" y="6480969"/>
            <a:ext cx="4261104" cy="301752"/>
          </a:xfrm>
        </p:spPr>
        <p:txBody>
          <a:bodyPr/>
          <a:lstStyle/>
          <a:p>
            <a:endParaRPr lang="fr-FR"/>
          </a:p>
        </p:txBody>
      </p:sp>
      <p:sp>
        <p:nvSpPr>
          <p:cNvPr id="9" name="Espace réservé du numéro de diapositive 8"/>
          <p:cNvSpPr>
            <a:spLocks noGrp="1"/>
          </p:cNvSpPr>
          <p:nvPr>
            <p:ph type="sldNum" sz="quarter" idx="12"/>
          </p:nvPr>
        </p:nvSpPr>
        <p:spPr>
          <a:xfrm>
            <a:off x="7589520" y="6483096"/>
            <a:ext cx="502920" cy="301752"/>
          </a:xfrm>
        </p:spPr>
        <p:txBody>
          <a:bodyPr/>
          <a:lstStyle>
            <a:lvl1pPr algn="ctr">
              <a:defRPr/>
            </a:lvl1pPr>
          </a:lstStyle>
          <a:p>
            <a:fld id="{B3D3B3BF-3F64-4446-895E-776A92F87D6B}" type="slidenum">
              <a:rPr lang="fr-FR" smtClean="0"/>
              <a:pPr/>
              <a:t>‹N°›</a:t>
            </a:fld>
            <a:endParaRPr lang="fr-FR"/>
          </a:p>
        </p:txBody>
      </p:sp>
    </p:spTree>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b="0"/>
            </a:lvl1pPr>
          </a:lstStyle>
          <a:p>
            <a:r>
              <a:rPr kumimoji="0" lang="fr-FR"/>
              <a:t>Cliquez pour modifier le style du titre</a:t>
            </a:r>
            <a:endParaRPr kumimoji="0" lang="en-US"/>
          </a:p>
        </p:txBody>
      </p:sp>
      <p:sp>
        <p:nvSpPr>
          <p:cNvPr id="3" name="Espace réservé de la date 2"/>
          <p:cNvSpPr>
            <a:spLocks noGrp="1"/>
          </p:cNvSpPr>
          <p:nvPr>
            <p:ph type="dt" sz="half" idx="10"/>
          </p:nvPr>
        </p:nvSpPr>
        <p:spPr/>
        <p:txBody>
          <a:bodyPr/>
          <a:lstStyle/>
          <a:p>
            <a:fld id="{481B042D-ED5D-4DC3-8767-AFED14A7C023}" type="datetimeFigureOut">
              <a:rPr lang="fr-FR" smtClean="0"/>
              <a:pPr/>
              <a:t>28/03/2025</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B3D3B3BF-3F64-4446-895E-776A92F87D6B}" type="slidenum">
              <a:rPr lang="fr-FR" smtClean="0"/>
              <a:pPr/>
              <a:t>‹N°›</a:t>
            </a:fld>
            <a:endParaRPr lang="fr-F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a:xfrm>
            <a:off x="4791456" y="6480969"/>
            <a:ext cx="2133600" cy="301752"/>
          </a:xfrm>
        </p:spPr>
        <p:txBody>
          <a:bodyPr/>
          <a:lstStyle/>
          <a:p>
            <a:fld id="{481B042D-ED5D-4DC3-8767-AFED14A7C023}" type="datetimeFigureOut">
              <a:rPr lang="fr-FR" smtClean="0"/>
              <a:pPr/>
              <a:t>28/03/2025</a:t>
            </a:fld>
            <a:endParaRPr lang="fr-FR"/>
          </a:p>
        </p:txBody>
      </p:sp>
      <p:sp>
        <p:nvSpPr>
          <p:cNvPr id="3" name="Espace réservé du pied de page 2"/>
          <p:cNvSpPr>
            <a:spLocks noGrp="1"/>
          </p:cNvSpPr>
          <p:nvPr>
            <p:ph type="ftr" sz="quarter" idx="11"/>
          </p:nvPr>
        </p:nvSpPr>
        <p:spPr>
          <a:xfrm>
            <a:off x="457200" y="6481890"/>
            <a:ext cx="4260056" cy="300831"/>
          </a:xfrm>
        </p:spPr>
        <p:txBody>
          <a:bodyPr/>
          <a:lstStyle/>
          <a:p>
            <a:endParaRPr lang="fr-FR"/>
          </a:p>
        </p:txBody>
      </p:sp>
      <p:sp>
        <p:nvSpPr>
          <p:cNvPr id="4" name="Espace réservé du numéro de diapositive 3"/>
          <p:cNvSpPr>
            <a:spLocks noGrp="1"/>
          </p:cNvSpPr>
          <p:nvPr>
            <p:ph type="sldNum" sz="quarter" idx="12"/>
          </p:nvPr>
        </p:nvSpPr>
        <p:spPr>
          <a:xfrm>
            <a:off x="7589520" y="6480969"/>
            <a:ext cx="502920" cy="301752"/>
          </a:xfrm>
        </p:spPr>
        <p:txBody>
          <a:bodyPr/>
          <a:lstStyle/>
          <a:p>
            <a:fld id="{B3D3B3BF-3F64-4446-895E-776A92F87D6B}" type="slidenum">
              <a:rPr lang="fr-FR" smtClean="0"/>
              <a:pPr/>
              <a:t>‹N°›</a:t>
            </a:fld>
            <a:endParaRPr lang="fr-F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bg>
      <p:bgRef idx="1002">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219456" y="367664"/>
            <a:ext cx="914400" cy="5943600"/>
          </a:xfrm>
        </p:spPr>
        <p:txBody>
          <a:bodyPr vert="vert270" anchor="b"/>
          <a:lstStyle>
            <a:lvl1pPr marL="0" marR="18288" algn="r">
              <a:spcBef>
                <a:spcPts val="0"/>
              </a:spcBef>
              <a:buNone/>
              <a:defRPr sz="2900" b="0" cap="all" baseline="0"/>
            </a:lvl1pPr>
          </a:lstStyle>
          <a:p>
            <a:r>
              <a:rPr kumimoji="0" lang="fr-FR"/>
              <a:t>Cliquez pour modifier le style du titre</a:t>
            </a:r>
            <a:endParaRPr kumimoji="0" lang="en-US"/>
          </a:p>
        </p:txBody>
      </p:sp>
      <p:sp>
        <p:nvSpPr>
          <p:cNvPr id="3" name="Espace réservé du texte 2"/>
          <p:cNvSpPr>
            <a:spLocks noGrp="1"/>
          </p:cNvSpPr>
          <p:nvPr>
            <p:ph type="body" idx="2"/>
          </p:nvPr>
        </p:nvSpPr>
        <p:spPr>
          <a:xfrm>
            <a:off x="1135856" y="367664"/>
            <a:ext cx="2438400" cy="5943600"/>
          </a:xfrm>
        </p:spPr>
        <p:txBody>
          <a:bodyPr anchor="t"/>
          <a:lstStyle>
            <a:lvl1pPr marL="0" indent="0">
              <a:spcBef>
                <a:spcPts val="0"/>
              </a:spcBef>
              <a:buNone/>
              <a:defRPr sz="1400"/>
            </a:lvl1pPr>
            <a:lvl2pPr>
              <a:buNone/>
              <a:defRPr sz="1200"/>
            </a:lvl2pPr>
            <a:lvl3pPr>
              <a:buNone/>
              <a:defRPr sz="1000"/>
            </a:lvl3pPr>
            <a:lvl4pPr>
              <a:buNone/>
              <a:defRPr sz="900"/>
            </a:lvl4pPr>
            <a:lvl5pPr>
              <a:buNone/>
              <a:defRPr sz="900"/>
            </a:lvl5pPr>
          </a:lstStyle>
          <a:p>
            <a:pPr lvl="0" eaLnBrk="1" latinLnBrk="0" hangingPunct="1"/>
            <a:r>
              <a:rPr kumimoji="0" lang="fr-FR"/>
              <a:t>Cliquez pour modifier les styles du texte du masque</a:t>
            </a:r>
          </a:p>
        </p:txBody>
      </p:sp>
      <p:sp>
        <p:nvSpPr>
          <p:cNvPr id="4" name="Espace réservé du contenu 3"/>
          <p:cNvSpPr>
            <a:spLocks noGrp="1"/>
          </p:cNvSpPr>
          <p:nvPr>
            <p:ph sz="half" idx="1"/>
          </p:nvPr>
        </p:nvSpPr>
        <p:spPr>
          <a:xfrm>
            <a:off x="3651250" y="320040"/>
            <a:ext cx="5276088" cy="5989320"/>
          </a:xfrm>
        </p:spPr>
        <p:txBody>
          <a:bodyPr/>
          <a:lstStyle>
            <a:lvl1pPr>
              <a:spcBef>
                <a:spcPts val="0"/>
              </a:spcBef>
              <a:defRPr sz="3000"/>
            </a:lvl1pPr>
            <a:lvl2pPr>
              <a:defRPr sz="2600"/>
            </a:lvl2pPr>
            <a:lvl3pPr>
              <a:defRPr sz="2400"/>
            </a:lvl3pPr>
            <a:lvl4pPr>
              <a:defRPr sz="2000"/>
            </a:lvl4pPr>
            <a:lvl5pPr>
              <a:defRPr sz="2000"/>
            </a:lvl5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5" name="Espace réservé de la date 4"/>
          <p:cNvSpPr>
            <a:spLocks noGrp="1"/>
          </p:cNvSpPr>
          <p:nvPr>
            <p:ph type="dt" sz="half" idx="10"/>
          </p:nvPr>
        </p:nvSpPr>
        <p:spPr>
          <a:xfrm>
            <a:off x="6278976" y="6556248"/>
            <a:ext cx="2133600" cy="301752"/>
          </a:xfrm>
        </p:spPr>
        <p:txBody>
          <a:bodyPr/>
          <a:lstStyle>
            <a:lvl1pPr>
              <a:defRPr sz="900"/>
            </a:lvl1pPr>
          </a:lstStyle>
          <a:p>
            <a:fld id="{481B042D-ED5D-4DC3-8767-AFED14A7C023}" type="datetimeFigureOut">
              <a:rPr lang="fr-FR" smtClean="0"/>
              <a:pPr/>
              <a:t>28/03/2025</a:t>
            </a:fld>
            <a:endParaRPr lang="fr-FR"/>
          </a:p>
        </p:txBody>
      </p:sp>
      <p:sp>
        <p:nvSpPr>
          <p:cNvPr id="6" name="Espace réservé du pied de page 5"/>
          <p:cNvSpPr>
            <a:spLocks noGrp="1"/>
          </p:cNvSpPr>
          <p:nvPr>
            <p:ph type="ftr" sz="quarter" idx="11"/>
          </p:nvPr>
        </p:nvSpPr>
        <p:spPr>
          <a:xfrm>
            <a:off x="1135856" y="6556248"/>
            <a:ext cx="5143120" cy="301752"/>
          </a:xfrm>
        </p:spPr>
        <p:txBody>
          <a:bodyPr/>
          <a:lstStyle>
            <a:lvl1pPr>
              <a:defRPr sz="900"/>
            </a:lvl1pPr>
          </a:lstStyle>
          <a:p>
            <a:endParaRPr lang="fr-FR"/>
          </a:p>
        </p:txBody>
      </p:sp>
      <p:sp>
        <p:nvSpPr>
          <p:cNvPr id="7" name="Espace réservé du numéro de diapositive 6"/>
          <p:cNvSpPr>
            <a:spLocks noGrp="1"/>
          </p:cNvSpPr>
          <p:nvPr>
            <p:ph type="sldNum" sz="quarter" idx="12"/>
          </p:nvPr>
        </p:nvSpPr>
        <p:spPr>
          <a:xfrm>
            <a:off x="8410576" y="6556248"/>
            <a:ext cx="502920" cy="301752"/>
          </a:xfrm>
        </p:spPr>
        <p:txBody>
          <a:bodyPr/>
          <a:lstStyle>
            <a:lvl1pPr>
              <a:defRPr sz="900"/>
            </a:lvl1pPr>
          </a:lstStyle>
          <a:p>
            <a:fld id="{B3D3B3BF-3F64-4446-895E-776A92F87D6B}" type="slidenum">
              <a:rPr lang="fr-FR" smtClean="0"/>
              <a:pPr/>
              <a:t>‹N°›</a:t>
            </a:fld>
            <a:endParaRPr lang="fr-FR"/>
          </a:p>
        </p:txBody>
      </p:sp>
    </p:spTree>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bg>
      <p:bgRef idx="1002">
        <a:schemeClr val="bg1"/>
      </p:bgRef>
    </p:bg>
    <p:spTree>
      <p:nvGrpSpPr>
        <p:cNvPr id="1" name=""/>
        <p:cNvGrpSpPr/>
        <p:nvPr/>
      </p:nvGrpSpPr>
      <p:grpSpPr>
        <a:xfrm>
          <a:off x="0" y="0"/>
          <a:ext cx="0" cy="0"/>
          <a:chOff x="0" y="0"/>
          <a:chExt cx="0" cy="0"/>
        </a:xfrm>
      </p:grpSpPr>
      <p:sp>
        <p:nvSpPr>
          <p:cNvPr id="2" name="Titre 1"/>
          <p:cNvSpPr>
            <a:spLocks noGrp="1"/>
          </p:cNvSpPr>
          <p:nvPr>
            <p:ph type="title"/>
          </p:nvPr>
        </p:nvSpPr>
        <p:spPr>
          <a:xfrm>
            <a:off x="219456" y="150896"/>
            <a:ext cx="914400" cy="6400800"/>
          </a:xfrm>
        </p:spPr>
        <p:txBody>
          <a:bodyPr vert="vert270" anchor="b"/>
          <a:lstStyle>
            <a:lvl1pPr marL="0" algn="l">
              <a:buNone/>
              <a:defRPr sz="3000" b="0" cap="all" baseline="0"/>
            </a:lvl1pPr>
          </a:lstStyle>
          <a:p>
            <a:r>
              <a:rPr kumimoji="0" lang="fr-FR"/>
              <a:t>Cliquez pour modifier le style du titre</a:t>
            </a:r>
            <a:endParaRPr kumimoji="0" lang="en-US"/>
          </a:p>
        </p:txBody>
      </p:sp>
      <p:sp>
        <p:nvSpPr>
          <p:cNvPr id="3" name="Espace réservé pour une image  2"/>
          <p:cNvSpPr>
            <a:spLocks noGrp="1"/>
          </p:cNvSpPr>
          <p:nvPr>
            <p:ph type="pic" idx="1"/>
          </p:nvPr>
        </p:nvSpPr>
        <p:spPr>
          <a:xfrm>
            <a:off x="1138237" y="373966"/>
            <a:ext cx="7333488" cy="5486400"/>
          </a:xfrm>
          <a:solidFill>
            <a:schemeClr val="bg2">
              <a:shade val="50000"/>
            </a:schemeClr>
          </a:solidFill>
        </p:spPr>
        <p:txBody>
          <a:bodyPr/>
          <a:lstStyle>
            <a:lvl1pPr marL="0" indent="0">
              <a:buNone/>
              <a:defRPr sz="3200"/>
            </a:lvl1pPr>
          </a:lstStyle>
          <a:p>
            <a:r>
              <a:rPr kumimoji="0" lang="fr-FR"/>
              <a:t>Cliquez sur l'icône pour ajouter une image</a:t>
            </a:r>
            <a:endParaRPr kumimoji="0" lang="en-US" dirty="0"/>
          </a:p>
        </p:txBody>
      </p:sp>
      <p:sp>
        <p:nvSpPr>
          <p:cNvPr id="4" name="Espace réservé du texte 3"/>
          <p:cNvSpPr>
            <a:spLocks noGrp="1"/>
          </p:cNvSpPr>
          <p:nvPr>
            <p:ph type="body" sz="half" idx="2"/>
          </p:nvPr>
        </p:nvSpPr>
        <p:spPr>
          <a:xfrm>
            <a:off x="1143000" y="5867400"/>
            <a:ext cx="7333488" cy="685800"/>
          </a:xfrm>
          <a:solidFill>
            <a:schemeClr val="accent1">
              <a:alpha val="15000"/>
            </a:schemeClr>
          </a:solidFill>
          <a:ln>
            <a:solidFill>
              <a:schemeClr val="accent1"/>
            </a:solidFill>
            <a:miter lim="800000"/>
          </a:ln>
        </p:spPr>
        <p:txBody>
          <a:bodyPr/>
          <a:lstStyle>
            <a:lvl1pPr marL="0" indent="0">
              <a:spcBef>
                <a:spcPts val="0"/>
              </a:spcBef>
              <a:buNone/>
              <a:defRPr sz="1400"/>
            </a:lvl1pPr>
            <a:lvl2pPr>
              <a:defRPr sz="1200"/>
            </a:lvl2pPr>
            <a:lvl3pPr>
              <a:defRPr sz="1000"/>
            </a:lvl3pPr>
            <a:lvl4pPr>
              <a:defRPr sz="900"/>
            </a:lvl4pPr>
            <a:lvl5pPr>
              <a:defRPr sz="900"/>
            </a:lvl5pPr>
          </a:lstStyle>
          <a:p>
            <a:pPr lvl="0" eaLnBrk="1" latinLnBrk="0" hangingPunct="1"/>
            <a:r>
              <a:rPr kumimoji="0" lang="fr-FR"/>
              <a:t>Cliquez pour modifier les styles du texte du masque</a:t>
            </a:r>
          </a:p>
        </p:txBody>
      </p:sp>
      <p:sp>
        <p:nvSpPr>
          <p:cNvPr id="5" name="Espace réservé de la date 4"/>
          <p:cNvSpPr>
            <a:spLocks noGrp="1"/>
          </p:cNvSpPr>
          <p:nvPr>
            <p:ph type="dt" sz="half" idx="10"/>
          </p:nvPr>
        </p:nvSpPr>
        <p:spPr>
          <a:xfrm>
            <a:off x="6108192" y="6556248"/>
            <a:ext cx="2103120" cy="301752"/>
          </a:xfrm>
        </p:spPr>
        <p:txBody>
          <a:bodyPr/>
          <a:lstStyle>
            <a:lvl1pPr>
              <a:defRPr sz="900"/>
            </a:lvl1pPr>
          </a:lstStyle>
          <a:p>
            <a:fld id="{481B042D-ED5D-4DC3-8767-AFED14A7C023}" type="datetimeFigureOut">
              <a:rPr lang="fr-FR" smtClean="0"/>
              <a:pPr/>
              <a:t>28/03/2025</a:t>
            </a:fld>
            <a:endParaRPr lang="fr-FR"/>
          </a:p>
        </p:txBody>
      </p:sp>
      <p:sp>
        <p:nvSpPr>
          <p:cNvPr id="6" name="Espace réservé du pied de page 5"/>
          <p:cNvSpPr>
            <a:spLocks noGrp="1"/>
          </p:cNvSpPr>
          <p:nvPr>
            <p:ph type="ftr" sz="quarter" idx="11"/>
          </p:nvPr>
        </p:nvSpPr>
        <p:spPr>
          <a:xfrm>
            <a:off x="1170432" y="6557169"/>
            <a:ext cx="4948072" cy="301752"/>
          </a:xfrm>
        </p:spPr>
        <p:txBody>
          <a:bodyPr/>
          <a:lstStyle>
            <a:lvl1pPr>
              <a:defRPr sz="900"/>
            </a:lvl1pPr>
          </a:lstStyle>
          <a:p>
            <a:endParaRPr lang="fr-FR"/>
          </a:p>
        </p:txBody>
      </p:sp>
      <p:sp>
        <p:nvSpPr>
          <p:cNvPr id="7" name="Espace réservé du numéro de diapositive 6"/>
          <p:cNvSpPr>
            <a:spLocks noGrp="1"/>
          </p:cNvSpPr>
          <p:nvPr>
            <p:ph type="sldNum" sz="quarter" idx="12"/>
          </p:nvPr>
        </p:nvSpPr>
        <p:spPr>
          <a:xfrm>
            <a:off x="8217192" y="6556248"/>
            <a:ext cx="365760" cy="301752"/>
          </a:xfrm>
        </p:spPr>
        <p:txBody>
          <a:bodyPr/>
          <a:lstStyle>
            <a:lvl1pPr algn="ctr">
              <a:defRPr sz="900"/>
            </a:lvl1pPr>
          </a:lstStyle>
          <a:p>
            <a:fld id="{B3D3B3BF-3F64-4446-895E-776A92F87D6B}" type="slidenum">
              <a:rPr lang="fr-FR" smtClean="0"/>
              <a:pPr/>
              <a:t>‹N°›</a:t>
            </a:fld>
            <a:endParaRPr lang="fr-FR"/>
          </a:p>
        </p:txBody>
      </p:sp>
    </p:spTree>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481B042D-ED5D-4DC3-8767-AFED14A7C023}" type="datetimeFigureOut">
              <a:rPr lang="fr-FR" smtClean="0"/>
              <a:pPr/>
              <a:t>28/03/2025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3D3B3BF-3F64-4446-895E-776A92F87D6B}" type="slidenum">
              <a:rPr lang="fr-FR" smtClean="0"/>
              <a:pPr/>
              <a:t>‹N°›</a:t>
            </a:fld>
            <a:endParaRPr lang="fr-F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781800" y="381000"/>
            <a:ext cx="1905000" cy="5486400"/>
          </a:xfrm>
        </p:spPr>
        <p:txBody>
          <a:bodyPr vert="eaVert"/>
          <a:lstStyle/>
          <a:p>
            <a:r>
              <a:rPr kumimoji="0" lang="fr-FR"/>
              <a:t>Cliquez pour modifier le style du titre</a:t>
            </a:r>
            <a:endParaRPr kumimoji="0" lang="en-US"/>
          </a:p>
        </p:txBody>
      </p:sp>
      <p:sp>
        <p:nvSpPr>
          <p:cNvPr id="3" name="Espace réservé du texte vertical 2"/>
          <p:cNvSpPr>
            <a:spLocks noGrp="1"/>
          </p:cNvSpPr>
          <p:nvPr>
            <p:ph type="body" orient="vert" idx="1"/>
          </p:nvPr>
        </p:nvSpPr>
        <p:spPr>
          <a:xfrm>
            <a:off x="457200" y="381000"/>
            <a:ext cx="6248400" cy="5486400"/>
          </a:xfrm>
        </p:spPr>
        <p:txBody>
          <a:bodyPr vert="eaVer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481B042D-ED5D-4DC3-8767-AFED14A7C023}" type="datetimeFigureOut">
              <a:rPr lang="fr-FR" smtClean="0"/>
              <a:pPr/>
              <a:t>28/03/2025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3D3B3BF-3F64-4446-895E-776A92F87D6B}" type="slidenum">
              <a:rPr lang="fr-FR" smtClean="0"/>
              <a:pPr/>
              <a:t>‹N°›</a:t>
            </a:fld>
            <a:endParaRPr lang="fr-F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8" name="Titre 7"/>
          <p:cNvSpPr>
            <a:spLocks noGrp="1"/>
          </p:cNvSpPr>
          <p:nvPr>
            <p:ph type="ctrTitle"/>
          </p:nvPr>
        </p:nvSpPr>
        <p:spPr>
          <a:xfrm>
            <a:off x="422030" y="1371600"/>
            <a:ext cx="8229600" cy="1828800"/>
          </a:xfrm>
        </p:spPr>
        <p:txBody>
          <a:bodyPr vert="horz" lIns="45720" tIns="0" rIns="45720" bIns="0" anchor="b">
            <a:normAutofit/>
            <a:scene3d>
              <a:camera prst="orthographicFront"/>
              <a:lightRig rig="soft" dir="t">
                <a:rot lat="0" lon="0" rev="17220000"/>
              </a:lightRig>
            </a:scene3d>
            <a:sp3d prstMaterial="softEdge">
              <a:bevelT w="38100" h="38100"/>
            </a:sp3d>
          </a:bodyPr>
          <a:lstStyle>
            <a:lvl1pPr>
              <a:defRPr sz="4800" b="1" cap="all"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27000" dist="200000" dir="2700000" algn="tl" rotWithShape="0">
                    <a:srgbClr val="000000">
                      <a:alpha val="30000"/>
                    </a:srgbClr>
                  </a:outerShdw>
                </a:effectLst>
              </a:defRPr>
            </a:lvl1pPr>
          </a:lstStyle>
          <a:p>
            <a:r>
              <a:rPr kumimoji="0" lang="fr-FR"/>
              <a:t>Cliquez pour modifier le style du titre</a:t>
            </a:r>
            <a:endParaRPr kumimoji="0" lang="en-US"/>
          </a:p>
        </p:txBody>
      </p:sp>
      <p:sp>
        <p:nvSpPr>
          <p:cNvPr id="28" name="Espace réservé de la date 27"/>
          <p:cNvSpPr>
            <a:spLocks noGrp="1"/>
          </p:cNvSpPr>
          <p:nvPr>
            <p:ph type="dt" sz="half" idx="10"/>
          </p:nvPr>
        </p:nvSpPr>
        <p:spPr/>
        <p:txBody>
          <a:bodyPr/>
          <a:lstStyle/>
          <a:p>
            <a:fld id="{481B042D-ED5D-4DC3-8767-AFED14A7C023}" type="datetimeFigureOut">
              <a:rPr lang="fr-FR" smtClean="0"/>
              <a:pPr/>
              <a:t>28/03/2025</a:t>
            </a:fld>
            <a:endParaRPr lang="fr-FR"/>
          </a:p>
        </p:txBody>
      </p:sp>
      <p:sp>
        <p:nvSpPr>
          <p:cNvPr id="17" name="Espace réservé du pied de page 16"/>
          <p:cNvSpPr>
            <a:spLocks noGrp="1"/>
          </p:cNvSpPr>
          <p:nvPr>
            <p:ph type="ftr" sz="quarter" idx="11"/>
          </p:nvPr>
        </p:nvSpPr>
        <p:spPr/>
        <p:txBody>
          <a:bodyPr/>
          <a:lstStyle/>
          <a:p>
            <a:endParaRPr lang="fr-FR"/>
          </a:p>
        </p:txBody>
      </p:sp>
      <p:sp>
        <p:nvSpPr>
          <p:cNvPr id="29" name="Espace réservé du numéro de diapositive 28"/>
          <p:cNvSpPr>
            <a:spLocks noGrp="1"/>
          </p:cNvSpPr>
          <p:nvPr>
            <p:ph type="sldNum" sz="quarter" idx="12"/>
          </p:nvPr>
        </p:nvSpPr>
        <p:spPr/>
        <p:txBody>
          <a:bodyPr/>
          <a:lstStyle/>
          <a:p>
            <a:fld id="{B3D3B3BF-3F64-4446-895E-776A92F87D6B}" type="slidenum">
              <a:rPr lang="fr-FR" smtClean="0"/>
              <a:pPr/>
              <a:t>‹N°›</a:t>
            </a:fld>
            <a:endParaRPr lang="fr-FR"/>
          </a:p>
        </p:txBody>
      </p:sp>
      <p:sp>
        <p:nvSpPr>
          <p:cNvPr id="9" name="Sous-titre 8"/>
          <p:cNvSpPr>
            <a:spLocks noGrp="1"/>
          </p:cNvSpPr>
          <p:nvPr>
            <p:ph type="subTitle" idx="1"/>
          </p:nvPr>
        </p:nvSpPr>
        <p:spPr>
          <a:xfrm>
            <a:off x="1371600" y="3331698"/>
            <a:ext cx="6400800" cy="1752600"/>
          </a:xfrm>
        </p:spPr>
        <p:txBody>
          <a:bodyPr/>
          <a:lstStyle>
            <a:lvl1pPr marL="0" indent="0" algn="ct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a:t>Cliquez pour modifier le style des sous-titres du masque</a:t>
            </a:r>
            <a:endParaRPr kumimoji="0"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Cliquez pour modifier le style du titre</a:t>
            </a:r>
            <a:endParaRPr kumimoji="0" lang="en-US"/>
          </a:p>
        </p:txBody>
      </p:sp>
      <p:sp>
        <p:nvSpPr>
          <p:cNvPr id="3" name="Espace réservé du contenu 2"/>
          <p:cNvSpPr>
            <a:spLocks noGrp="1"/>
          </p:cNvSpPr>
          <p:nvPr>
            <p:ph idx="1"/>
          </p:nvPr>
        </p:nvSpPr>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481B042D-ED5D-4DC3-8767-AFED14A7C023}" type="datetimeFigureOut">
              <a:rPr lang="fr-FR" smtClean="0"/>
              <a:pPr/>
              <a:t>28/03/2025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3D3B3BF-3F64-4446-895E-776A92F87D6B}" type="slidenum">
              <a:rPr lang="fr-FR" smtClean="0"/>
              <a:pPr/>
              <a:t>‹N°›</a:t>
            </a:fld>
            <a:endParaRPr lang="fr-F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Titre de section">
    <p:bg>
      <p:bgRef idx="1003">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1600200" y="609600"/>
            <a:ext cx="7086600" cy="1828800"/>
          </a:xfrm>
        </p:spPr>
        <p:txBody>
          <a:bodyPr vert="horz" bIns="0" anchor="b">
            <a:noAutofit/>
            <a:scene3d>
              <a:camera prst="orthographicFront"/>
              <a:lightRig rig="soft" dir="t">
                <a:rot lat="0" lon="0" rev="17220000"/>
              </a:lightRig>
            </a:scene3d>
            <a:sp3d prstMaterial="softEdge">
              <a:bevelT w="38100" h="38100"/>
              <a:contourClr>
                <a:schemeClr val="tx2">
                  <a:shade val="50000"/>
                </a:schemeClr>
              </a:contourClr>
            </a:sp3d>
          </a:bodyPr>
          <a:lstStyle>
            <a:lvl1pPr algn="l" rtl="0">
              <a:spcBef>
                <a:spcPct val="0"/>
              </a:spcBef>
              <a:buNone/>
              <a:defRPr sz="4800" b="1" cap="none" baseline="0">
                <a:ln w="6350">
                  <a:noFill/>
                </a:ln>
                <a:solidFill>
                  <a:schemeClr val="accent1">
                    <a:tint val="90000"/>
                    <a:satMod val="120000"/>
                  </a:schemeClr>
                </a:solidFill>
                <a:effectLst>
                  <a:outerShdw blurRad="114300" dist="101600" dir="2700000" algn="tl" rotWithShape="0">
                    <a:srgbClr val="000000">
                      <a:alpha val="40000"/>
                    </a:srgbClr>
                  </a:outerShdw>
                </a:effectLst>
                <a:latin typeface="+mj-lt"/>
                <a:ea typeface="+mj-ea"/>
                <a:cs typeface="+mj-cs"/>
              </a:defRPr>
            </a:lvl1pPr>
          </a:lstStyle>
          <a:p>
            <a:r>
              <a:rPr kumimoji="0" lang="fr-FR"/>
              <a:t>Cliquez pour modifier le style du titre</a:t>
            </a:r>
            <a:endParaRPr kumimoji="0" lang="en-US"/>
          </a:p>
        </p:txBody>
      </p:sp>
      <p:sp>
        <p:nvSpPr>
          <p:cNvPr id="3" name="Espace réservé du texte 2"/>
          <p:cNvSpPr>
            <a:spLocks noGrp="1"/>
          </p:cNvSpPr>
          <p:nvPr>
            <p:ph type="body" idx="1"/>
          </p:nvPr>
        </p:nvSpPr>
        <p:spPr>
          <a:xfrm>
            <a:off x="1600200" y="2507786"/>
            <a:ext cx="7086600" cy="1509712"/>
          </a:xfrm>
        </p:spPr>
        <p:txBody>
          <a:bodyPr anchor="t"/>
          <a:lstStyle>
            <a:lvl1pPr marL="73152" indent="0" algn="l">
              <a:buNone/>
              <a:defRPr sz="20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a:t>Cliquez pour modifier les styles du texte du masque</a:t>
            </a:r>
          </a:p>
        </p:txBody>
      </p:sp>
      <p:sp>
        <p:nvSpPr>
          <p:cNvPr id="4" name="Espace réservé de la date 3"/>
          <p:cNvSpPr>
            <a:spLocks noGrp="1"/>
          </p:cNvSpPr>
          <p:nvPr>
            <p:ph type="dt" sz="half" idx="10"/>
          </p:nvPr>
        </p:nvSpPr>
        <p:spPr/>
        <p:txBody>
          <a:bodyPr/>
          <a:lstStyle/>
          <a:p>
            <a:fld id="{481B042D-ED5D-4DC3-8767-AFED14A7C023}" type="datetimeFigureOut">
              <a:rPr lang="fr-FR" smtClean="0"/>
              <a:pPr/>
              <a:t>28/03/2025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a:xfrm>
            <a:off x="7924800" y="6416675"/>
            <a:ext cx="762000" cy="365125"/>
          </a:xfrm>
        </p:spPr>
        <p:txBody>
          <a:bodyPr/>
          <a:lstStyle/>
          <a:p>
            <a:fld id="{B3D3B3BF-3F64-4446-895E-776A92F87D6B}" type="slidenum">
              <a:rPr lang="fr-FR" smtClean="0"/>
              <a:pPr/>
              <a:t>‹N°›</a:t>
            </a:fld>
            <a:endParaRPr lang="fr-FR"/>
          </a:p>
        </p:txBody>
      </p:sp>
    </p:spTree>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Cliquez pour modifier le style du titre</a:t>
            </a:r>
            <a:endParaRPr kumimoji="0" lang="en-US"/>
          </a:p>
        </p:txBody>
      </p:sp>
      <p:sp>
        <p:nvSpPr>
          <p:cNvPr id="3" name="Espace réservé du contenu 2"/>
          <p:cNvSpPr>
            <a:spLocks noGrp="1"/>
          </p:cNvSpPr>
          <p:nvPr>
            <p:ph sz="half" idx="1"/>
          </p:nvPr>
        </p:nvSpPr>
        <p:spPr>
          <a:xfrm>
            <a:off x="457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u contenu 3"/>
          <p:cNvSpPr>
            <a:spLocks noGrp="1"/>
          </p:cNvSpPr>
          <p:nvPr>
            <p:ph sz="half" idx="2"/>
          </p:nvPr>
        </p:nvSpPr>
        <p:spPr>
          <a:xfrm>
            <a:off x="4648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5" name="Espace réservé de la date 4"/>
          <p:cNvSpPr>
            <a:spLocks noGrp="1"/>
          </p:cNvSpPr>
          <p:nvPr>
            <p:ph type="dt" sz="half" idx="10"/>
          </p:nvPr>
        </p:nvSpPr>
        <p:spPr/>
        <p:txBody>
          <a:bodyPr/>
          <a:lstStyle/>
          <a:p>
            <a:fld id="{481B042D-ED5D-4DC3-8767-AFED14A7C023}" type="datetimeFigureOut">
              <a:rPr lang="fr-FR" smtClean="0"/>
              <a:pPr/>
              <a:t>28/03/2025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B3D3B3BF-3F64-4446-895E-776A92F87D6B}" type="slidenum">
              <a:rPr lang="fr-FR" smtClean="0"/>
              <a:pPr/>
              <a:t>‹N°›</a:t>
            </a:fld>
            <a:endParaRPr lang="fr-F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8229600" cy="1143000"/>
          </a:xfrm>
        </p:spPr>
        <p:txBody>
          <a:bodyPr anchor="ctr"/>
          <a:lstStyle>
            <a:lvl1pPr>
              <a:defRPr/>
            </a:lvl1pPr>
          </a:lstStyle>
          <a:p>
            <a:r>
              <a:rPr kumimoji="0" lang="fr-FR"/>
              <a:t>Cliquez pour modifier le style du titre</a:t>
            </a:r>
            <a:endParaRPr kumimoji="0" lang="en-US"/>
          </a:p>
        </p:txBody>
      </p:sp>
      <p:sp>
        <p:nvSpPr>
          <p:cNvPr id="3" name="Espace réservé du texte 2"/>
          <p:cNvSpPr>
            <a:spLocks noGrp="1"/>
          </p:cNvSpPr>
          <p:nvPr>
            <p:ph type="body" idx="1"/>
          </p:nvPr>
        </p:nvSpPr>
        <p:spPr>
          <a:xfrm>
            <a:off x="457200" y="1535112"/>
            <a:ext cx="4040188"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a:t>Cliquez pour modifier les styles du texte du masque</a:t>
            </a:r>
          </a:p>
        </p:txBody>
      </p:sp>
      <p:sp>
        <p:nvSpPr>
          <p:cNvPr id="4" name="Espace réservé du texte 3"/>
          <p:cNvSpPr>
            <a:spLocks noGrp="1"/>
          </p:cNvSpPr>
          <p:nvPr>
            <p:ph type="body" sz="half" idx="3"/>
          </p:nvPr>
        </p:nvSpPr>
        <p:spPr>
          <a:xfrm>
            <a:off x="4645025" y="1535112"/>
            <a:ext cx="4041775"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a:t>Cliquez pour modifier les styles du texte du masque</a:t>
            </a:r>
          </a:p>
        </p:txBody>
      </p:sp>
      <p:sp>
        <p:nvSpPr>
          <p:cNvPr id="5" name="Espace réservé du contenu 4"/>
          <p:cNvSpPr>
            <a:spLocks noGrp="1"/>
          </p:cNvSpPr>
          <p:nvPr>
            <p:ph sz="quarter" idx="2"/>
          </p:nvPr>
        </p:nvSpPr>
        <p:spPr>
          <a:xfrm>
            <a:off x="457200" y="2362200"/>
            <a:ext cx="4040188"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6" name="Espace réservé du contenu 5"/>
          <p:cNvSpPr>
            <a:spLocks noGrp="1"/>
          </p:cNvSpPr>
          <p:nvPr>
            <p:ph sz="quarter" idx="4"/>
          </p:nvPr>
        </p:nvSpPr>
        <p:spPr>
          <a:xfrm>
            <a:off x="4645025" y="2362200"/>
            <a:ext cx="4041775"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7" name="Espace réservé de la date 6"/>
          <p:cNvSpPr>
            <a:spLocks noGrp="1"/>
          </p:cNvSpPr>
          <p:nvPr>
            <p:ph type="dt" sz="half" idx="10"/>
          </p:nvPr>
        </p:nvSpPr>
        <p:spPr/>
        <p:txBody>
          <a:bodyPr/>
          <a:lstStyle/>
          <a:p>
            <a:fld id="{481B042D-ED5D-4DC3-8767-AFED14A7C023}" type="datetimeFigureOut">
              <a:rPr lang="fr-FR" smtClean="0"/>
              <a:pPr/>
              <a:t>28/03/2025</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B3D3B3BF-3F64-4446-895E-776A92F87D6B}" type="slidenum">
              <a:rPr lang="fr-FR" smtClean="0"/>
              <a:pPr/>
              <a:t>‹N°›</a:t>
            </a:fld>
            <a:endParaRPr lang="fr-F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Cliquez pour modifier le style du titre</a:t>
            </a:r>
            <a:endParaRPr kumimoji="0" lang="en-US"/>
          </a:p>
        </p:txBody>
      </p:sp>
      <p:sp>
        <p:nvSpPr>
          <p:cNvPr id="3" name="Espace réservé de la date 2"/>
          <p:cNvSpPr>
            <a:spLocks noGrp="1"/>
          </p:cNvSpPr>
          <p:nvPr>
            <p:ph type="dt" sz="half" idx="10"/>
          </p:nvPr>
        </p:nvSpPr>
        <p:spPr/>
        <p:txBody>
          <a:bodyPr/>
          <a:lstStyle/>
          <a:p>
            <a:fld id="{481B042D-ED5D-4DC3-8767-AFED14A7C023}" type="datetimeFigureOut">
              <a:rPr lang="fr-FR" smtClean="0"/>
              <a:pPr/>
              <a:t>28/03/2025</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B3D3B3BF-3F64-4446-895E-776A92F87D6B}" type="slidenum">
              <a:rPr lang="fr-FR" smtClean="0"/>
              <a:pPr/>
              <a:t>‹N°›</a:t>
            </a:fld>
            <a:endParaRPr lang="fr-F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481B042D-ED5D-4DC3-8767-AFED14A7C023}" type="datetimeFigureOut">
              <a:rPr lang="fr-FR" smtClean="0"/>
              <a:pPr/>
              <a:t>28/03/2025</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B3D3B3BF-3F64-4446-895E-776A92F87D6B}" type="slidenum">
              <a:rPr lang="fr-FR" smtClean="0"/>
              <a:pPr/>
              <a:t>‹N°›</a:t>
            </a:fld>
            <a:endParaRPr lang="fr-F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vert="horz" anchor="b">
            <a:normAutofit/>
            <a:sp3d prstMaterial="softEdge"/>
          </a:bodyPr>
          <a:lstStyle>
            <a:lvl1pPr algn="l">
              <a:buNone/>
              <a:defRPr sz="2200" b="0">
                <a:ln w="6350">
                  <a:noFill/>
                </a:ln>
                <a:solidFill>
                  <a:schemeClr val="accent1">
                    <a:tint val="73000"/>
                    <a:satMod val="180000"/>
                  </a:schemeClr>
                </a:solidFill>
              </a:defRPr>
            </a:lvl1pPr>
          </a:lstStyle>
          <a:p>
            <a:r>
              <a:rPr kumimoji="0" lang="fr-FR"/>
              <a:t>Cliquez pour modifier le style du titre</a:t>
            </a:r>
            <a:endParaRPr kumimoji="0" lang="en-US"/>
          </a:p>
        </p:txBody>
      </p:sp>
      <p:sp>
        <p:nvSpPr>
          <p:cNvPr id="3" name="Espace réservé du texte 2"/>
          <p:cNvSpPr>
            <a:spLocks noGrp="1"/>
          </p:cNvSpPr>
          <p:nvPr>
            <p:ph type="body" idx="2"/>
          </p:nvPr>
        </p:nvSpPr>
        <p:spPr>
          <a:xfrm>
            <a:off x="457200" y="1524000"/>
            <a:ext cx="3008313" cy="4602163"/>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fr-FR"/>
              <a:t>Cliquez pour modifier les styles du texte du masque</a:t>
            </a:r>
          </a:p>
        </p:txBody>
      </p:sp>
      <p:sp>
        <p:nvSpPr>
          <p:cNvPr id="4" name="Espace réservé du contenu 3"/>
          <p:cNvSpPr>
            <a:spLocks noGrp="1"/>
          </p:cNvSpPr>
          <p:nvPr>
            <p:ph sz="half" idx="1"/>
          </p:nvPr>
        </p:nvSpPr>
        <p:spPr>
          <a:xfrm>
            <a:off x="3575050" y="273050"/>
            <a:ext cx="5111750" cy="5853113"/>
          </a:xfrm>
        </p:spPr>
        <p:txBody>
          <a:bodyPr/>
          <a:lstStyle>
            <a:lvl1pPr>
              <a:defRPr sz="2600"/>
            </a:lvl1pPr>
            <a:lvl2pPr>
              <a:defRPr sz="2400"/>
            </a:lvl2pPr>
            <a:lvl3pPr>
              <a:defRPr sz="2200"/>
            </a:lvl3pPr>
            <a:lvl4pPr>
              <a:defRPr sz="2000"/>
            </a:lvl4pPr>
            <a:lvl5pPr>
              <a:defRPr sz="1800"/>
            </a:lvl5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5" name="Espace réservé de la date 4"/>
          <p:cNvSpPr>
            <a:spLocks noGrp="1"/>
          </p:cNvSpPr>
          <p:nvPr>
            <p:ph type="dt" sz="half" idx="10"/>
          </p:nvPr>
        </p:nvSpPr>
        <p:spPr/>
        <p:txBody>
          <a:bodyPr/>
          <a:lstStyle/>
          <a:p>
            <a:fld id="{481B042D-ED5D-4DC3-8767-AFED14A7C023}" type="datetimeFigureOut">
              <a:rPr lang="fr-FR" smtClean="0"/>
              <a:pPr/>
              <a:t>28/03/2025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B3D3B3BF-3F64-4446-895E-776A92F87D6B}" type="slidenum">
              <a:rPr lang="fr-FR" smtClean="0"/>
              <a:pPr/>
              <a:t>‹N°›</a:t>
            </a:fld>
            <a:endParaRPr lang="fr-F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828800" y="609600"/>
            <a:ext cx="5486400" cy="522288"/>
          </a:xfrm>
        </p:spPr>
        <p:txBody>
          <a:bodyPr lIns="45720" rIns="45720" bIns="0" anchor="b">
            <a:sp3d prstMaterial="softEdge"/>
          </a:bodyPr>
          <a:lstStyle>
            <a:lvl1pPr algn="ctr">
              <a:buNone/>
              <a:defRPr sz="2000" b="1"/>
            </a:lvl1pPr>
          </a:lstStyle>
          <a:p>
            <a:r>
              <a:rPr kumimoji="0" lang="fr-FR"/>
              <a:t>Cliquez pour modifier le style du titre</a:t>
            </a:r>
            <a:endParaRPr kumimoji="0" lang="en-US"/>
          </a:p>
        </p:txBody>
      </p:sp>
      <p:sp>
        <p:nvSpPr>
          <p:cNvPr id="3" name="Espace réservé pour une image  2"/>
          <p:cNvSpPr>
            <a:spLocks noGrp="1"/>
          </p:cNvSpPr>
          <p:nvPr>
            <p:ph type="pic" idx="1"/>
          </p:nvPr>
        </p:nvSpPr>
        <p:spPr>
          <a:xfrm>
            <a:off x="1828800" y="1831975"/>
            <a:ext cx="5486400" cy="3962400"/>
          </a:xfrm>
          <a:solidFill>
            <a:schemeClr val="bg2"/>
          </a:solidFill>
          <a:ln w="44450" cap="sq" cmpd="sng" algn="ctr">
            <a:solidFill>
              <a:srgbClr val="FFFFFF"/>
            </a:solidFill>
            <a:prstDash val="solid"/>
            <a:miter lim="800000"/>
          </a:ln>
          <a:effectLst>
            <a:outerShdw blurRad="190500" dist="228600" dir="2700000" sy="90000">
              <a:srgbClr val="000000">
                <a:alpha val="25000"/>
              </a:srgbClr>
            </a:outerShdw>
          </a:effectLst>
          <a:scene3d>
            <a:camera prst="orthographicFront">
              <a:rot lat="0" lon="0" rev="0"/>
            </a:camera>
            <a:lightRig rig="balanced" dir="tr">
              <a:rot lat="0" lon="0" rev="2700000"/>
            </a:lightRig>
          </a:scene3d>
          <a:sp3d prstMaterial="matte">
            <a:contourClr>
              <a:schemeClr val="tx2">
                <a:shade val="50000"/>
              </a:schemeClr>
            </a:contourClr>
          </a:sp3d>
        </p:spPr>
        <p:style>
          <a:lnRef idx="3">
            <a:schemeClr val="lt1"/>
          </a:lnRef>
          <a:fillRef idx="1">
            <a:schemeClr val="accent1"/>
          </a:fillRef>
          <a:effectRef idx="1">
            <a:schemeClr val="accent1"/>
          </a:effectRef>
          <a:fontRef idx="minor">
            <a:schemeClr val="lt1"/>
          </a:fontRef>
        </p:style>
        <p:txBody>
          <a:bodyPr anchor="t"/>
          <a:lstStyle>
            <a:lvl1pPr indent="0">
              <a:buNone/>
              <a:defRPr sz="3200"/>
            </a:lvl1pPr>
          </a:lstStyle>
          <a:p>
            <a:pPr marL="0" algn="l" rtl="0" eaLnBrk="1" latinLnBrk="0" hangingPunct="1"/>
            <a:r>
              <a:rPr kumimoji="0" lang="fr-FR">
                <a:solidFill>
                  <a:schemeClr val="lt1"/>
                </a:solidFill>
                <a:latin typeface="+mn-lt"/>
                <a:ea typeface="+mn-ea"/>
                <a:cs typeface="+mn-cs"/>
              </a:rPr>
              <a:t>Cliquez sur l'icône pour ajouter une image</a:t>
            </a:r>
            <a:endParaRPr kumimoji="0" lang="en-US" dirty="0">
              <a:solidFill>
                <a:schemeClr val="lt1"/>
              </a:solidFill>
              <a:latin typeface="+mn-lt"/>
              <a:ea typeface="+mn-ea"/>
              <a:cs typeface="+mn-cs"/>
            </a:endParaRPr>
          </a:p>
        </p:txBody>
      </p:sp>
      <p:sp>
        <p:nvSpPr>
          <p:cNvPr id="4" name="Espace réservé du texte 3"/>
          <p:cNvSpPr>
            <a:spLocks noGrp="1"/>
          </p:cNvSpPr>
          <p:nvPr>
            <p:ph type="body" sz="half" idx="2"/>
          </p:nvPr>
        </p:nvSpPr>
        <p:spPr>
          <a:xfrm>
            <a:off x="1828800" y="1166787"/>
            <a:ext cx="5486400" cy="530352"/>
          </a:xfrm>
        </p:spPr>
        <p:txBody>
          <a:bodyPr lIns="45720" tIns="45720" rIns="45720" anchor="t"/>
          <a:lstStyle>
            <a:lvl1pPr marL="0" indent="0" algn="ctr">
              <a:buNone/>
              <a:defRPr sz="1400"/>
            </a:lvl1pPr>
            <a:lvl2pPr>
              <a:defRPr sz="1200"/>
            </a:lvl2pPr>
            <a:lvl3pPr>
              <a:defRPr sz="1000"/>
            </a:lvl3pPr>
            <a:lvl4pPr>
              <a:defRPr sz="900"/>
            </a:lvl4pPr>
            <a:lvl5pPr>
              <a:defRPr sz="900"/>
            </a:lvl5pPr>
          </a:lstStyle>
          <a:p>
            <a:pPr lvl="0" eaLnBrk="1" latinLnBrk="0" hangingPunct="1"/>
            <a:r>
              <a:rPr kumimoji="0" lang="fr-FR"/>
              <a:t>Cliquez pour modifier les styles du texte du masque</a:t>
            </a:r>
          </a:p>
        </p:txBody>
      </p:sp>
      <p:sp>
        <p:nvSpPr>
          <p:cNvPr id="5" name="Espace réservé de la date 4"/>
          <p:cNvSpPr>
            <a:spLocks noGrp="1"/>
          </p:cNvSpPr>
          <p:nvPr>
            <p:ph type="dt" sz="half" idx="10"/>
          </p:nvPr>
        </p:nvSpPr>
        <p:spPr/>
        <p:txBody>
          <a:bodyPr/>
          <a:lstStyle/>
          <a:p>
            <a:fld id="{481B042D-ED5D-4DC3-8767-AFED14A7C023}" type="datetimeFigureOut">
              <a:rPr lang="fr-FR" smtClean="0"/>
              <a:pPr/>
              <a:t>28/03/2025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B3D3B3BF-3F64-4446-895E-776A92F87D6B}" type="slidenum">
              <a:rPr lang="fr-FR" smtClean="0"/>
              <a:pPr/>
              <a:t>‹N°›</a:t>
            </a:fld>
            <a:endParaRPr lang="fr-F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481B042D-ED5D-4DC3-8767-AFED14A7C023}" type="datetimeFigureOut">
              <a:rPr lang="fr-FR" smtClean="0"/>
              <a:pPr/>
              <a:t>28/03/2025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3D3B3BF-3F64-4446-895E-776A92F87D6B}" type="slidenum">
              <a:rPr lang="fr-FR" smtClean="0"/>
              <a:pPr/>
              <a:t>‹N°›</a:t>
            </a:fld>
            <a:endParaRPr lang="fr-F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kumimoji="0" lang="fr-FR"/>
              <a:t>Cliquez pour modifier le style du titre</a:t>
            </a:r>
            <a:endParaRPr kumimoji="0" lang="en-US"/>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481B042D-ED5D-4DC3-8767-AFED14A7C023}" type="datetimeFigureOut">
              <a:rPr lang="fr-FR" smtClean="0"/>
              <a:pPr/>
              <a:t>28/03/2025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3D3B3BF-3F64-4446-895E-776A92F87D6B}" type="slidenum">
              <a:rPr lang="fr-FR" smtClean="0"/>
              <a:pPr/>
              <a:t>‹N°›</a:t>
            </a:fld>
            <a:endParaRPr lang="fr-F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14" name="Titre 13"/>
          <p:cNvSpPr>
            <a:spLocks noGrp="1"/>
          </p:cNvSpPr>
          <p:nvPr>
            <p:ph type="ctrTitle"/>
          </p:nvPr>
        </p:nvSpPr>
        <p:spPr>
          <a:xfrm>
            <a:off x="1432560" y="359898"/>
            <a:ext cx="7406640" cy="1472184"/>
          </a:xfrm>
        </p:spPr>
        <p:txBody>
          <a:bodyPr anchor="b"/>
          <a:lstStyle>
            <a:lvl1pPr algn="l">
              <a:defRPr/>
            </a:lvl1pPr>
            <a:extLst/>
          </a:lstStyle>
          <a:p>
            <a:r>
              <a:rPr kumimoji="0" lang="fr-FR"/>
              <a:t>Cliquez pour modifier le style du titre</a:t>
            </a:r>
            <a:endParaRPr kumimoji="0" lang="en-US"/>
          </a:p>
        </p:txBody>
      </p:sp>
      <p:sp>
        <p:nvSpPr>
          <p:cNvPr id="22" name="Sous-titr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fr-FR"/>
              <a:t>Cliquez pour modifier le style des sous-titres du masque</a:t>
            </a:r>
            <a:endParaRPr kumimoji="0" lang="en-US"/>
          </a:p>
        </p:txBody>
      </p:sp>
      <p:sp>
        <p:nvSpPr>
          <p:cNvPr id="7" name="Espace réservé de la date 6"/>
          <p:cNvSpPr>
            <a:spLocks noGrp="1"/>
          </p:cNvSpPr>
          <p:nvPr>
            <p:ph type="dt" sz="half" idx="10"/>
          </p:nvPr>
        </p:nvSpPr>
        <p:spPr/>
        <p:txBody>
          <a:bodyPr/>
          <a:lstStyle/>
          <a:p>
            <a:fld id="{481B042D-ED5D-4DC3-8767-AFED14A7C023}" type="datetimeFigureOut">
              <a:rPr lang="fr-FR" smtClean="0"/>
              <a:pPr/>
              <a:t>28/03/2025</a:t>
            </a:fld>
            <a:endParaRPr lang="fr-FR"/>
          </a:p>
        </p:txBody>
      </p:sp>
      <p:sp>
        <p:nvSpPr>
          <p:cNvPr id="20" name="Espace réservé du pied de page 19"/>
          <p:cNvSpPr>
            <a:spLocks noGrp="1"/>
          </p:cNvSpPr>
          <p:nvPr>
            <p:ph type="ftr" sz="quarter" idx="11"/>
          </p:nvPr>
        </p:nvSpPr>
        <p:spPr/>
        <p:txBody>
          <a:bodyPr/>
          <a:lstStyle/>
          <a:p>
            <a:endParaRPr lang="fr-FR"/>
          </a:p>
        </p:txBody>
      </p:sp>
      <p:sp>
        <p:nvSpPr>
          <p:cNvPr id="10" name="Espace réservé du numéro de diapositive 9"/>
          <p:cNvSpPr>
            <a:spLocks noGrp="1"/>
          </p:cNvSpPr>
          <p:nvPr>
            <p:ph type="sldNum" sz="quarter" idx="12"/>
          </p:nvPr>
        </p:nvSpPr>
        <p:spPr/>
        <p:txBody>
          <a:bodyPr/>
          <a:lstStyle/>
          <a:p>
            <a:fld id="{B3D3B3BF-3F64-4446-895E-776A92F87D6B}" type="slidenum">
              <a:rPr lang="fr-FR" smtClean="0"/>
              <a:pPr/>
              <a:t>‹N°›</a:t>
            </a:fld>
            <a:endParaRPr lang="fr-FR"/>
          </a:p>
        </p:txBody>
      </p:sp>
      <p:sp>
        <p:nvSpPr>
          <p:cNvPr id="8" name="Ellipse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Ellipse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Cliquez pour modifier le style du titre</a:t>
            </a:r>
            <a:endParaRPr kumimoji="0" lang="en-US"/>
          </a:p>
        </p:txBody>
      </p:sp>
      <p:sp>
        <p:nvSpPr>
          <p:cNvPr id="3" name="Espace réservé du contenu 2"/>
          <p:cNvSpPr>
            <a:spLocks noGrp="1"/>
          </p:cNvSpPr>
          <p:nvPr>
            <p:ph idx="1"/>
          </p:nvPr>
        </p:nvSpPr>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481B042D-ED5D-4DC3-8767-AFED14A7C023}" type="datetimeFigureOut">
              <a:rPr lang="fr-FR" smtClean="0"/>
              <a:pPr/>
              <a:t>28/03/2025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3D3B3BF-3F64-4446-895E-776A92F87D6B}" type="slidenum">
              <a:rPr lang="fr-FR" smtClean="0"/>
              <a:pPr/>
              <a:t>‹N°›</a:t>
            </a:fld>
            <a:endParaRPr lang="fr-F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r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fr-FR"/>
              <a:t>Cliquez pour modifier le style du titre</a:t>
            </a:r>
            <a:endParaRPr kumimoji="0" lang="en-US"/>
          </a:p>
        </p:txBody>
      </p:sp>
      <p:sp>
        <p:nvSpPr>
          <p:cNvPr id="3" name="Espace réservé du texte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fr-FR"/>
              <a:t>Cliquez pour modifier les styles du texte du masque</a:t>
            </a:r>
          </a:p>
        </p:txBody>
      </p:sp>
      <p:sp>
        <p:nvSpPr>
          <p:cNvPr id="4" name="Espace réservé de la date 3"/>
          <p:cNvSpPr>
            <a:spLocks noGrp="1"/>
          </p:cNvSpPr>
          <p:nvPr>
            <p:ph type="dt" sz="half" idx="10"/>
          </p:nvPr>
        </p:nvSpPr>
        <p:spPr/>
        <p:txBody>
          <a:bodyPr/>
          <a:lstStyle/>
          <a:p>
            <a:fld id="{481B042D-ED5D-4DC3-8767-AFED14A7C023}" type="datetimeFigureOut">
              <a:rPr lang="fr-FR" smtClean="0"/>
              <a:pPr/>
              <a:t>28/03/2025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3D3B3BF-3F64-4446-895E-776A92F87D6B}" type="slidenum">
              <a:rPr lang="fr-FR" smtClean="0"/>
              <a:pPr/>
              <a:t>‹N°›</a:t>
            </a:fld>
            <a:endParaRPr lang="fr-FR"/>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Ellipse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Ellipse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1435608" y="274320"/>
            <a:ext cx="7498080" cy="1143000"/>
          </a:xfrm>
        </p:spPr>
        <p:txBody>
          <a:bodyPr/>
          <a:lstStyle/>
          <a:p>
            <a:r>
              <a:rPr kumimoji="0" lang="fr-FR"/>
              <a:t>Cliquez pour modifier le style du titre</a:t>
            </a:r>
            <a:endParaRPr kumimoji="0" lang="en-US"/>
          </a:p>
        </p:txBody>
      </p:sp>
      <p:sp>
        <p:nvSpPr>
          <p:cNvPr id="3" name="Espace réservé du contenu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u contenu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5" name="Espace réservé de la date 4"/>
          <p:cNvSpPr>
            <a:spLocks noGrp="1"/>
          </p:cNvSpPr>
          <p:nvPr>
            <p:ph type="dt" sz="half" idx="10"/>
          </p:nvPr>
        </p:nvSpPr>
        <p:spPr/>
        <p:txBody>
          <a:bodyPr/>
          <a:lstStyle/>
          <a:p>
            <a:fld id="{481B042D-ED5D-4DC3-8767-AFED14A7C023}" type="datetimeFigureOut">
              <a:rPr lang="fr-FR" smtClean="0"/>
              <a:pPr/>
              <a:t>28/03/2025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B3D3B3BF-3F64-4446-895E-776A92F87D6B}" type="slidenum">
              <a:rPr lang="fr-FR" smtClean="0"/>
              <a:pPr/>
              <a:t>‹N°›</a:t>
            </a:fld>
            <a:endParaRPr lang="fr-F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fr-FR"/>
              <a:t>Cliquez pour modifier le style du titre</a:t>
            </a:r>
            <a:endParaRPr kumimoji="0" lang="en-US"/>
          </a:p>
        </p:txBody>
      </p:sp>
      <p:sp>
        <p:nvSpPr>
          <p:cNvPr id="3" name="Espace réservé du texte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fr-FR"/>
              <a:t>Cliquez pour modifier les styles du texte du masque</a:t>
            </a:r>
          </a:p>
        </p:txBody>
      </p:sp>
      <p:sp>
        <p:nvSpPr>
          <p:cNvPr id="4" name="Espace réservé du texte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fr-FR"/>
              <a:t>Cliquez pour modifier les styles du texte du masque</a:t>
            </a:r>
          </a:p>
        </p:txBody>
      </p:sp>
      <p:sp>
        <p:nvSpPr>
          <p:cNvPr id="5" name="Espace réservé du contenu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6" name="Espace réservé du contenu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7" name="Espace réservé de la date 6"/>
          <p:cNvSpPr>
            <a:spLocks noGrp="1"/>
          </p:cNvSpPr>
          <p:nvPr>
            <p:ph type="dt" sz="half" idx="10"/>
          </p:nvPr>
        </p:nvSpPr>
        <p:spPr/>
        <p:txBody>
          <a:bodyPr/>
          <a:lstStyle/>
          <a:p>
            <a:fld id="{481B042D-ED5D-4DC3-8767-AFED14A7C023}" type="datetimeFigureOut">
              <a:rPr lang="fr-FR" smtClean="0"/>
              <a:pPr/>
              <a:t>28/03/2025</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B3D3B3BF-3F64-4446-895E-776A92F87D6B}" type="slidenum">
              <a:rPr lang="fr-FR" smtClean="0"/>
              <a:pPr/>
              <a:t>‹N°›</a:t>
            </a:fld>
            <a:endParaRPr lang="fr-F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a:xfrm>
            <a:off x="1435608" y="274320"/>
            <a:ext cx="7498080" cy="1143000"/>
          </a:xfrm>
        </p:spPr>
        <p:txBody>
          <a:bodyPr anchor="ctr"/>
          <a:lstStyle/>
          <a:p>
            <a:r>
              <a:rPr kumimoji="0" lang="fr-FR"/>
              <a:t>Cliquez pour modifier le style du titre</a:t>
            </a:r>
            <a:endParaRPr kumimoji="0" lang="en-US"/>
          </a:p>
        </p:txBody>
      </p:sp>
      <p:sp>
        <p:nvSpPr>
          <p:cNvPr id="3" name="Espace réservé de la date 2"/>
          <p:cNvSpPr>
            <a:spLocks noGrp="1"/>
          </p:cNvSpPr>
          <p:nvPr>
            <p:ph type="dt" sz="half" idx="10"/>
          </p:nvPr>
        </p:nvSpPr>
        <p:spPr/>
        <p:txBody>
          <a:bodyPr/>
          <a:lstStyle/>
          <a:p>
            <a:fld id="{481B042D-ED5D-4DC3-8767-AFED14A7C023}" type="datetimeFigureOut">
              <a:rPr lang="fr-FR" smtClean="0"/>
              <a:pPr/>
              <a:t>28/03/2025</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B3D3B3BF-3F64-4446-895E-776A92F87D6B}" type="slidenum">
              <a:rPr lang="fr-FR" smtClean="0"/>
              <a:pPr/>
              <a:t>‹N°›</a:t>
            </a:fld>
            <a:endParaRPr lang="fr-F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Espace réservé de la date 1"/>
          <p:cNvSpPr>
            <a:spLocks noGrp="1"/>
          </p:cNvSpPr>
          <p:nvPr>
            <p:ph type="dt" sz="half" idx="10"/>
          </p:nvPr>
        </p:nvSpPr>
        <p:spPr/>
        <p:txBody>
          <a:bodyPr/>
          <a:lstStyle/>
          <a:p>
            <a:fld id="{481B042D-ED5D-4DC3-8767-AFED14A7C023}" type="datetimeFigureOut">
              <a:rPr lang="fr-FR" smtClean="0"/>
              <a:pPr/>
              <a:t>28/03/2025</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B3D3B3BF-3F64-4446-895E-776A92F87D6B}" type="slidenum">
              <a:rPr lang="fr-FR" smtClean="0"/>
              <a:pPr/>
              <a:t>‹N°›</a:t>
            </a:fld>
            <a:endParaRPr lang="fr-FR"/>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fr-FR"/>
              <a:t>Cliquez pour modifier le style du titre</a:t>
            </a:r>
            <a:endParaRPr kumimoji="0" lang="en-US"/>
          </a:p>
        </p:txBody>
      </p:sp>
      <p:sp>
        <p:nvSpPr>
          <p:cNvPr id="3" name="Espace réservé du texte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fr-FR"/>
              <a:t>Cliquez pour modifier les styles du texte du masque</a:t>
            </a:r>
          </a:p>
        </p:txBody>
      </p:sp>
      <p:sp>
        <p:nvSpPr>
          <p:cNvPr id="4" name="Espace réservé du contenu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5" name="Espace réservé de la date 4"/>
          <p:cNvSpPr>
            <a:spLocks noGrp="1"/>
          </p:cNvSpPr>
          <p:nvPr>
            <p:ph type="dt" sz="half" idx="10"/>
          </p:nvPr>
        </p:nvSpPr>
        <p:spPr/>
        <p:txBody>
          <a:bodyPr/>
          <a:lstStyle/>
          <a:p>
            <a:fld id="{481B042D-ED5D-4DC3-8767-AFED14A7C023}" type="datetimeFigureOut">
              <a:rPr lang="fr-FR" smtClean="0"/>
              <a:pPr/>
              <a:t>28/03/2025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B3D3B3BF-3F64-4446-895E-776A92F87D6B}" type="slidenum">
              <a:rPr lang="fr-FR" smtClean="0"/>
              <a:pPr/>
              <a:t>‹N°›</a:t>
            </a:fld>
            <a:endParaRPr lang="fr-F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fr-FR"/>
              <a:t>Cliquez pour modifier le style du titre</a:t>
            </a:r>
            <a:endParaRPr kumimoji="0" lang="en-US"/>
          </a:p>
        </p:txBody>
      </p:sp>
      <p:sp>
        <p:nvSpPr>
          <p:cNvPr id="5" name="Espace réservé de la date 4"/>
          <p:cNvSpPr>
            <a:spLocks noGrp="1"/>
          </p:cNvSpPr>
          <p:nvPr>
            <p:ph type="dt" sz="half" idx="10"/>
          </p:nvPr>
        </p:nvSpPr>
        <p:spPr/>
        <p:txBody>
          <a:bodyPr/>
          <a:lstStyle/>
          <a:p>
            <a:fld id="{481B042D-ED5D-4DC3-8767-AFED14A7C023}" type="datetimeFigureOut">
              <a:rPr lang="fr-FR" smtClean="0"/>
              <a:pPr/>
              <a:t>28/03/2025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B3D3B3BF-3F64-4446-895E-776A92F87D6B}" type="slidenum">
              <a:rPr lang="fr-FR" smtClean="0"/>
              <a:pPr/>
              <a:t>‹N°›</a:t>
            </a:fld>
            <a:endParaRPr lang="fr-FR"/>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Espace réservé pour une image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fr-FR"/>
              <a:t>Cliquez sur l'icône pour ajouter une image</a:t>
            </a:r>
            <a:endParaRPr kumimoji="0" lang="en-US" dirty="0"/>
          </a:p>
        </p:txBody>
      </p:sp>
      <p:sp>
        <p:nvSpPr>
          <p:cNvPr id="9" name="Organigramme : Processu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Organigramme : Processu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Espace réservé du texte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fr-FR"/>
              <a:t>Cliquez pour modifier les styles du texte du masque</a:t>
            </a: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481B042D-ED5D-4DC3-8767-AFED14A7C023}" type="datetimeFigureOut">
              <a:rPr lang="fr-FR" smtClean="0"/>
              <a:pPr/>
              <a:t>28/03/2025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3D3B3BF-3F64-4446-895E-776A92F87D6B}" type="slidenum">
              <a:rPr lang="fr-FR" smtClean="0"/>
              <a:pPr/>
              <a:t>‹N°›</a:t>
            </a:fld>
            <a:endParaRPr lang="fr-F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858000" y="274639"/>
            <a:ext cx="1828800" cy="5851525"/>
          </a:xfrm>
        </p:spPr>
        <p:txBody>
          <a:bodyPr vert="eaVert"/>
          <a:lstStyle/>
          <a:p>
            <a:r>
              <a:rPr kumimoji="0" lang="fr-FR"/>
              <a:t>Cliquez pour modifier le style du titre</a:t>
            </a:r>
            <a:endParaRPr kumimoji="0" lang="en-US"/>
          </a:p>
        </p:txBody>
      </p:sp>
      <p:sp>
        <p:nvSpPr>
          <p:cNvPr id="3" name="Espace réservé du texte vertical 2"/>
          <p:cNvSpPr>
            <a:spLocks noGrp="1"/>
          </p:cNvSpPr>
          <p:nvPr>
            <p:ph type="body" orient="vert" idx="1"/>
          </p:nvPr>
        </p:nvSpPr>
        <p:spPr>
          <a:xfrm>
            <a:off x="1143000" y="274640"/>
            <a:ext cx="5562600" cy="5851525"/>
          </a:xfrm>
        </p:spPr>
        <p:txBody>
          <a:bodyPr vert="eaVer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481B042D-ED5D-4DC3-8767-AFED14A7C023}" type="datetimeFigureOut">
              <a:rPr lang="fr-FR" smtClean="0"/>
              <a:pPr/>
              <a:t>28/03/2025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3D3B3BF-3F64-4446-895E-776A92F87D6B}" type="slidenum">
              <a:rPr lang="fr-FR" smtClean="0"/>
              <a:pPr/>
              <a:t>‹N°›</a:t>
            </a:fld>
            <a:endParaRPr lang="fr-F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14" name="Titre 13"/>
          <p:cNvSpPr>
            <a:spLocks noGrp="1"/>
          </p:cNvSpPr>
          <p:nvPr>
            <p:ph type="ctrTitle"/>
          </p:nvPr>
        </p:nvSpPr>
        <p:spPr>
          <a:xfrm>
            <a:off x="1432560" y="359898"/>
            <a:ext cx="7406640" cy="1472184"/>
          </a:xfrm>
        </p:spPr>
        <p:txBody>
          <a:bodyPr anchor="b"/>
          <a:lstStyle>
            <a:lvl1pPr algn="l">
              <a:defRPr/>
            </a:lvl1pPr>
            <a:extLst/>
          </a:lstStyle>
          <a:p>
            <a:r>
              <a:rPr kumimoji="0" lang="fr-FR"/>
              <a:t>Cliquez pour modifier le style du titre</a:t>
            </a:r>
            <a:endParaRPr kumimoji="0" lang="en-US"/>
          </a:p>
        </p:txBody>
      </p:sp>
      <p:sp>
        <p:nvSpPr>
          <p:cNvPr id="22" name="Sous-titr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fr-FR"/>
              <a:t>Cliquez pour modifier le style des sous-titres du masque</a:t>
            </a:r>
            <a:endParaRPr kumimoji="0" lang="en-US"/>
          </a:p>
        </p:txBody>
      </p:sp>
      <p:sp>
        <p:nvSpPr>
          <p:cNvPr id="7" name="Espace réservé de la date 6"/>
          <p:cNvSpPr>
            <a:spLocks noGrp="1"/>
          </p:cNvSpPr>
          <p:nvPr>
            <p:ph type="dt" sz="half" idx="10"/>
          </p:nvPr>
        </p:nvSpPr>
        <p:spPr/>
        <p:txBody>
          <a:bodyPr/>
          <a:lstStyle/>
          <a:p>
            <a:fld id="{481B042D-ED5D-4DC3-8767-AFED14A7C023}" type="datetimeFigureOut">
              <a:rPr lang="fr-FR" smtClean="0"/>
              <a:pPr/>
              <a:t>28/03/2025</a:t>
            </a:fld>
            <a:endParaRPr lang="fr-FR"/>
          </a:p>
        </p:txBody>
      </p:sp>
      <p:sp>
        <p:nvSpPr>
          <p:cNvPr id="20" name="Espace réservé du pied de page 19"/>
          <p:cNvSpPr>
            <a:spLocks noGrp="1"/>
          </p:cNvSpPr>
          <p:nvPr>
            <p:ph type="ftr" sz="quarter" idx="11"/>
          </p:nvPr>
        </p:nvSpPr>
        <p:spPr/>
        <p:txBody>
          <a:bodyPr/>
          <a:lstStyle/>
          <a:p>
            <a:endParaRPr lang="fr-FR"/>
          </a:p>
        </p:txBody>
      </p:sp>
      <p:sp>
        <p:nvSpPr>
          <p:cNvPr id="10" name="Espace réservé du numéro de diapositive 9"/>
          <p:cNvSpPr>
            <a:spLocks noGrp="1"/>
          </p:cNvSpPr>
          <p:nvPr>
            <p:ph type="sldNum" sz="quarter" idx="12"/>
          </p:nvPr>
        </p:nvSpPr>
        <p:spPr/>
        <p:txBody>
          <a:bodyPr/>
          <a:lstStyle/>
          <a:p>
            <a:fld id="{B3D3B3BF-3F64-4446-895E-776A92F87D6B}" type="slidenum">
              <a:rPr lang="fr-FR" smtClean="0"/>
              <a:pPr/>
              <a:t>‹N°›</a:t>
            </a:fld>
            <a:endParaRPr lang="fr-FR"/>
          </a:p>
        </p:txBody>
      </p:sp>
      <p:sp>
        <p:nvSpPr>
          <p:cNvPr id="8" name="Ellipse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Ellipse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Cliquez pour modifier le style du titre</a:t>
            </a:r>
            <a:endParaRPr kumimoji="0" lang="en-US"/>
          </a:p>
        </p:txBody>
      </p:sp>
      <p:sp>
        <p:nvSpPr>
          <p:cNvPr id="3" name="Espace réservé du contenu 2"/>
          <p:cNvSpPr>
            <a:spLocks noGrp="1"/>
          </p:cNvSpPr>
          <p:nvPr>
            <p:ph idx="1"/>
          </p:nvPr>
        </p:nvSpPr>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481B042D-ED5D-4DC3-8767-AFED14A7C023}" type="datetimeFigureOut">
              <a:rPr lang="fr-FR" smtClean="0"/>
              <a:pPr/>
              <a:t>28/03/2025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3D3B3BF-3F64-4446-895E-776A92F87D6B}" type="slidenum">
              <a:rPr lang="fr-FR" smtClean="0"/>
              <a:pPr/>
              <a:t>‹N°›</a:t>
            </a:fld>
            <a:endParaRPr lang="fr-F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r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fr-FR"/>
              <a:t>Cliquez pour modifier le style du titre</a:t>
            </a:r>
            <a:endParaRPr kumimoji="0" lang="en-US"/>
          </a:p>
        </p:txBody>
      </p:sp>
      <p:sp>
        <p:nvSpPr>
          <p:cNvPr id="3" name="Espace réservé du texte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fr-FR"/>
              <a:t>Cliquez pour modifier les styles du texte du masque</a:t>
            </a:r>
          </a:p>
        </p:txBody>
      </p:sp>
      <p:sp>
        <p:nvSpPr>
          <p:cNvPr id="4" name="Espace réservé de la date 3"/>
          <p:cNvSpPr>
            <a:spLocks noGrp="1"/>
          </p:cNvSpPr>
          <p:nvPr>
            <p:ph type="dt" sz="half" idx="10"/>
          </p:nvPr>
        </p:nvSpPr>
        <p:spPr/>
        <p:txBody>
          <a:bodyPr/>
          <a:lstStyle/>
          <a:p>
            <a:fld id="{481B042D-ED5D-4DC3-8767-AFED14A7C023}" type="datetimeFigureOut">
              <a:rPr lang="fr-FR" smtClean="0"/>
              <a:pPr/>
              <a:t>28/03/2025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3D3B3BF-3F64-4446-895E-776A92F87D6B}" type="slidenum">
              <a:rPr lang="fr-FR" smtClean="0"/>
              <a:pPr/>
              <a:t>‹N°›</a:t>
            </a:fld>
            <a:endParaRPr lang="fr-FR"/>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Ellipse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Ellipse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1435608" y="274320"/>
            <a:ext cx="7498080" cy="1143000"/>
          </a:xfrm>
        </p:spPr>
        <p:txBody>
          <a:bodyPr/>
          <a:lstStyle/>
          <a:p>
            <a:r>
              <a:rPr kumimoji="0" lang="fr-FR"/>
              <a:t>Cliquez pour modifier le style du titre</a:t>
            </a:r>
            <a:endParaRPr kumimoji="0" lang="en-US"/>
          </a:p>
        </p:txBody>
      </p:sp>
      <p:sp>
        <p:nvSpPr>
          <p:cNvPr id="3" name="Espace réservé du contenu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u contenu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5" name="Espace réservé de la date 4"/>
          <p:cNvSpPr>
            <a:spLocks noGrp="1"/>
          </p:cNvSpPr>
          <p:nvPr>
            <p:ph type="dt" sz="half" idx="10"/>
          </p:nvPr>
        </p:nvSpPr>
        <p:spPr/>
        <p:txBody>
          <a:bodyPr/>
          <a:lstStyle/>
          <a:p>
            <a:fld id="{481B042D-ED5D-4DC3-8767-AFED14A7C023}" type="datetimeFigureOut">
              <a:rPr lang="fr-FR" smtClean="0"/>
              <a:pPr/>
              <a:t>28/03/2025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B3D3B3BF-3F64-4446-895E-776A92F87D6B}" type="slidenum">
              <a:rPr lang="fr-FR" smtClean="0"/>
              <a:pPr/>
              <a:t>‹N°›</a:t>
            </a:fld>
            <a:endParaRPr lang="fr-F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fr-FR"/>
              <a:t>Cliquez pour modifier le style du titre</a:t>
            </a:r>
            <a:endParaRPr kumimoji="0" lang="en-US"/>
          </a:p>
        </p:txBody>
      </p:sp>
      <p:sp>
        <p:nvSpPr>
          <p:cNvPr id="3" name="Espace réservé du texte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fr-FR"/>
              <a:t>Cliquez pour modifier les styles du texte du masque</a:t>
            </a:r>
          </a:p>
        </p:txBody>
      </p:sp>
      <p:sp>
        <p:nvSpPr>
          <p:cNvPr id="4" name="Espace réservé du texte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fr-FR"/>
              <a:t>Cliquez pour modifier les styles du texte du masque</a:t>
            </a:r>
          </a:p>
        </p:txBody>
      </p:sp>
      <p:sp>
        <p:nvSpPr>
          <p:cNvPr id="5" name="Espace réservé du contenu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6" name="Espace réservé du contenu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7" name="Espace réservé de la date 6"/>
          <p:cNvSpPr>
            <a:spLocks noGrp="1"/>
          </p:cNvSpPr>
          <p:nvPr>
            <p:ph type="dt" sz="half" idx="10"/>
          </p:nvPr>
        </p:nvSpPr>
        <p:spPr/>
        <p:txBody>
          <a:bodyPr/>
          <a:lstStyle/>
          <a:p>
            <a:fld id="{481B042D-ED5D-4DC3-8767-AFED14A7C023}" type="datetimeFigureOut">
              <a:rPr lang="fr-FR" smtClean="0"/>
              <a:pPr/>
              <a:t>28/03/2025</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B3D3B3BF-3F64-4446-895E-776A92F87D6B}" type="slidenum">
              <a:rPr lang="fr-FR" smtClean="0"/>
              <a:pPr/>
              <a:t>‹N°›</a:t>
            </a:fld>
            <a:endParaRPr lang="fr-F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a:xfrm>
            <a:off x="1435608" y="274320"/>
            <a:ext cx="7498080" cy="1143000"/>
          </a:xfrm>
        </p:spPr>
        <p:txBody>
          <a:bodyPr anchor="ctr"/>
          <a:lstStyle/>
          <a:p>
            <a:r>
              <a:rPr kumimoji="0" lang="fr-FR"/>
              <a:t>Cliquez pour modifier le style du titre</a:t>
            </a:r>
            <a:endParaRPr kumimoji="0" lang="en-US"/>
          </a:p>
        </p:txBody>
      </p:sp>
      <p:sp>
        <p:nvSpPr>
          <p:cNvPr id="3" name="Espace réservé de la date 2"/>
          <p:cNvSpPr>
            <a:spLocks noGrp="1"/>
          </p:cNvSpPr>
          <p:nvPr>
            <p:ph type="dt" sz="half" idx="10"/>
          </p:nvPr>
        </p:nvSpPr>
        <p:spPr/>
        <p:txBody>
          <a:bodyPr/>
          <a:lstStyle/>
          <a:p>
            <a:fld id="{481B042D-ED5D-4DC3-8767-AFED14A7C023}" type="datetimeFigureOut">
              <a:rPr lang="fr-FR" smtClean="0"/>
              <a:pPr/>
              <a:t>28/03/2025</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B3D3B3BF-3F64-4446-895E-776A92F87D6B}" type="slidenum">
              <a:rPr lang="fr-FR" smtClean="0"/>
              <a:pPr/>
              <a:t>‹N°›</a:t>
            </a:fld>
            <a:endParaRPr lang="fr-F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Espace réservé de la date 1"/>
          <p:cNvSpPr>
            <a:spLocks noGrp="1"/>
          </p:cNvSpPr>
          <p:nvPr>
            <p:ph type="dt" sz="half" idx="10"/>
          </p:nvPr>
        </p:nvSpPr>
        <p:spPr/>
        <p:txBody>
          <a:bodyPr/>
          <a:lstStyle/>
          <a:p>
            <a:fld id="{481B042D-ED5D-4DC3-8767-AFED14A7C023}" type="datetimeFigureOut">
              <a:rPr lang="fr-FR" smtClean="0"/>
              <a:pPr/>
              <a:t>28/03/2025</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B3D3B3BF-3F64-4446-895E-776A92F87D6B}" type="slidenum">
              <a:rPr lang="fr-FR" smtClean="0"/>
              <a:pPr/>
              <a:t>‹N°›</a:t>
            </a:fld>
            <a:endParaRPr lang="fr-FR"/>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fr-FR"/>
              <a:t>Cliquez pour modifier le style du titre</a:t>
            </a:r>
            <a:endParaRPr kumimoji="0" lang="en-US"/>
          </a:p>
        </p:txBody>
      </p:sp>
      <p:sp>
        <p:nvSpPr>
          <p:cNvPr id="3" name="Espace réservé du texte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fr-FR"/>
              <a:t>Cliquez pour modifier les styles du texte du masque</a:t>
            </a:r>
          </a:p>
        </p:txBody>
      </p:sp>
      <p:sp>
        <p:nvSpPr>
          <p:cNvPr id="4" name="Espace réservé du contenu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5" name="Espace réservé de la date 4"/>
          <p:cNvSpPr>
            <a:spLocks noGrp="1"/>
          </p:cNvSpPr>
          <p:nvPr>
            <p:ph type="dt" sz="half" idx="10"/>
          </p:nvPr>
        </p:nvSpPr>
        <p:spPr/>
        <p:txBody>
          <a:bodyPr/>
          <a:lstStyle/>
          <a:p>
            <a:fld id="{481B042D-ED5D-4DC3-8767-AFED14A7C023}" type="datetimeFigureOut">
              <a:rPr lang="fr-FR" smtClean="0"/>
              <a:pPr/>
              <a:t>28/03/2025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B3D3B3BF-3F64-4446-895E-776A92F87D6B}" type="slidenum">
              <a:rPr lang="fr-FR" smtClean="0"/>
              <a:pPr/>
              <a:t>‹N°›</a:t>
            </a:fld>
            <a:endParaRPr lang="fr-F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fr-FR"/>
              <a:t>Cliquez pour modifier le style du titre</a:t>
            </a:r>
            <a:endParaRPr kumimoji="0" lang="en-US"/>
          </a:p>
        </p:txBody>
      </p:sp>
      <p:sp>
        <p:nvSpPr>
          <p:cNvPr id="5" name="Espace réservé de la date 4"/>
          <p:cNvSpPr>
            <a:spLocks noGrp="1"/>
          </p:cNvSpPr>
          <p:nvPr>
            <p:ph type="dt" sz="half" idx="10"/>
          </p:nvPr>
        </p:nvSpPr>
        <p:spPr/>
        <p:txBody>
          <a:bodyPr/>
          <a:lstStyle/>
          <a:p>
            <a:fld id="{481B042D-ED5D-4DC3-8767-AFED14A7C023}" type="datetimeFigureOut">
              <a:rPr lang="fr-FR" smtClean="0"/>
              <a:pPr/>
              <a:t>28/03/2025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B3D3B3BF-3F64-4446-895E-776A92F87D6B}" type="slidenum">
              <a:rPr lang="fr-FR" smtClean="0"/>
              <a:pPr/>
              <a:t>‹N°›</a:t>
            </a:fld>
            <a:endParaRPr lang="fr-FR"/>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Espace réservé pour une image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fr-FR"/>
              <a:t>Cliquez sur l'icône pour ajouter une image</a:t>
            </a:r>
            <a:endParaRPr kumimoji="0" lang="en-US" dirty="0"/>
          </a:p>
        </p:txBody>
      </p:sp>
      <p:sp>
        <p:nvSpPr>
          <p:cNvPr id="9" name="Organigramme : Processu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Organigramme : Processu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Espace réservé du texte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fr-FR"/>
              <a:t>Cliquez pour modifier les styles du texte du masque</a:t>
            </a: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481B042D-ED5D-4DC3-8767-AFED14A7C023}" type="datetimeFigureOut">
              <a:rPr lang="fr-FR" smtClean="0"/>
              <a:pPr/>
              <a:t>28/03/2025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3D3B3BF-3F64-4446-895E-776A92F87D6B}" type="slidenum">
              <a:rPr lang="fr-FR" smtClean="0"/>
              <a:pPr/>
              <a:t>‹N°›</a:t>
            </a:fld>
            <a:endParaRPr lang="fr-F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858000" y="274639"/>
            <a:ext cx="1828800" cy="5851525"/>
          </a:xfrm>
        </p:spPr>
        <p:txBody>
          <a:bodyPr vert="eaVert"/>
          <a:lstStyle/>
          <a:p>
            <a:r>
              <a:rPr kumimoji="0" lang="fr-FR"/>
              <a:t>Cliquez pour modifier le style du titre</a:t>
            </a:r>
            <a:endParaRPr kumimoji="0" lang="en-US"/>
          </a:p>
        </p:txBody>
      </p:sp>
      <p:sp>
        <p:nvSpPr>
          <p:cNvPr id="3" name="Espace réservé du texte vertical 2"/>
          <p:cNvSpPr>
            <a:spLocks noGrp="1"/>
          </p:cNvSpPr>
          <p:nvPr>
            <p:ph type="body" orient="vert" idx="1"/>
          </p:nvPr>
        </p:nvSpPr>
        <p:spPr>
          <a:xfrm>
            <a:off x="1143000" y="274640"/>
            <a:ext cx="5562600" cy="5851525"/>
          </a:xfrm>
        </p:spPr>
        <p:txBody>
          <a:bodyPr vert="eaVer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481B042D-ED5D-4DC3-8767-AFED14A7C023}" type="datetimeFigureOut">
              <a:rPr lang="fr-FR" smtClean="0"/>
              <a:pPr/>
              <a:t>28/03/2025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3D3B3BF-3F64-4446-895E-776A92F87D6B}"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2" name="Forme libre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16" name="Forme libre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9" name="Espace réservé du titre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fr-FR"/>
              <a:t>Cliquez pour modifier le style du titre</a:t>
            </a:r>
            <a:endParaRPr kumimoji="0" lang="en-US"/>
          </a:p>
        </p:txBody>
      </p:sp>
      <p:sp>
        <p:nvSpPr>
          <p:cNvPr id="30" name="Espace réservé du texte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fr-FR"/>
              <a:t>Cliquez pour modifier les styles du texte du masque</a:t>
            </a:r>
          </a:p>
          <a:p>
            <a:pPr lvl="1" eaLnBrk="1" latinLnBrk="0" hangingPunct="1"/>
            <a:r>
              <a:rPr kumimoji="0" lang="fr-FR"/>
              <a:t>Deuxième niveau</a:t>
            </a:r>
          </a:p>
          <a:p>
            <a:pPr lvl="2" eaLnBrk="1" latinLnBrk="0" hangingPunct="1"/>
            <a:r>
              <a:rPr kumimoji="0" lang="fr-FR"/>
              <a:t>Troisième niveau</a:t>
            </a:r>
          </a:p>
          <a:p>
            <a:pPr lvl="3" eaLnBrk="1" latinLnBrk="0" hangingPunct="1"/>
            <a:r>
              <a:rPr kumimoji="0" lang="fr-FR"/>
              <a:t>Quatrième niveau</a:t>
            </a:r>
          </a:p>
          <a:p>
            <a:pPr lvl="4" eaLnBrk="1" latinLnBrk="0" hangingPunct="1"/>
            <a:r>
              <a:rPr kumimoji="0" lang="fr-FR"/>
              <a:t>Cinquième niveau</a:t>
            </a:r>
            <a:endParaRPr kumimoji="0" lang="en-US"/>
          </a:p>
        </p:txBody>
      </p:sp>
      <p:sp>
        <p:nvSpPr>
          <p:cNvPr id="10" name="Espace réservé de la date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481B042D-ED5D-4DC3-8767-AFED14A7C023}" type="datetimeFigureOut">
              <a:rPr lang="fr-FR" smtClean="0"/>
              <a:pPr/>
              <a:t>28/03/2025</a:t>
            </a:fld>
            <a:endParaRPr lang="fr-FR"/>
          </a:p>
        </p:txBody>
      </p:sp>
      <p:sp>
        <p:nvSpPr>
          <p:cNvPr id="22" name="Espace réservé du pied de page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fr-FR"/>
          </a:p>
        </p:txBody>
      </p:sp>
      <p:sp>
        <p:nvSpPr>
          <p:cNvPr id="18" name="Espace réservé du numéro de diapositive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B3D3B3BF-3F64-4446-895E-776A92F87D6B}" type="slidenum">
              <a:rPr lang="fr-FR" smtClean="0"/>
              <a:pPr/>
              <a:t>‹N°›</a:t>
            </a:fld>
            <a:endParaRPr lang="fr-FR"/>
          </a:p>
        </p:txBody>
      </p:sp>
    </p:spTree>
  </p:cSld>
  <p:clrMap bg1="dk1" tx1="lt1" bg2="dk2" tx2="lt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11" name="Triangle rectangle 10"/>
          <p:cNvSpPr/>
          <p:nvPr/>
        </p:nvSpPr>
        <p:spPr>
          <a:xfrm>
            <a:off x="7034" y="14068"/>
            <a:ext cx="9129932" cy="6836899"/>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cxnSp>
        <p:nvCxnSpPr>
          <p:cNvPr id="8" name="Connecteur droit 7"/>
          <p:cNvCxnSpPr/>
          <p:nvPr/>
        </p:nvCxnSpPr>
        <p:spPr>
          <a:xfrm>
            <a:off x="0" y="7034"/>
            <a:ext cx="9136966" cy="6843933"/>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9" name="Connecteur droit 8"/>
          <p:cNvCxnSpPr/>
          <p:nvPr/>
        </p:nvCxnSpPr>
        <p:spPr>
          <a:xfrm rot="10800000" flipV="1">
            <a:off x="6468794" y="4948410"/>
            <a:ext cx="2672861" cy="1900210"/>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2" name="Espace réservé du titre 21"/>
          <p:cNvSpPr>
            <a:spLocks noGrp="1"/>
          </p:cNvSpPr>
          <p:nvPr>
            <p:ph type="title"/>
          </p:nvPr>
        </p:nvSpPr>
        <p:spPr>
          <a:xfrm>
            <a:off x="457200" y="267494"/>
            <a:ext cx="8229600" cy="1399032"/>
          </a:xfrm>
          <a:prstGeom prst="rect">
            <a:avLst/>
          </a:prstGeom>
        </p:spPr>
        <p:txBody>
          <a:bodyPr vert="horz" anchor="ctr">
            <a:normAutofit/>
          </a:bodyPr>
          <a:lstStyle/>
          <a:p>
            <a:r>
              <a:rPr kumimoji="0" lang="fr-FR"/>
              <a:t>Cliquez pour modifier le style du titre</a:t>
            </a:r>
            <a:endParaRPr kumimoji="0" lang="en-US"/>
          </a:p>
        </p:txBody>
      </p:sp>
      <p:sp>
        <p:nvSpPr>
          <p:cNvPr id="13" name="Espace réservé du texte 12"/>
          <p:cNvSpPr>
            <a:spLocks noGrp="1"/>
          </p:cNvSpPr>
          <p:nvPr>
            <p:ph type="body" idx="1"/>
          </p:nvPr>
        </p:nvSpPr>
        <p:spPr>
          <a:xfrm>
            <a:off x="457200" y="1882808"/>
            <a:ext cx="8229600" cy="4572000"/>
          </a:xfrm>
          <a:prstGeom prst="rect">
            <a:avLst/>
          </a:prstGeom>
        </p:spPr>
        <p:txBody>
          <a:bodyPr vert="horz" anchor="t">
            <a:normAutofit/>
          </a:bodyPr>
          <a:lstStyle/>
          <a:p>
            <a:pPr lvl="0" eaLnBrk="1" latinLnBrk="0" hangingPunct="1"/>
            <a:r>
              <a:rPr kumimoji="0" lang="fr-FR"/>
              <a:t>Cliquez pour modifier les styles du texte du masque</a:t>
            </a:r>
          </a:p>
          <a:p>
            <a:pPr lvl="1" eaLnBrk="1" latinLnBrk="0" hangingPunct="1"/>
            <a:r>
              <a:rPr kumimoji="0" lang="fr-FR"/>
              <a:t>Deuxième niveau</a:t>
            </a:r>
          </a:p>
          <a:p>
            <a:pPr lvl="2" eaLnBrk="1" latinLnBrk="0" hangingPunct="1"/>
            <a:r>
              <a:rPr kumimoji="0" lang="fr-FR"/>
              <a:t>Troisième niveau</a:t>
            </a:r>
          </a:p>
          <a:p>
            <a:pPr lvl="3" eaLnBrk="1" latinLnBrk="0" hangingPunct="1"/>
            <a:r>
              <a:rPr kumimoji="0" lang="fr-FR"/>
              <a:t>Quatrième niveau</a:t>
            </a:r>
          </a:p>
          <a:p>
            <a:pPr lvl="4" eaLnBrk="1" latinLnBrk="0" hangingPunct="1"/>
            <a:r>
              <a:rPr kumimoji="0" lang="fr-FR"/>
              <a:t>Cinquième niveau</a:t>
            </a:r>
            <a:endParaRPr kumimoji="0" lang="en-US"/>
          </a:p>
        </p:txBody>
      </p:sp>
      <p:sp>
        <p:nvSpPr>
          <p:cNvPr id="14" name="Espace réservé de la date 13"/>
          <p:cNvSpPr>
            <a:spLocks noGrp="1"/>
          </p:cNvSpPr>
          <p:nvPr>
            <p:ph type="dt" sz="half" idx="2"/>
          </p:nvPr>
        </p:nvSpPr>
        <p:spPr>
          <a:xfrm>
            <a:off x="4791456" y="6480969"/>
            <a:ext cx="2133600" cy="301752"/>
          </a:xfrm>
          <a:prstGeom prst="rect">
            <a:avLst/>
          </a:prstGeom>
        </p:spPr>
        <p:txBody>
          <a:bodyPr vert="horz" anchor="b"/>
          <a:lstStyle>
            <a:lvl1pPr algn="l" eaLnBrk="1" latinLnBrk="0" hangingPunct="1">
              <a:defRPr kumimoji="0" sz="1000" b="0">
                <a:solidFill>
                  <a:schemeClr val="tx1"/>
                </a:solidFill>
              </a:defRPr>
            </a:lvl1pPr>
          </a:lstStyle>
          <a:p>
            <a:fld id="{481B042D-ED5D-4DC3-8767-AFED14A7C023}" type="datetimeFigureOut">
              <a:rPr lang="fr-FR" smtClean="0"/>
              <a:pPr/>
              <a:t>28/03/2025</a:t>
            </a:fld>
            <a:endParaRPr lang="fr-FR"/>
          </a:p>
        </p:txBody>
      </p:sp>
      <p:sp>
        <p:nvSpPr>
          <p:cNvPr id="3" name="Espace réservé du pied de page 2"/>
          <p:cNvSpPr>
            <a:spLocks noGrp="1"/>
          </p:cNvSpPr>
          <p:nvPr>
            <p:ph type="ftr" sz="quarter" idx="3"/>
          </p:nvPr>
        </p:nvSpPr>
        <p:spPr>
          <a:xfrm>
            <a:off x="457200" y="6481890"/>
            <a:ext cx="4260056" cy="300831"/>
          </a:xfrm>
          <a:prstGeom prst="rect">
            <a:avLst/>
          </a:prstGeom>
        </p:spPr>
        <p:txBody>
          <a:bodyPr vert="horz" anchor="b"/>
          <a:lstStyle>
            <a:lvl1pPr algn="r" eaLnBrk="1" latinLnBrk="0" hangingPunct="1">
              <a:defRPr kumimoji="0" sz="1000">
                <a:solidFill>
                  <a:schemeClr val="tx1"/>
                </a:solidFill>
              </a:defRPr>
            </a:lvl1pPr>
          </a:lstStyle>
          <a:p>
            <a:endParaRPr lang="fr-FR"/>
          </a:p>
        </p:txBody>
      </p:sp>
      <p:sp>
        <p:nvSpPr>
          <p:cNvPr id="23" name="Espace réservé du numéro de diapositive 22"/>
          <p:cNvSpPr>
            <a:spLocks noGrp="1"/>
          </p:cNvSpPr>
          <p:nvPr>
            <p:ph type="sldNum" sz="quarter" idx="4"/>
          </p:nvPr>
        </p:nvSpPr>
        <p:spPr>
          <a:xfrm>
            <a:off x="7589520" y="6480969"/>
            <a:ext cx="502920" cy="301752"/>
          </a:xfrm>
          <a:prstGeom prst="rect">
            <a:avLst/>
          </a:prstGeom>
        </p:spPr>
        <p:txBody>
          <a:bodyPr vert="horz" anchor="b"/>
          <a:lstStyle>
            <a:lvl1pPr algn="ctr" eaLnBrk="1" latinLnBrk="0" hangingPunct="1">
              <a:defRPr kumimoji="0" sz="1200">
                <a:solidFill>
                  <a:schemeClr val="tx1"/>
                </a:solidFill>
              </a:defRPr>
            </a:lvl1pPr>
          </a:lstStyle>
          <a:p>
            <a:fld id="{B3D3B3BF-3F64-4446-895E-776A92F87D6B}" type="slidenum">
              <a:rPr lang="fr-FR" smtClean="0"/>
              <a:pPr/>
              <a:t>‹N°›</a:t>
            </a:fld>
            <a:endParaRPr lang="fr-FR"/>
          </a:p>
        </p:txBody>
      </p:sp>
    </p:spTree>
  </p:cSld>
  <p:clrMap bg1="dk1" tx1="lt1" bg2="dk2" tx2="lt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Lst>
  <p:txStyles>
    <p:titleStyle>
      <a:lvl1pPr marL="484632" algn="l" rtl="0" eaLnBrk="1" latinLnBrk="0" hangingPunct="1">
        <a:spcBef>
          <a:spcPct val="0"/>
        </a:spcBef>
        <a:buNone/>
        <a:defRPr kumimoji="0" sz="4200" kern="120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latin typeface="+mj-lt"/>
          <a:ea typeface="+mj-ea"/>
          <a:cs typeface="+mj-cs"/>
        </a:defRPr>
      </a:lvl1pPr>
    </p:titleStyle>
    <p:bodyStyle>
      <a:lvl1pPr marL="448056"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822960" indent="-285750" algn="l" rtl="0" eaLnBrk="1" latinLnBrk="0" hangingPunct="1">
        <a:spcBef>
          <a:spcPct val="20000"/>
        </a:spcBef>
        <a:buClr>
          <a:schemeClr val="accent1"/>
        </a:buClr>
        <a:buSzPct val="95000"/>
        <a:buFont typeface="Verdana"/>
        <a:buChar char="›"/>
        <a:defRPr kumimoji="0" sz="2600" kern="1200">
          <a:solidFill>
            <a:schemeClr val="tx1"/>
          </a:solidFill>
          <a:latin typeface="+mn-lt"/>
          <a:ea typeface="+mn-ea"/>
          <a:cs typeface="+mn-cs"/>
        </a:defRPr>
      </a:lvl2pPr>
      <a:lvl3pPr marL="1106424" indent="-228600" algn="l" rtl="0" eaLnBrk="1" latinLnBrk="0" hangingPunct="1">
        <a:spcBef>
          <a:spcPct val="20000"/>
        </a:spcBef>
        <a:buClr>
          <a:schemeClr val="accent1"/>
        </a:buClr>
        <a:buFont typeface="Wingdings 2"/>
        <a:buChar char=""/>
        <a:defRPr kumimoji="0" sz="2400" kern="1200">
          <a:solidFill>
            <a:schemeClr val="tx1"/>
          </a:solidFill>
          <a:latin typeface="+mn-lt"/>
          <a:ea typeface="+mn-ea"/>
          <a:cs typeface="+mn-cs"/>
        </a:defRPr>
      </a:lvl3pPr>
      <a:lvl4pPr marL="1371600" indent="-210312" algn="l" rtl="0" eaLnBrk="1" latinLnBrk="0" hangingPunct="1">
        <a:spcBef>
          <a:spcPct val="20000"/>
        </a:spcBef>
        <a:buClr>
          <a:schemeClr val="accent1"/>
        </a:buClr>
        <a:buFont typeface="Wingdings 2"/>
        <a:buChar char=""/>
        <a:defRPr kumimoji="0" sz="2000" kern="1200">
          <a:solidFill>
            <a:schemeClr val="tx1"/>
          </a:solidFill>
          <a:latin typeface="+mn-lt"/>
          <a:ea typeface="+mn-ea"/>
          <a:cs typeface="+mn-cs"/>
        </a:defRPr>
      </a:lvl4pPr>
      <a:lvl5pPr marL="1600200" indent="-210312" algn="l" rtl="0" eaLnBrk="1" latinLnBrk="0" hangingPunct="1">
        <a:spcBef>
          <a:spcPct val="20000"/>
        </a:spcBef>
        <a:buClr>
          <a:schemeClr val="accent1">
            <a:tint val="75000"/>
          </a:schemeClr>
        </a:buClr>
        <a:buFont typeface="Wingdings 2"/>
        <a:buChar char=""/>
        <a:defRPr kumimoji="0" sz="1900" kern="1200">
          <a:solidFill>
            <a:schemeClr val="tx1"/>
          </a:solidFill>
          <a:latin typeface="+mn-lt"/>
          <a:ea typeface="+mn-ea"/>
          <a:cs typeface="+mn-cs"/>
        </a:defRPr>
      </a:lvl5pPr>
      <a:lvl6pPr marL="1828800" indent="-210312" algn="l" rtl="0" eaLnBrk="1" latinLnBrk="0" hangingPunct="1">
        <a:spcBef>
          <a:spcPct val="20000"/>
        </a:spcBef>
        <a:buClr>
          <a:schemeClr val="accent1">
            <a:tint val="75000"/>
          </a:schemeClr>
        </a:buClr>
        <a:buFont typeface="Wingdings 2"/>
        <a:buChar char=""/>
        <a:defRPr kumimoji="0" sz="1800" kern="1200">
          <a:solidFill>
            <a:schemeClr val="tx1"/>
          </a:solidFill>
          <a:latin typeface="+mn-lt"/>
          <a:ea typeface="+mn-ea"/>
          <a:cs typeface="+mn-cs"/>
        </a:defRPr>
      </a:lvl6pPr>
      <a:lvl7pPr marL="2084832" indent="-210312"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7pPr>
      <a:lvl8pPr marL="22860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8pPr>
      <a:lvl9pPr marL="25146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Espace réservé du titre 21"/>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rot lat="0" lon="0" rev="16800000"/>
              </a:lightRig>
            </a:scene3d>
            <a:sp3d prstMaterial="softEdge">
              <a:bevelT w="38100" h="38100"/>
            </a:sp3d>
          </a:bodyPr>
          <a:lstStyle/>
          <a:p>
            <a:r>
              <a:rPr kumimoji="0" lang="fr-FR"/>
              <a:t>Cliquez pour modifier le style du titre</a:t>
            </a:r>
            <a:endParaRPr kumimoji="0" lang="en-US"/>
          </a:p>
        </p:txBody>
      </p:sp>
      <p:sp>
        <p:nvSpPr>
          <p:cNvPr id="13" name="Espace réservé du texte 12"/>
          <p:cNvSpPr>
            <a:spLocks noGrp="1"/>
          </p:cNvSpPr>
          <p:nvPr>
            <p:ph type="body" idx="1"/>
          </p:nvPr>
        </p:nvSpPr>
        <p:spPr>
          <a:xfrm>
            <a:off x="457200" y="1600200"/>
            <a:ext cx="8229600" cy="4709160"/>
          </a:xfrm>
          <a:prstGeom prst="rect">
            <a:avLst/>
          </a:prstGeom>
        </p:spPr>
        <p:txBody>
          <a:bodyPr vert="horz">
            <a:normAutofit/>
          </a:bodyPr>
          <a:lstStyle/>
          <a:p>
            <a:pPr lvl="0" eaLnBrk="1" latinLnBrk="0" hangingPunct="1"/>
            <a:r>
              <a:rPr kumimoji="0" lang="fr-FR"/>
              <a:t>Cliquez pour modifier les styles du texte du masque</a:t>
            </a:r>
          </a:p>
          <a:p>
            <a:pPr lvl="1" eaLnBrk="1" latinLnBrk="0" hangingPunct="1"/>
            <a:r>
              <a:rPr kumimoji="0" lang="fr-FR"/>
              <a:t>Deuxième niveau</a:t>
            </a:r>
          </a:p>
          <a:p>
            <a:pPr lvl="2" eaLnBrk="1" latinLnBrk="0" hangingPunct="1"/>
            <a:r>
              <a:rPr kumimoji="0" lang="fr-FR"/>
              <a:t>Troisième niveau</a:t>
            </a:r>
          </a:p>
          <a:p>
            <a:pPr lvl="3" eaLnBrk="1" latinLnBrk="0" hangingPunct="1"/>
            <a:r>
              <a:rPr kumimoji="0" lang="fr-FR"/>
              <a:t>Quatrième niveau</a:t>
            </a:r>
          </a:p>
          <a:p>
            <a:pPr lvl="4" eaLnBrk="1" latinLnBrk="0" hangingPunct="1"/>
            <a:r>
              <a:rPr kumimoji="0" lang="fr-FR"/>
              <a:t>Cinquième niveau</a:t>
            </a:r>
            <a:endParaRPr kumimoji="0" lang="en-US"/>
          </a:p>
        </p:txBody>
      </p:sp>
      <p:sp>
        <p:nvSpPr>
          <p:cNvPr id="14" name="Espace réservé de la date 13"/>
          <p:cNvSpPr>
            <a:spLocks noGrp="1"/>
          </p:cNvSpPr>
          <p:nvPr>
            <p:ph type="dt" sz="half" idx="2"/>
          </p:nvPr>
        </p:nvSpPr>
        <p:spPr>
          <a:xfrm>
            <a:off x="457200" y="6416675"/>
            <a:ext cx="2133600" cy="365125"/>
          </a:xfrm>
          <a:prstGeom prst="rect">
            <a:avLst/>
          </a:prstGeom>
        </p:spPr>
        <p:txBody>
          <a:bodyPr vert="horz" anchor="b"/>
          <a:lstStyle>
            <a:lvl1pPr algn="l" eaLnBrk="1" latinLnBrk="0" hangingPunct="1">
              <a:defRPr kumimoji="0" sz="1200">
                <a:solidFill>
                  <a:schemeClr val="tx1">
                    <a:shade val="50000"/>
                  </a:schemeClr>
                </a:solidFill>
              </a:defRPr>
            </a:lvl1pPr>
          </a:lstStyle>
          <a:p>
            <a:fld id="{481B042D-ED5D-4DC3-8767-AFED14A7C023}" type="datetimeFigureOut">
              <a:rPr lang="fr-FR" smtClean="0"/>
              <a:pPr/>
              <a:t>28/03/2025</a:t>
            </a:fld>
            <a:endParaRPr lang="fr-FR"/>
          </a:p>
        </p:txBody>
      </p:sp>
      <p:sp>
        <p:nvSpPr>
          <p:cNvPr id="3" name="Espace réservé du pied de page 2"/>
          <p:cNvSpPr>
            <a:spLocks noGrp="1"/>
          </p:cNvSpPr>
          <p:nvPr>
            <p:ph type="ftr" sz="quarter" idx="3"/>
          </p:nvPr>
        </p:nvSpPr>
        <p:spPr>
          <a:xfrm>
            <a:off x="3124200" y="6416675"/>
            <a:ext cx="2895600" cy="365125"/>
          </a:xfrm>
          <a:prstGeom prst="rect">
            <a:avLst/>
          </a:prstGeom>
        </p:spPr>
        <p:txBody>
          <a:bodyPr vert="horz" anchor="b"/>
          <a:lstStyle>
            <a:lvl1pPr algn="ctr" eaLnBrk="1" latinLnBrk="0" hangingPunct="1">
              <a:defRPr kumimoji="0" sz="1200">
                <a:solidFill>
                  <a:schemeClr val="tx1">
                    <a:shade val="50000"/>
                  </a:schemeClr>
                </a:solidFill>
              </a:defRPr>
            </a:lvl1pPr>
          </a:lstStyle>
          <a:p>
            <a:endParaRPr lang="fr-FR"/>
          </a:p>
        </p:txBody>
      </p:sp>
      <p:sp>
        <p:nvSpPr>
          <p:cNvPr id="23" name="Espace réservé du numéro de diapositive 22"/>
          <p:cNvSpPr>
            <a:spLocks noGrp="1"/>
          </p:cNvSpPr>
          <p:nvPr>
            <p:ph type="sldNum" sz="quarter" idx="4"/>
          </p:nvPr>
        </p:nvSpPr>
        <p:spPr>
          <a:xfrm>
            <a:off x="7924800" y="6416675"/>
            <a:ext cx="762000" cy="365125"/>
          </a:xfrm>
          <a:prstGeom prst="rect">
            <a:avLst/>
          </a:prstGeom>
        </p:spPr>
        <p:txBody>
          <a:bodyPr vert="horz" lIns="0" rIns="0" anchor="b"/>
          <a:lstStyle>
            <a:lvl1pPr algn="r" eaLnBrk="1" latinLnBrk="0" hangingPunct="1">
              <a:defRPr kumimoji="0" sz="1200">
                <a:solidFill>
                  <a:schemeClr val="tx1">
                    <a:shade val="50000"/>
                  </a:schemeClr>
                </a:solidFill>
              </a:defRPr>
            </a:lvl1pPr>
          </a:lstStyle>
          <a:p>
            <a:fld id="{B3D3B3BF-3F64-4446-895E-776A92F87D6B}" type="slidenum">
              <a:rPr lang="fr-FR" smtClean="0"/>
              <a:pPr/>
              <a:t>‹N°›</a:t>
            </a:fld>
            <a:endParaRPr lang="fr-FR"/>
          </a:p>
        </p:txBody>
      </p:sp>
    </p:spTree>
  </p:cSld>
  <p:clrMap bg1="dk1" tx1="lt1" bg2="dk2" tx2="lt2" accent1="accent1" accent2="accent2" accent3="accent3" accent4="accent4" accent5="accent5" accent6="accent6" hlink="hlink" folHlink="folHlink"/>
  <p:sldLayoutIdLst>
    <p:sldLayoutId id="2147483771" r:id="rId1"/>
    <p:sldLayoutId id="2147483772" r:id="rId2"/>
    <p:sldLayoutId id="2147483773" r:id="rId3"/>
    <p:sldLayoutId id="2147483774" r:id="rId4"/>
    <p:sldLayoutId id="2147483775" r:id="rId5"/>
    <p:sldLayoutId id="2147483776" r:id="rId6"/>
    <p:sldLayoutId id="2147483777" r:id="rId7"/>
    <p:sldLayoutId id="2147483778" r:id="rId8"/>
    <p:sldLayoutId id="2147483779" r:id="rId9"/>
    <p:sldLayoutId id="2147483780" r:id="rId10"/>
    <p:sldLayoutId id="2147483781" r:id="rId11"/>
  </p:sldLayoutIdLst>
  <p:txStyles>
    <p:titleStyle>
      <a:lvl1pPr algn="ctr" rtl="0" eaLnBrk="1" latinLnBrk="0" hangingPunct="1">
        <a:spcBef>
          <a:spcPct val="0"/>
        </a:spcBef>
        <a:buNone/>
        <a:defRPr kumimoji="0" sz="4100" b="1" kern="1200" cap="none"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latin typeface="+mj-lt"/>
          <a:ea typeface="+mj-ea"/>
          <a:cs typeface="+mj-cs"/>
        </a:defRPr>
      </a:lvl1pPr>
    </p:titleStyle>
    <p:bodyStyle>
      <a:lvl1pPr marL="548640" indent="-411480" algn="l" rtl="0" eaLnBrk="1" latinLnBrk="0" hangingPunct="1">
        <a:spcBef>
          <a:spcPct val="20000"/>
        </a:spcBef>
        <a:buClr>
          <a:schemeClr val="tx1">
            <a:shade val="95000"/>
          </a:schemeClr>
        </a:buClr>
        <a:buSzPct val="65000"/>
        <a:buFont typeface="Wingdings 2"/>
        <a:buChar char=""/>
        <a:defRPr kumimoji="0" sz="2800" kern="1200">
          <a:solidFill>
            <a:schemeClr val="tx1"/>
          </a:solidFill>
          <a:latin typeface="+mn-lt"/>
          <a:ea typeface="+mn-ea"/>
          <a:cs typeface="+mn-cs"/>
        </a:defRPr>
      </a:lvl1pPr>
      <a:lvl2pPr marL="868680" indent="-283464" algn="l" rtl="0" eaLnBrk="1" latinLnBrk="0" hangingPunct="1">
        <a:spcBef>
          <a:spcPct val="20000"/>
        </a:spcBef>
        <a:buClr>
          <a:schemeClr val="tx1"/>
        </a:buClr>
        <a:buSzPct val="80000"/>
        <a:buFont typeface="Wingdings 2"/>
        <a:buChar char=""/>
        <a:defRPr kumimoji="0" sz="2400" kern="1200">
          <a:solidFill>
            <a:schemeClr val="tx1"/>
          </a:solidFill>
          <a:latin typeface="+mn-lt"/>
          <a:ea typeface="+mn-ea"/>
          <a:cs typeface="+mn-cs"/>
        </a:defRPr>
      </a:lvl2pPr>
      <a:lvl3pPr marL="1133856" indent="-228600" algn="l" rtl="0" eaLnBrk="1" latinLnBrk="0" hangingPunct="1">
        <a:spcBef>
          <a:spcPct val="20000"/>
        </a:spcBef>
        <a:buClr>
          <a:schemeClr val="tx1"/>
        </a:buClr>
        <a:buSzPct val="95000"/>
        <a:buFont typeface="Wingdings"/>
        <a:buChar char=""/>
        <a:defRPr kumimoji="0" sz="2200" kern="1200">
          <a:solidFill>
            <a:schemeClr val="tx1"/>
          </a:solidFill>
          <a:latin typeface="+mn-lt"/>
          <a:ea typeface="+mn-ea"/>
          <a:cs typeface="+mn-cs"/>
        </a:defRPr>
      </a:lvl3pPr>
      <a:lvl4pPr marL="1353312" indent="-182880" algn="l" rtl="0" eaLnBrk="1" latinLnBrk="0" hangingPunct="1">
        <a:spcBef>
          <a:spcPct val="20000"/>
        </a:spcBef>
        <a:buClr>
          <a:schemeClr val="tx1"/>
        </a:buClr>
        <a:buSzPct val="100000"/>
        <a:buFont typeface="Wingdings 3"/>
        <a:buChar char=""/>
        <a:defRPr kumimoji="0" sz="2000" kern="1200">
          <a:solidFill>
            <a:schemeClr val="tx1"/>
          </a:solidFill>
          <a:latin typeface="+mn-lt"/>
          <a:ea typeface="+mn-ea"/>
          <a:cs typeface="+mn-cs"/>
        </a:defRPr>
      </a:lvl4pPr>
      <a:lvl5pPr marL="1545336" indent="-182880" algn="l" rtl="0" eaLnBrk="1" latinLnBrk="0" hangingPunct="1">
        <a:spcBef>
          <a:spcPct val="20000"/>
        </a:spcBef>
        <a:buClr>
          <a:schemeClr val="tx1"/>
        </a:buClr>
        <a:buFont typeface="Wingdings 2"/>
        <a:buChar char=""/>
        <a:defRPr kumimoji="0" sz="2000" kern="1200">
          <a:solidFill>
            <a:schemeClr val="tx1"/>
          </a:solidFill>
          <a:latin typeface="+mn-lt"/>
          <a:ea typeface="+mn-ea"/>
          <a:cs typeface="+mn-cs"/>
        </a:defRPr>
      </a:lvl5pPr>
      <a:lvl6pPr marL="1764792" indent="-182880" algn="l" rtl="0"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7128" indent="-182880" algn="l" rtl="0"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296" indent="-182880" algn="l" rtl="0"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Secteurs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Ellipse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Bouée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Espace réservé du titre 4"/>
          <p:cNvSpPr>
            <a:spLocks noGrp="1"/>
          </p:cNvSpPr>
          <p:nvPr>
            <p:ph type="title"/>
          </p:nvPr>
        </p:nvSpPr>
        <p:spPr>
          <a:xfrm>
            <a:off x="1435608" y="274638"/>
            <a:ext cx="7498080" cy="1143000"/>
          </a:xfrm>
          <a:prstGeom prst="rect">
            <a:avLst/>
          </a:prstGeom>
        </p:spPr>
        <p:txBody>
          <a:bodyPr anchor="ctr">
            <a:normAutofit/>
          </a:bodyPr>
          <a:lstStyle/>
          <a:p>
            <a:r>
              <a:rPr kumimoji="0" lang="fr-FR"/>
              <a:t>Cliquez pour modifier le style du titre</a:t>
            </a:r>
            <a:endParaRPr kumimoji="0" lang="en-US"/>
          </a:p>
        </p:txBody>
      </p:sp>
      <p:sp>
        <p:nvSpPr>
          <p:cNvPr id="9" name="Espace réservé du texte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fr-FR"/>
              <a:t>Cliquez pour modifier les styles du texte du masque</a:t>
            </a:r>
          </a:p>
          <a:p>
            <a:pPr lvl="1" eaLnBrk="1" latinLnBrk="0" hangingPunct="1"/>
            <a:r>
              <a:rPr kumimoji="0" lang="fr-FR"/>
              <a:t>Deuxième niveau</a:t>
            </a:r>
          </a:p>
          <a:p>
            <a:pPr lvl="2" eaLnBrk="1" latinLnBrk="0" hangingPunct="1"/>
            <a:r>
              <a:rPr kumimoji="0" lang="fr-FR"/>
              <a:t>Troisième niveau</a:t>
            </a:r>
          </a:p>
          <a:p>
            <a:pPr lvl="3" eaLnBrk="1" latinLnBrk="0" hangingPunct="1"/>
            <a:r>
              <a:rPr kumimoji="0" lang="fr-FR"/>
              <a:t>Quatrième niveau</a:t>
            </a:r>
          </a:p>
          <a:p>
            <a:pPr lvl="4" eaLnBrk="1" latinLnBrk="0" hangingPunct="1"/>
            <a:r>
              <a:rPr kumimoji="0" lang="fr-FR"/>
              <a:t>Cinquième niveau</a:t>
            </a:r>
            <a:endParaRPr kumimoji="0" lang="en-US"/>
          </a:p>
        </p:txBody>
      </p:sp>
      <p:sp>
        <p:nvSpPr>
          <p:cNvPr id="24" name="Espace réservé de la date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481B042D-ED5D-4DC3-8767-AFED14A7C023}" type="datetimeFigureOut">
              <a:rPr lang="fr-FR" smtClean="0"/>
              <a:pPr/>
              <a:t>28/03/2025</a:t>
            </a:fld>
            <a:endParaRPr lang="fr-FR"/>
          </a:p>
        </p:txBody>
      </p:sp>
      <p:sp>
        <p:nvSpPr>
          <p:cNvPr id="10" name="Espace réservé du pied de page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fr-FR"/>
          </a:p>
        </p:txBody>
      </p:sp>
      <p:sp>
        <p:nvSpPr>
          <p:cNvPr id="22" name="Espace réservé du numéro de diapositive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B3D3B3BF-3F64-4446-895E-776A92F87D6B}" type="slidenum">
              <a:rPr lang="fr-FR" smtClean="0"/>
              <a:pPr/>
              <a:t>‹N°›</a:t>
            </a:fld>
            <a:endParaRPr lang="fr-FR"/>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819" r:id="rId1"/>
    <p:sldLayoutId id="2147483820" r:id="rId2"/>
    <p:sldLayoutId id="2147483821" r:id="rId3"/>
    <p:sldLayoutId id="2147483822" r:id="rId4"/>
    <p:sldLayoutId id="2147483823" r:id="rId5"/>
    <p:sldLayoutId id="2147483824" r:id="rId6"/>
    <p:sldLayoutId id="2147483825" r:id="rId7"/>
    <p:sldLayoutId id="2147483826" r:id="rId8"/>
    <p:sldLayoutId id="2147483827" r:id="rId9"/>
    <p:sldLayoutId id="2147483828" r:id="rId10"/>
    <p:sldLayoutId id="2147483829"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Secteurs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Ellipse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Bouée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Espace réservé du titre 4"/>
          <p:cNvSpPr>
            <a:spLocks noGrp="1"/>
          </p:cNvSpPr>
          <p:nvPr>
            <p:ph type="title"/>
          </p:nvPr>
        </p:nvSpPr>
        <p:spPr>
          <a:xfrm>
            <a:off x="1435608" y="274638"/>
            <a:ext cx="7498080" cy="1143000"/>
          </a:xfrm>
          <a:prstGeom prst="rect">
            <a:avLst/>
          </a:prstGeom>
        </p:spPr>
        <p:txBody>
          <a:bodyPr anchor="ctr">
            <a:normAutofit/>
          </a:bodyPr>
          <a:lstStyle/>
          <a:p>
            <a:r>
              <a:rPr kumimoji="0" lang="fr-FR"/>
              <a:t>Cliquez pour modifier le style du titre</a:t>
            </a:r>
            <a:endParaRPr kumimoji="0" lang="en-US"/>
          </a:p>
        </p:txBody>
      </p:sp>
      <p:sp>
        <p:nvSpPr>
          <p:cNvPr id="9" name="Espace réservé du texte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fr-FR"/>
              <a:t>Cliquez pour modifier les styles du texte du masque</a:t>
            </a:r>
          </a:p>
          <a:p>
            <a:pPr lvl="1" eaLnBrk="1" latinLnBrk="0" hangingPunct="1"/>
            <a:r>
              <a:rPr kumimoji="0" lang="fr-FR"/>
              <a:t>Deuxième niveau</a:t>
            </a:r>
          </a:p>
          <a:p>
            <a:pPr lvl="2" eaLnBrk="1" latinLnBrk="0" hangingPunct="1"/>
            <a:r>
              <a:rPr kumimoji="0" lang="fr-FR"/>
              <a:t>Troisième niveau</a:t>
            </a:r>
          </a:p>
          <a:p>
            <a:pPr lvl="3" eaLnBrk="1" latinLnBrk="0" hangingPunct="1"/>
            <a:r>
              <a:rPr kumimoji="0" lang="fr-FR"/>
              <a:t>Quatrième niveau</a:t>
            </a:r>
          </a:p>
          <a:p>
            <a:pPr lvl="4" eaLnBrk="1" latinLnBrk="0" hangingPunct="1"/>
            <a:r>
              <a:rPr kumimoji="0" lang="fr-FR"/>
              <a:t>Cinquième niveau</a:t>
            </a:r>
            <a:endParaRPr kumimoji="0" lang="en-US"/>
          </a:p>
        </p:txBody>
      </p:sp>
      <p:sp>
        <p:nvSpPr>
          <p:cNvPr id="24" name="Espace réservé de la date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481B042D-ED5D-4DC3-8767-AFED14A7C023}" type="datetimeFigureOut">
              <a:rPr lang="fr-FR" smtClean="0"/>
              <a:pPr/>
              <a:t>28/03/2025</a:t>
            </a:fld>
            <a:endParaRPr lang="fr-FR"/>
          </a:p>
        </p:txBody>
      </p:sp>
      <p:sp>
        <p:nvSpPr>
          <p:cNvPr id="10" name="Espace réservé du pied de page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fr-FR"/>
          </a:p>
        </p:txBody>
      </p:sp>
      <p:sp>
        <p:nvSpPr>
          <p:cNvPr id="22" name="Espace réservé du numéro de diapositive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B3D3B3BF-3F64-4446-895E-776A92F87D6B}" type="slidenum">
              <a:rPr lang="fr-FR" smtClean="0"/>
              <a:pPr/>
              <a:t>‹N°›</a:t>
            </a:fld>
            <a:endParaRPr lang="fr-FR"/>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831" r:id="rId1"/>
    <p:sldLayoutId id="2147483832" r:id="rId2"/>
    <p:sldLayoutId id="2147483833" r:id="rId3"/>
    <p:sldLayoutId id="2147483834" r:id="rId4"/>
    <p:sldLayoutId id="2147483835" r:id="rId5"/>
    <p:sldLayoutId id="2147483836" r:id="rId6"/>
    <p:sldLayoutId id="2147483837" r:id="rId7"/>
    <p:sldLayoutId id="2147483838" r:id="rId8"/>
    <p:sldLayoutId id="2147483839" r:id="rId9"/>
    <p:sldLayoutId id="2147483840" r:id="rId10"/>
    <p:sldLayoutId id="2147483841"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4.gif"/><Relationship Id="rId2" Type="http://schemas.openxmlformats.org/officeDocument/2006/relationships/diagramData" Target="../diagrams/data2.xml"/><Relationship Id="rId1" Type="http://schemas.openxmlformats.org/officeDocument/2006/relationships/slideLayout" Target="../slideLayouts/slideLayout18.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3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diagramLayout" Target="../diagrams/layout4.xml"/><Relationship Id="rId7" Type="http://schemas.openxmlformats.org/officeDocument/2006/relationships/image" Target="../media/image5.jpeg"/><Relationship Id="rId2" Type="http://schemas.openxmlformats.org/officeDocument/2006/relationships/diagramData" Target="../diagrams/data4.xml"/><Relationship Id="rId1" Type="http://schemas.openxmlformats.org/officeDocument/2006/relationships/slideLayout" Target="../slideLayouts/slideLayout34.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34.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34.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7.xml"/><Relationship Id="rId7" Type="http://schemas.openxmlformats.org/officeDocument/2006/relationships/image" Target="../media/image7.jpeg"/><Relationship Id="rId2" Type="http://schemas.openxmlformats.org/officeDocument/2006/relationships/diagramData" Target="../diagrams/data7.xml"/><Relationship Id="rId1" Type="http://schemas.openxmlformats.org/officeDocument/2006/relationships/slideLayout" Target="../slideLayouts/slideLayout34.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8.xml"/><Relationship Id="rId7" Type="http://schemas.openxmlformats.org/officeDocument/2006/relationships/image" Target="../media/image8.jpeg"/><Relationship Id="rId2" Type="http://schemas.openxmlformats.org/officeDocument/2006/relationships/diagramData" Target="../diagrams/data8.xml"/><Relationship Id="rId1" Type="http://schemas.openxmlformats.org/officeDocument/2006/relationships/slideLayout" Target="../slideLayouts/slideLayout34.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34.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diagramLayout" Target="../diagrams/layout10.xml"/><Relationship Id="rId7" Type="http://schemas.openxmlformats.org/officeDocument/2006/relationships/oleObject" Target="../embeddings/oleObject1.bin"/><Relationship Id="rId2" Type="http://schemas.openxmlformats.org/officeDocument/2006/relationships/diagramData" Target="../diagrams/data10.xml"/><Relationship Id="rId1" Type="http://schemas.openxmlformats.org/officeDocument/2006/relationships/slideLayout" Target="../slideLayouts/slideLayout34.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 Id="rId9"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1.xml"/><Relationship Id="rId7" Type="http://schemas.openxmlformats.org/officeDocument/2006/relationships/image" Target="../media/image11.jpeg"/><Relationship Id="rId2" Type="http://schemas.openxmlformats.org/officeDocument/2006/relationships/diagramData" Target="../diagrams/data11.xml"/><Relationship Id="rId1" Type="http://schemas.openxmlformats.org/officeDocument/2006/relationships/slideLayout" Target="../slideLayouts/slideLayout34.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2.xml"/><Relationship Id="rId7" Type="http://schemas.openxmlformats.org/officeDocument/2006/relationships/image" Target="../media/image12.wmf"/><Relationship Id="rId2" Type="http://schemas.openxmlformats.org/officeDocument/2006/relationships/diagramData" Target="../diagrams/data12.xml"/><Relationship Id="rId1" Type="http://schemas.openxmlformats.org/officeDocument/2006/relationships/slideLayout" Target="../slideLayouts/slideLayout34.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3.xml"/><Relationship Id="rId7" Type="http://schemas.openxmlformats.org/officeDocument/2006/relationships/image" Target="../media/image13.jpeg"/><Relationship Id="rId2" Type="http://schemas.openxmlformats.org/officeDocument/2006/relationships/diagramData" Target="../diagrams/data13.xml"/><Relationship Id="rId1" Type="http://schemas.openxmlformats.org/officeDocument/2006/relationships/slideLayout" Target="../slideLayouts/slideLayout34.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51.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51.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51.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1.jpeg"/><Relationship Id="rId1" Type="http://schemas.openxmlformats.org/officeDocument/2006/relationships/slideLayout" Target="../slideLayouts/slideLayout51.xml"/><Relationship Id="rId4" Type="http://schemas.openxmlformats.org/officeDocument/2006/relationships/image" Target="../media/image15.jpeg"/></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17.xml"/><Relationship Id="rId7" Type="http://schemas.openxmlformats.org/officeDocument/2006/relationships/image" Target="../media/image16.jpeg"/><Relationship Id="rId2" Type="http://schemas.openxmlformats.org/officeDocument/2006/relationships/diagramData" Target="../diagrams/data17.xml"/><Relationship Id="rId1" Type="http://schemas.openxmlformats.org/officeDocument/2006/relationships/slideLayout" Target="../slideLayouts/slideLayout51.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6.xml"/></Relationships>
</file>

<file path=ppt/slides/_rels/slide2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3.xml"/><Relationship Id="rId1" Type="http://schemas.openxmlformats.org/officeDocument/2006/relationships/slideLayout" Target="../slideLayouts/slideLayout46.xml"/><Relationship Id="rId4" Type="http://schemas.openxmlformats.org/officeDocument/2006/relationships/image" Target="../media/image19.jpe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6.xml"/></Relationships>
</file>

<file path=ppt/slides/_rels/slide2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6.xml"/><Relationship Id="rId1" Type="http://schemas.openxmlformats.org/officeDocument/2006/relationships/slideLayout" Target="../slideLayouts/slideLayout4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51.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1.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wmf"/><Relationship Id="rId1" Type="http://schemas.openxmlformats.org/officeDocument/2006/relationships/slideLayout" Target="../slideLayouts/slideLayout51.xml"/><Relationship Id="rId4" Type="http://schemas.openxmlformats.org/officeDocument/2006/relationships/image" Target="../media/image26.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6.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7.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3" Type="http://schemas.openxmlformats.org/officeDocument/2006/relationships/hyperlink" Target="http://www.dentalspace.com/" TargetMode="External"/><Relationship Id="rId2" Type="http://schemas.openxmlformats.org/officeDocument/2006/relationships/hyperlink" Target="http://www.orthodontie-fr.com/" TargetMode="Externa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1428728" y="1428736"/>
            <a:ext cx="6429420" cy="3477875"/>
          </a:xfrm>
          <a:prstGeom prst="rect">
            <a:avLst/>
          </a:prstGeom>
          <a:scene3d>
            <a:camera prst="orthographicFront"/>
            <a:lightRig rig="threePt" dir="t"/>
          </a:scene3d>
          <a:sp3d/>
        </p:spPr>
        <p:txBody>
          <a:bodyPr wrap="square">
            <a:spAutoFit/>
          </a:bodyPr>
          <a:lstStyle/>
          <a:p>
            <a:pPr lvl="0" algn="ctr">
              <a:spcBef>
                <a:spcPct val="0"/>
              </a:spcBef>
              <a:defRPr/>
            </a:pPr>
            <a:r>
              <a:rPr lang="fr-FR" sz="4400" b="1" i="1" u="sng" dirty="0">
                <a:solidFill>
                  <a:schemeClr val="bg2">
                    <a:lumMod val="60000"/>
                    <a:lumOff val="40000"/>
                  </a:schemeClr>
                </a:solidFill>
                <a:effectLst>
                  <a:outerShdw blurRad="38100" dist="38100" dir="2700000" algn="tl">
                    <a:srgbClr val="000000">
                      <a:alpha val="43137"/>
                    </a:srgbClr>
                  </a:outerShdw>
                </a:effectLst>
                <a:latin typeface="Antique Olive Compact" pitchFamily="34" charset="0"/>
              </a:rPr>
              <a:t>Etude diagnostique des dents incluses</a:t>
            </a:r>
          </a:p>
          <a:p>
            <a:pPr lvl="0" algn="ctr">
              <a:spcBef>
                <a:spcPct val="0"/>
              </a:spcBef>
              <a:defRPr/>
            </a:pPr>
            <a:r>
              <a:rPr lang="fr-FR" sz="4400" b="1" i="1" u="sng">
                <a:solidFill>
                  <a:schemeClr val="bg2">
                    <a:lumMod val="60000"/>
                    <a:lumOff val="40000"/>
                  </a:schemeClr>
                </a:solidFill>
                <a:effectLst>
                  <a:outerShdw blurRad="38100" dist="38100" dir="2700000" algn="tl">
                    <a:srgbClr val="000000">
                      <a:alpha val="43137"/>
                    </a:srgbClr>
                  </a:outerShdw>
                </a:effectLst>
                <a:latin typeface="Antique Olive Compact" pitchFamily="34" charset="0"/>
              </a:rPr>
              <a:t>27/02/2027</a:t>
            </a:r>
            <a:endParaRPr lang="fr-FR" sz="4400" b="1" i="1" u="sng" dirty="0">
              <a:solidFill>
                <a:schemeClr val="bg2">
                  <a:lumMod val="60000"/>
                  <a:lumOff val="40000"/>
                </a:schemeClr>
              </a:solidFill>
              <a:effectLst>
                <a:outerShdw blurRad="38100" dist="38100" dir="2700000" algn="tl">
                  <a:srgbClr val="000000">
                    <a:alpha val="43137"/>
                  </a:srgbClr>
                </a:outerShdw>
              </a:effectLst>
              <a:latin typeface="Antique Olive Compact" pitchFamily="34" charset="0"/>
            </a:endParaRPr>
          </a:p>
          <a:p>
            <a:pPr lvl="0" algn="ctr">
              <a:spcBef>
                <a:spcPct val="0"/>
              </a:spcBef>
              <a:defRPr/>
            </a:pPr>
            <a:endParaRPr lang="fr-FR" sz="4400" b="1" i="1" u="sng" dirty="0">
              <a:solidFill>
                <a:schemeClr val="bg2">
                  <a:lumMod val="60000"/>
                  <a:lumOff val="40000"/>
                </a:schemeClr>
              </a:solidFill>
              <a:effectLst>
                <a:outerShdw blurRad="38100" dist="38100" dir="2700000" algn="tl">
                  <a:srgbClr val="000000">
                    <a:alpha val="43137"/>
                  </a:srgbClr>
                </a:outerShdw>
              </a:effectLst>
              <a:latin typeface="Antique Olive Compact" pitchFamily="34" charset="0"/>
            </a:endParaRPr>
          </a:p>
          <a:p>
            <a:pPr lvl="0" algn="ctr">
              <a:spcBef>
                <a:spcPct val="0"/>
              </a:spcBef>
              <a:defRPr/>
            </a:pPr>
            <a:r>
              <a:rPr lang="fr-FR" sz="4400" b="1" i="1" u="sng" dirty="0">
                <a:solidFill>
                  <a:schemeClr val="bg2">
                    <a:lumMod val="60000"/>
                    <a:lumOff val="40000"/>
                  </a:schemeClr>
                </a:solidFill>
                <a:effectLst>
                  <a:outerShdw blurRad="38100" dist="38100" dir="2700000" algn="tl">
                    <a:srgbClr val="000000">
                      <a:alpha val="43137"/>
                    </a:srgbClr>
                  </a:outerShdw>
                </a:effectLst>
                <a:latin typeface="Antique Olive Compact" pitchFamily="34" charset="0"/>
              </a:rPr>
              <a:t>Dr </a:t>
            </a:r>
            <a:r>
              <a:rPr lang="fr-FR" sz="4400" b="1" i="1" u="sng" dirty="0" err="1">
                <a:solidFill>
                  <a:schemeClr val="bg2">
                    <a:lumMod val="60000"/>
                    <a:lumOff val="40000"/>
                  </a:schemeClr>
                </a:solidFill>
                <a:effectLst>
                  <a:outerShdw blurRad="38100" dist="38100" dir="2700000" algn="tl">
                    <a:srgbClr val="000000">
                      <a:alpha val="43137"/>
                    </a:srgbClr>
                  </a:outerShdw>
                </a:effectLst>
                <a:latin typeface="Antique Olive Compact" pitchFamily="34" charset="0"/>
              </a:rPr>
              <a:t>Bentaleb</a:t>
            </a:r>
            <a:r>
              <a:rPr lang="fr-FR" sz="4400" b="1" i="1" u="sng" dirty="0">
                <a:solidFill>
                  <a:schemeClr val="bg2">
                    <a:lumMod val="60000"/>
                    <a:lumOff val="40000"/>
                  </a:schemeClr>
                </a:solidFill>
                <a:effectLst>
                  <a:outerShdw blurRad="38100" dist="38100" dir="2700000" algn="tl">
                    <a:srgbClr val="000000">
                      <a:alpha val="43137"/>
                    </a:srgbClr>
                  </a:outerShdw>
                </a:effectLst>
                <a:latin typeface="Antique Olive Compact" pitchFamily="34" charset="0"/>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me 1"/>
          <p:cNvGraphicFramePr/>
          <p:nvPr/>
        </p:nvGraphicFramePr>
        <p:xfrm>
          <a:off x="285720" y="214290"/>
          <a:ext cx="8643998" cy="10001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ZoneTexte 2"/>
          <p:cNvSpPr txBox="1"/>
          <p:nvPr/>
        </p:nvSpPr>
        <p:spPr>
          <a:xfrm>
            <a:off x="285720" y="1785926"/>
            <a:ext cx="8572560" cy="4154984"/>
          </a:xfrm>
          <a:prstGeom prst="rect">
            <a:avLst/>
          </a:prstGeom>
          <a:noFill/>
        </p:spPr>
        <p:txBody>
          <a:bodyPr wrap="square" rtlCol="0">
            <a:spAutoFit/>
          </a:bodyPr>
          <a:lstStyle/>
          <a:p>
            <a:r>
              <a:rPr lang="fr-FR" sz="2400" dirty="0"/>
              <a:t>L’éruption dentaire est le phénomène   qui permet  la mise en place des dents sur l’arcade selon une chronologie assez régulière. </a:t>
            </a:r>
          </a:p>
          <a:p>
            <a:r>
              <a:rPr lang="fr-FR" sz="2400" dirty="0"/>
              <a:t>Ce phénomène peut être influencé par plusieurs facteurs d’ordre local ou général, faisant apparaître des anomalies d’éruption parmi lesquelles l’inclusion dentaire qui, par sa fréquence et les accidents qu’elle entraîne, constitue un chapitre importante en ODF.</a:t>
            </a:r>
          </a:p>
          <a:p>
            <a:r>
              <a:rPr lang="fr-FR" sz="2400" dirty="0"/>
              <a:t>Actuellement, plusieurs moyens d’investigations sont à la disposition du praticien orthodontiste et dont l’objectif est de bien connaître l’anomalie et de la traiter.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me 1"/>
          <p:cNvGraphicFramePr/>
          <p:nvPr/>
        </p:nvGraphicFramePr>
        <p:xfrm>
          <a:off x="285720" y="214290"/>
          <a:ext cx="8643998" cy="10001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ZoneTexte 2"/>
          <p:cNvSpPr txBox="1"/>
          <p:nvPr/>
        </p:nvSpPr>
        <p:spPr>
          <a:xfrm>
            <a:off x="285720" y="2071678"/>
            <a:ext cx="8501122" cy="3108543"/>
          </a:xfrm>
          <a:prstGeom prst="rect">
            <a:avLst/>
          </a:prstGeom>
          <a:noFill/>
        </p:spPr>
        <p:txBody>
          <a:bodyPr wrap="square" rtlCol="0">
            <a:spAutoFit/>
          </a:bodyPr>
          <a:lstStyle/>
          <a:p>
            <a:r>
              <a:rPr lang="fr-FR" sz="2400" dirty="0"/>
              <a:t> </a:t>
            </a:r>
          </a:p>
          <a:p>
            <a:endParaRPr lang="fr-FR" sz="2400" dirty="0"/>
          </a:p>
          <a:p>
            <a:pPr lvl="0">
              <a:buBlip>
                <a:blip r:embed="rId7"/>
              </a:buBlip>
            </a:pPr>
            <a:r>
              <a:rPr lang="fr-FR" sz="2400" dirty="0"/>
              <a:t>Une dent retenue est </a:t>
            </a:r>
            <a:r>
              <a:rPr lang="fr-FR" sz="2400" i="1" u="sng" dirty="0"/>
              <a:t>incluse</a:t>
            </a:r>
            <a:r>
              <a:rPr lang="fr-FR" sz="2400" dirty="0"/>
              <a:t> si le follicule péricoronaire n’est  pas en communication avec la cavité buccale .</a:t>
            </a:r>
          </a:p>
          <a:p>
            <a:pPr lvl="0"/>
            <a:endParaRPr lang="fr-FR" sz="2400" dirty="0"/>
          </a:p>
          <a:p>
            <a:pPr lvl="0">
              <a:buBlip>
                <a:blip r:embed="rId7"/>
              </a:buBlip>
            </a:pPr>
            <a:r>
              <a:rPr lang="fr-FR" sz="2400" dirty="0"/>
              <a:t>Une dent retenue est </a:t>
            </a:r>
            <a:r>
              <a:rPr lang="fr-FR" sz="2400" i="1" u="sng" dirty="0"/>
              <a:t>enclavée</a:t>
            </a:r>
            <a:r>
              <a:rPr lang="fr-FR" sz="2400" dirty="0"/>
              <a:t> si l’enveloppe folliculaire est ouverte partiellement ou totalement dans la cavité buccale</a:t>
            </a:r>
            <a:r>
              <a:rPr lang="fr-FR" sz="2800" dirty="0"/>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me 5"/>
          <p:cNvGraphicFramePr/>
          <p:nvPr/>
        </p:nvGraphicFramePr>
        <p:xfrm>
          <a:off x="500034" y="285728"/>
          <a:ext cx="8286808" cy="8572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ZoneTexte 6"/>
          <p:cNvSpPr txBox="1"/>
          <p:nvPr/>
        </p:nvSpPr>
        <p:spPr>
          <a:xfrm>
            <a:off x="1714480" y="1214422"/>
            <a:ext cx="5857916" cy="523220"/>
          </a:xfrm>
          <a:prstGeom prst="rect">
            <a:avLst/>
          </a:prstGeom>
          <a:noFill/>
        </p:spPr>
        <p:txBody>
          <a:bodyPr wrap="square" rtlCol="0">
            <a:spAutoFit/>
          </a:bodyPr>
          <a:lstStyle/>
          <a:p>
            <a:pPr algn="ctr"/>
            <a:r>
              <a:rPr lang="fr-FR" sz="2800" b="1" dirty="0">
                <a:ln w="900" cmpd="sng">
                  <a:solidFill>
                    <a:schemeClr val="accent1">
                      <a:satMod val="190000"/>
                      <a:alpha val="55000"/>
                    </a:schemeClr>
                  </a:solidFill>
                  <a:prstDash val="solid"/>
                </a:ln>
                <a:solidFill>
                  <a:schemeClr val="accent1">
                    <a:satMod val="200000"/>
                    <a:tint val="3000"/>
                  </a:schemeClr>
                </a:solidFill>
                <a:effectLst>
                  <a:innerShdw blurRad="101600" dist="76200" dir="5400000">
                    <a:schemeClr val="accent1">
                      <a:satMod val="190000"/>
                      <a:tint val="100000"/>
                      <a:alpha val="74000"/>
                    </a:schemeClr>
                  </a:innerShdw>
                </a:effectLst>
              </a:rPr>
              <a:t>Causes générales</a:t>
            </a:r>
          </a:p>
        </p:txBody>
      </p:sp>
      <p:sp>
        <p:nvSpPr>
          <p:cNvPr id="8" name="ZoneTexte 7"/>
          <p:cNvSpPr txBox="1"/>
          <p:nvPr/>
        </p:nvSpPr>
        <p:spPr>
          <a:xfrm>
            <a:off x="428596" y="2571744"/>
            <a:ext cx="8358246" cy="2677656"/>
          </a:xfrm>
          <a:prstGeom prst="rect">
            <a:avLst/>
          </a:prstGeom>
          <a:noFill/>
        </p:spPr>
        <p:txBody>
          <a:bodyPr wrap="square" rtlCol="0">
            <a:spAutoFit/>
          </a:bodyPr>
          <a:lstStyle/>
          <a:p>
            <a:r>
              <a:rPr lang="fr-FR" sz="2800" dirty="0"/>
              <a:t>Bien que les causes locales soient le plus souvent à l’origine d’inclusion dentaire, les facteurs héréditaires, notamment, peuvent jouer un rôle prédisposant dans l’existence de certaines inclusions tout en étant très étroitement liés aux effets du milieu environnant.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me 3"/>
          <p:cNvGraphicFramePr/>
          <p:nvPr/>
        </p:nvGraphicFramePr>
        <p:xfrm>
          <a:off x="500034" y="285728"/>
          <a:ext cx="8286808" cy="8572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ZoneTexte 4"/>
          <p:cNvSpPr txBox="1"/>
          <p:nvPr/>
        </p:nvSpPr>
        <p:spPr>
          <a:xfrm>
            <a:off x="1714480" y="1214422"/>
            <a:ext cx="5857916" cy="523220"/>
          </a:xfrm>
          <a:prstGeom prst="rect">
            <a:avLst/>
          </a:prstGeom>
          <a:noFill/>
        </p:spPr>
        <p:txBody>
          <a:bodyPr wrap="square" rtlCol="0">
            <a:spAutoFit/>
          </a:bodyPr>
          <a:lstStyle/>
          <a:p>
            <a:pPr algn="ctr"/>
            <a:r>
              <a:rPr lang="fr-FR" sz="2800" b="1" dirty="0">
                <a:ln w="900" cmpd="sng">
                  <a:solidFill>
                    <a:schemeClr val="accent1">
                      <a:satMod val="190000"/>
                      <a:alpha val="55000"/>
                    </a:schemeClr>
                  </a:solidFill>
                  <a:prstDash val="solid"/>
                </a:ln>
                <a:solidFill>
                  <a:schemeClr val="accent1">
                    <a:satMod val="200000"/>
                    <a:tint val="3000"/>
                  </a:schemeClr>
                </a:solidFill>
                <a:effectLst>
                  <a:innerShdw blurRad="101600" dist="76200" dir="5400000">
                    <a:schemeClr val="accent1">
                      <a:satMod val="190000"/>
                      <a:tint val="100000"/>
                      <a:alpha val="74000"/>
                    </a:schemeClr>
                  </a:innerShdw>
                </a:effectLst>
              </a:rPr>
              <a:t>Causes générales</a:t>
            </a:r>
          </a:p>
        </p:txBody>
      </p:sp>
      <p:sp>
        <p:nvSpPr>
          <p:cNvPr id="6" name="ZoneTexte 5"/>
          <p:cNvSpPr txBox="1"/>
          <p:nvPr/>
        </p:nvSpPr>
        <p:spPr>
          <a:xfrm>
            <a:off x="357158" y="1785926"/>
            <a:ext cx="8572560" cy="1077218"/>
          </a:xfrm>
          <a:prstGeom prst="rect">
            <a:avLst/>
          </a:prstGeom>
          <a:noFill/>
        </p:spPr>
        <p:txBody>
          <a:bodyPr wrap="square" rtlCol="0">
            <a:spAutoFit/>
          </a:bodyPr>
          <a:lstStyle/>
          <a:p>
            <a:r>
              <a:rPr lang="fr-FR" sz="2400" u="sng" dirty="0">
                <a:effectLst>
                  <a:outerShdw blurRad="50800" dist="38100" dir="16200000" rotWithShape="0">
                    <a:prstClr val="black">
                      <a:alpha val="40000"/>
                    </a:prstClr>
                  </a:outerShdw>
                </a:effectLst>
              </a:rPr>
              <a:t>Facteurs héréditaires et congénitaux :</a:t>
            </a:r>
            <a:endParaRPr lang="fr-FR" sz="2400" dirty="0">
              <a:effectLst>
                <a:outerShdw blurRad="50800" dist="38100" dir="16200000" rotWithShape="0">
                  <a:prstClr val="black">
                    <a:alpha val="40000"/>
                  </a:prstClr>
                </a:outerShdw>
              </a:effectLst>
            </a:endParaRPr>
          </a:p>
          <a:p>
            <a:r>
              <a:rPr lang="fr-FR" sz="2000" dirty="0"/>
              <a:t>Les cas d’inclusions multiples peuvent être une manifestation de certaines déficiences congénitales .</a:t>
            </a:r>
          </a:p>
        </p:txBody>
      </p:sp>
      <p:pic>
        <p:nvPicPr>
          <p:cNvPr id="51201" name="Picture 1" descr="C:\Documents and Settings\Administrateur\Hakima\Mes images\100_0120.jpg"/>
          <p:cNvPicPr>
            <a:picLocks noChangeAspect="1" noChangeArrowheads="1"/>
          </p:cNvPicPr>
          <p:nvPr/>
        </p:nvPicPr>
        <p:blipFill>
          <a:blip r:embed="rId7" cstate="print"/>
          <a:srcRect/>
          <a:stretch>
            <a:fillRect/>
          </a:stretch>
        </p:blipFill>
        <p:spPr bwMode="auto">
          <a:xfrm>
            <a:off x="1571604" y="4071942"/>
            <a:ext cx="4071934" cy="2408237"/>
          </a:xfrm>
          <a:prstGeom prst="rect">
            <a:avLst/>
          </a:prstGeom>
          <a:noFill/>
        </p:spPr>
      </p:pic>
      <p:pic>
        <p:nvPicPr>
          <p:cNvPr id="51202" name="Picture 2" descr="C:\Documents and Settings\Administrateur\Hakima\Mes images\100_0121.jpg"/>
          <p:cNvPicPr>
            <a:picLocks noChangeAspect="1" noChangeArrowheads="1"/>
          </p:cNvPicPr>
          <p:nvPr/>
        </p:nvPicPr>
        <p:blipFill>
          <a:blip r:embed="rId8" cstate="print"/>
          <a:srcRect l="11114" t="22656" r="10033" b="22624"/>
          <a:stretch>
            <a:fillRect/>
          </a:stretch>
        </p:blipFill>
        <p:spPr bwMode="auto">
          <a:xfrm>
            <a:off x="6215074" y="4071942"/>
            <a:ext cx="2143140" cy="2214578"/>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me 3"/>
          <p:cNvGraphicFramePr/>
          <p:nvPr/>
        </p:nvGraphicFramePr>
        <p:xfrm>
          <a:off x="500034" y="285728"/>
          <a:ext cx="8286808" cy="8572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ZoneTexte 4"/>
          <p:cNvSpPr txBox="1"/>
          <p:nvPr/>
        </p:nvSpPr>
        <p:spPr>
          <a:xfrm>
            <a:off x="1714480" y="1214422"/>
            <a:ext cx="5857916" cy="523220"/>
          </a:xfrm>
          <a:prstGeom prst="rect">
            <a:avLst/>
          </a:prstGeom>
          <a:noFill/>
        </p:spPr>
        <p:txBody>
          <a:bodyPr wrap="square" rtlCol="0">
            <a:spAutoFit/>
          </a:bodyPr>
          <a:lstStyle/>
          <a:p>
            <a:pPr algn="ctr"/>
            <a:r>
              <a:rPr lang="fr-FR" sz="2800" b="1" dirty="0">
                <a:ln w="900" cmpd="sng">
                  <a:solidFill>
                    <a:schemeClr val="accent1">
                      <a:satMod val="190000"/>
                      <a:alpha val="55000"/>
                    </a:schemeClr>
                  </a:solidFill>
                  <a:prstDash val="solid"/>
                </a:ln>
                <a:solidFill>
                  <a:schemeClr val="accent1">
                    <a:satMod val="200000"/>
                    <a:tint val="3000"/>
                  </a:schemeClr>
                </a:solidFill>
                <a:effectLst>
                  <a:innerShdw blurRad="101600" dist="76200" dir="5400000">
                    <a:schemeClr val="accent1">
                      <a:satMod val="190000"/>
                      <a:tint val="100000"/>
                      <a:alpha val="74000"/>
                    </a:schemeClr>
                  </a:innerShdw>
                </a:effectLst>
              </a:rPr>
              <a:t>Causes générales</a:t>
            </a:r>
          </a:p>
        </p:txBody>
      </p:sp>
      <p:sp>
        <p:nvSpPr>
          <p:cNvPr id="6" name="ZoneTexte 5"/>
          <p:cNvSpPr txBox="1"/>
          <p:nvPr/>
        </p:nvSpPr>
        <p:spPr>
          <a:xfrm>
            <a:off x="214282" y="1857364"/>
            <a:ext cx="8715436" cy="2677656"/>
          </a:xfrm>
          <a:prstGeom prst="rect">
            <a:avLst/>
          </a:prstGeom>
          <a:noFill/>
        </p:spPr>
        <p:txBody>
          <a:bodyPr wrap="square" rtlCol="0">
            <a:spAutoFit/>
          </a:bodyPr>
          <a:lstStyle/>
          <a:p>
            <a:r>
              <a:rPr lang="fr-FR" sz="2400" u="sng" dirty="0">
                <a:effectLst>
                  <a:outerShdw blurRad="50800" dist="38100" dir="16200000" rotWithShape="0">
                    <a:prstClr val="black">
                      <a:alpha val="40000"/>
                    </a:prstClr>
                  </a:outerShdw>
                </a:effectLst>
              </a:rPr>
              <a:t>Facteurs endocriniens, vitaminiques et nutritionnels et maladies infectieuses</a:t>
            </a:r>
            <a:endParaRPr lang="fr-FR" sz="2400" dirty="0">
              <a:effectLst>
                <a:outerShdw blurRad="50800" dist="38100" dir="16200000" rotWithShape="0">
                  <a:prstClr val="black">
                    <a:alpha val="40000"/>
                  </a:prstClr>
                </a:outerShdw>
              </a:effectLst>
            </a:endParaRPr>
          </a:p>
          <a:p>
            <a:pPr lvl="0"/>
            <a:r>
              <a:rPr lang="fr-FR" sz="2400" dirty="0"/>
              <a:t>- </a:t>
            </a:r>
            <a:r>
              <a:rPr lang="fr-FR" sz="2400" dirty="0" err="1"/>
              <a:t>Hypothyroidisme</a:t>
            </a:r>
            <a:endParaRPr lang="fr-FR" sz="2400" dirty="0"/>
          </a:p>
          <a:p>
            <a:pPr lvl="0"/>
            <a:r>
              <a:rPr lang="fr-FR" sz="2400" dirty="0"/>
              <a:t>- </a:t>
            </a:r>
            <a:r>
              <a:rPr lang="fr-FR" sz="2400" dirty="0" err="1"/>
              <a:t>Hypoparathyroidisme</a:t>
            </a:r>
            <a:endParaRPr lang="fr-FR" sz="2400" dirty="0"/>
          </a:p>
          <a:p>
            <a:pPr lvl="0"/>
            <a:r>
              <a:rPr lang="fr-FR" sz="2400" dirty="0"/>
              <a:t>- Carence en vitamines A et D</a:t>
            </a:r>
          </a:p>
          <a:p>
            <a:pPr lvl="0"/>
            <a:r>
              <a:rPr lang="fr-FR" sz="2400" dirty="0"/>
              <a:t>- Syphilis</a:t>
            </a:r>
          </a:p>
          <a:p>
            <a:pPr lvl="0"/>
            <a:r>
              <a:rPr lang="fr-FR" sz="2400" dirty="0"/>
              <a:t>- Tuberculose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me 3"/>
          <p:cNvGraphicFramePr/>
          <p:nvPr/>
        </p:nvGraphicFramePr>
        <p:xfrm>
          <a:off x="500034" y="285728"/>
          <a:ext cx="8286808" cy="8572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ZoneTexte 5"/>
          <p:cNvSpPr txBox="1"/>
          <p:nvPr/>
        </p:nvSpPr>
        <p:spPr>
          <a:xfrm>
            <a:off x="928662" y="2357430"/>
            <a:ext cx="7643866" cy="1938992"/>
          </a:xfrm>
          <a:prstGeom prst="rect">
            <a:avLst/>
          </a:prstGeom>
          <a:noFill/>
        </p:spPr>
        <p:txBody>
          <a:bodyPr wrap="square" rtlCol="0">
            <a:spAutoFit/>
          </a:bodyPr>
          <a:lstStyle/>
          <a:p>
            <a:r>
              <a:rPr lang="fr-FR" sz="2400" u="sng" dirty="0">
                <a:effectLst>
                  <a:outerShdw blurRad="50800" dist="38100" dir="16200000" rotWithShape="0">
                    <a:prstClr val="black">
                      <a:alpha val="40000"/>
                    </a:prstClr>
                  </a:outerShdw>
                </a:effectLst>
              </a:rPr>
              <a:t>Facteurs phylogénétiques</a:t>
            </a:r>
            <a:endParaRPr lang="fr-FR" sz="2400" dirty="0">
              <a:effectLst>
                <a:outerShdw blurRad="50800" dist="38100" dir="16200000" rotWithShape="0">
                  <a:prstClr val="black">
                    <a:alpha val="40000"/>
                  </a:prstClr>
                </a:outerShdw>
              </a:effectLst>
            </a:endParaRPr>
          </a:p>
          <a:p>
            <a:r>
              <a:rPr lang="fr-FR" sz="2400" dirty="0"/>
              <a:t>L’augmentation de la dysharmonie dentomaxillaire par réduction de l’espace disponible sans diminution des dimensions du matériel dentaire favorise les troubles éruptifs.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me 3"/>
          <p:cNvGraphicFramePr/>
          <p:nvPr/>
        </p:nvGraphicFramePr>
        <p:xfrm>
          <a:off x="500034" y="285728"/>
          <a:ext cx="8286808" cy="8572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ZoneTexte 4"/>
          <p:cNvSpPr txBox="1"/>
          <p:nvPr/>
        </p:nvSpPr>
        <p:spPr>
          <a:xfrm>
            <a:off x="1714480" y="1214422"/>
            <a:ext cx="5857916" cy="523220"/>
          </a:xfrm>
          <a:prstGeom prst="rect">
            <a:avLst/>
          </a:prstGeom>
          <a:noFill/>
        </p:spPr>
        <p:txBody>
          <a:bodyPr wrap="square" rtlCol="0">
            <a:spAutoFit/>
          </a:bodyPr>
          <a:lstStyle/>
          <a:p>
            <a:pPr algn="ctr"/>
            <a:r>
              <a:rPr lang="fr-FR" sz="2800" b="1" dirty="0">
                <a:ln w="900" cmpd="sng">
                  <a:solidFill>
                    <a:schemeClr val="accent1">
                      <a:satMod val="190000"/>
                      <a:alpha val="55000"/>
                    </a:schemeClr>
                  </a:solidFill>
                  <a:prstDash val="solid"/>
                </a:ln>
                <a:solidFill>
                  <a:schemeClr val="accent1">
                    <a:satMod val="200000"/>
                    <a:tint val="3000"/>
                  </a:schemeClr>
                </a:solidFill>
                <a:effectLst>
                  <a:glow rad="101600">
                    <a:schemeClr val="accent3">
                      <a:satMod val="175000"/>
                      <a:alpha val="40000"/>
                    </a:schemeClr>
                  </a:glow>
                  <a:innerShdw blurRad="101600" dist="76200" dir="5400000">
                    <a:schemeClr val="accent1">
                      <a:satMod val="190000"/>
                      <a:tint val="100000"/>
                      <a:alpha val="74000"/>
                    </a:schemeClr>
                  </a:innerShdw>
                </a:effectLst>
              </a:rPr>
              <a:t>Causes locales</a:t>
            </a:r>
          </a:p>
        </p:txBody>
      </p:sp>
      <p:sp>
        <p:nvSpPr>
          <p:cNvPr id="6" name="ZoneTexte 5"/>
          <p:cNvSpPr txBox="1"/>
          <p:nvPr/>
        </p:nvSpPr>
        <p:spPr>
          <a:xfrm>
            <a:off x="500034" y="1643050"/>
            <a:ext cx="8286808" cy="461665"/>
          </a:xfrm>
          <a:prstGeom prst="rect">
            <a:avLst/>
          </a:prstGeom>
          <a:noFill/>
        </p:spPr>
        <p:txBody>
          <a:bodyPr wrap="square" rtlCol="0">
            <a:spAutoFit/>
          </a:bodyPr>
          <a:lstStyle/>
          <a:p>
            <a:r>
              <a:rPr lang="fr-FR" sz="2400" b="1" dirty="0">
                <a:ln>
                  <a:solidFill>
                    <a:schemeClr val="accent3">
                      <a:lumMod val="40000"/>
                      <a:lumOff val="60000"/>
                    </a:schemeClr>
                  </a:solidFill>
                </a:ln>
              </a:rPr>
              <a:t>Certaines causes locales dépendent du germe lui-même :</a:t>
            </a:r>
            <a:endParaRPr lang="fr-FR" sz="2400" dirty="0">
              <a:ln>
                <a:solidFill>
                  <a:schemeClr val="accent3">
                    <a:lumMod val="40000"/>
                    <a:lumOff val="60000"/>
                  </a:schemeClr>
                </a:solidFill>
              </a:ln>
            </a:endParaRPr>
          </a:p>
        </p:txBody>
      </p:sp>
      <p:sp>
        <p:nvSpPr>
          <p:cNvPr id="7" name="ZoneTexte 6"/>
          <p:cNvSpPr txBox="1"/>
          <p:nvPr/>
        </p:nvSpPr>
        <p:spPr>
          <a:xfrm>
            <a:off x="500034" y="2514423"/>
            <a:ext cx="8358246" cy="1200329"/>
          </a:xfrm>
          <a:prstGeom prst="rect">
            <a:avLst/>
          </a:prstGeom>
          <a:noFill/>
        </p:spPr>
        <p:txBody>
          <a:bodyPr wrap="square" rtlCol="0">
            <a:spAutoFit/>
          </a:bodyPr>
          <a:lstStyle/>
          <a:p>
            <a:pPr lvl="0"/>
            <a:r>
              <a:rPr lang="fr-FR" sz="2400" dirty="0">
                <a:sym typeface="Wingdings 3"/>
              </a:rPr>
              <a:t></a:t>
            </a:r>
            <a:r>
              <a:rPr lang="fr-FR" sz="2400" dirty="0"/>
              <a:t>Dystopies dentaires : ce sont des malpositions ou des mauvaises orientations primitives ou secondaires à un choc traumatique des germes . </a:t>
            </a:r>
          </a:p>
        </p:txBody>
      </p:sp>
      <p:pic>
        <p:nvPicPr>
          <p:cNvPr id="8" name="Picture 2"/>
          <p:cNvPicPr>
            <a:picLocks noChangeAspect="1" noChangeArrowheads="1"/>
          </p:cNvPicPr>
          <p:nvPr/>
        </p:nvPicPr>
        <p:blipFill>
          <a:blip r:embed="rId7"/>
          <a:srcRect/>
          <a:stretch>
            <a:fillRect/>
          </a:stretch>
        </p:blipFill>
        <p:spPr bwMode="auto">
          <a:xfrm>
            <a:off x="3214678" y="3929066"/>
            <a:ext cx="3143272" cy="2462217"/>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me 3"/>
          <p:cNvGraphicFramePr/>
          <p:nvPr/>
        </p:nvGraphicFramePr>
        <p:xfrm>
          <a:off x="500034" y="285728"/>
          <a:ext cx="8286808" cy="8572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ZoneTexte 4"/>
          <p:cNvSpPr txBox="1"/>
          <p:nvPr/>
        </p:nvSpPr>
        <p:spPr>
          <a:xfrm>
            <a:off x="1714480" y="1214422"/>
            <a:ext cx="5857916" cy="523220"/>
          </a:xfrm>
          <a:prstGeom prst="rect">
            <a:avLst/>
          </a:prstGeom>
          <a:noFill/>
        </p:spPr>
        <p:txBody>
          <a:bodyPr wrap="square" rtlCol="0">
            <a:spAutoFit/>
          </a:bodyPr>
          <a:lstStyle/>
          <a:p>
            <a:pPr algn="ctr"/>
            <a:r>
              <a:rPr lang="fr-FR" sz="2800" b="1" dirty="0">
                <a:ln w="900" cmpd="sng">
                  <a:solidFill>
                    <a:schemeClr val="accent1">
                      <a:satMod val="190000"/>
                      <a:alpha val="55000"/>
                    </a:schemeClr>
                  </a:solidFill>
                  <a:prstDash val="solid"/>
                </a:ln>
                <a:solidFill>
                  <a:schemeClr val="accent1">
                    <a:satMod val="200000"/>
                    <a:tint val="3000"/>
                  </a:schemeClr>
                </a:solidFill>
                <a:effectLst>
                  <a:glow rad="101600">
                    <a:schemeClr val="accent3">
                      <a:satMod val="175000"/>
                      <a:alpha val="40000"/>
                    </a:schemeClr>
                  </a:glow>
                  <a:innerShdw blurRad="101600" dist="76200" dir="5400000">
                    <a:schemeClr val="accent1">
                      <a:satMod val="190000"/>
                      <a:tint val="100000"/>
                      <a:alpha val="74000"/>
                    </a:schemeClr>
                  </a:innerShdw>
                </a:effectLst>
              </a:rPr>
              <a:t>Causes locales</a:t>
            </a:r>
          </a:p>
        </p:txBody>
      </p:sp>
      <p:sp>
        <p:nvSpPr>
          <p:cNvPr id="6" name="ZoneTexte 5"/>
          <p:cNvSpPr txBox="1"/>
          <p:nvPr/>
        </p:nvSpPr>
        <p:spPr>
          <a:xfrm>
            <a:off x="500034" y="1643050"/>
            <a:ext cx="8286808" cy="461665"/>
          </a:xfrm>
          <a:prstGeom prst="rect">
            <a:avLst/>
          </a:prstGeom>
          <a:noFill/>
        </p:spPr>
        <p:txBody>
          <a:bodyPr wrap="square" rtlCol="0">
            <a:spAutoFit/>
          </a:bodyPr>
          <a:lstStyle/>
          <a:p>
            <a:r>
              <a:rPr lang="fr-FR" sz="2400" b="1" dirty="0">
                <a:ln>
                  <a:solidFill>
                    <a:schemeClr val="accent3">
                      <a:lumMod val="40000"/>
                      <a:lumOff val="60000"/>
                    </a:schemeClr>
                  </a:solidFill>
                </a:ln>
              </a:rPr>
              <a:t>Certaines causes locales dépendent du germe lui-même :</a:t>
            </a:r>
            <a:endParaRPr lang="fr-FR" sz="2400" dirty="0">
              <a:ln>
                <a:solidFill>
                  <a:schemeClr val="accent3">
                    <a:lumMod val="40000"/>
                    <a:lumOff val="60000"/>
                  </a:schemeClr>
                </a:solidFill>
              </a:ln>
            </a:endParaRPr>
          </a:p>
        </p:txBody>
      </p:sp>
      <p:sp>
        <p:nvSpPr>
          <p:cNvPr id="7" name="ZoneTexte 6"/>
          <p:cNvSpPr txBox="1"/>
          <p:nvPr/>
        </p:nvSpPr>
        <p:spPr>
          <a:xfrm>
            <a:off x="428596" y="2594331"/>
            <a:ext cx="4500594" cy="1446550"/>
          </a:xfrm>
          <a:prstGeom prst="rect">
            <a:avLst/>
          </a:prstGeom>
          <a:noFill/>
        </p:spPr>
        <p:txBody>
          <a:bodyPr wrap="square" rtlCol="0">
            <a:spAutoFit/>
          </a:bodyPr>
          <a:lstStyle/>
          <a:p>
            <a:pPr lvl="0"/>
            <a:r>
              <a:rPr lang="fr-FR" sz="2200" dirty="0">
                <a:sym typeface="Wingdings 3"/>
              </a:rPr>
              <a:t></a:t>
            </a:r>
            <a:r>
              <a:rPr lang="fr-FR" sz="2200" dirty="0"/>
              <a:t>Dysmorphies </a:t>
            </a:r>
            <a:r>
              <a:rPr lang="fr-FR" sz="2200" i="1" dirty="0"/>
              <a:t>:</a:t>
            </a:r>
            <a:r>
              <a:rPr lang="fr-FR" sz="2200" dirty="0"/>
              <a:t> elles peuvent être isolées sous forme de malformations dentaires coronaires ou radiculaires ou d’anomalies de taille.</a:t>
            </a:r>
          </a:p>
        </p:txBody>
      </p:sp>
      <p:pic>
        <p:nvPicPr>
          <p:cNvPr id="8" name="Picture 2"/>
          <p:cNvPicPr>
            <a:picLocks noChangeAspect="1" noChangeArrowheads="1"/>
          </p:cNvPicPr>
          <p:nvPr/>
        </p:nvPicPr>
        <p:blipFill>
          <a:blip r:embed="rId7"/>
          <a:srcRect/>
          <a:stretch>
            <a:fillRect/>
          </a:stretch>
        </p:blipFill>
        <p:spPr bwMode="auto">
          <a:xfrm>
            <a:off x="4929190" y="2643182"/>
            <a:ext cx="3786214" cy="2808820"/>
          </a:xfrm>
          <a:prstGeom prst="rect">
            <a:avLst/>
          </a:prstGeom>
          <a:noFill/>
          <a:ln w="9525">
            <a:noFill/>
            <a:miter lim="800000"/>
            <a:headEnd/>
            <a:tailEnd/>
          </a:ln>
          <a:effectLst>
            <a:reflection blurRad="6350" stA="52000" endA="300" endPos="35000" dir="5400000" sy="-100000" algn="bl" rotWithShape="0"/>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me 3"/>
          <p:cNvGraphicFramePr/>
          <p:nvPr/>
        </p:nvGraphicFramePr>
        <p:xfrm>
          <a:off x="500034" y="285728"/>
          <a:ext cx="8286808" cy="8572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ZoneTexte 4"/>
          <p:cNvSpPr txBox="1"/>
          <p:nvPr/>
        </p:nvSpPr>
        <p:spPr>
          <a:xfrm>
            <a:off x="1714480" y="1214422"/>
            <a:ext cx="5857916" cy="523220"/>
          </a:xfrm>
          <a:prstGeom prst="rect">
            <a:avLst/>
          </a:prstGeom>
          <a:noFill/>
        </p:spPr>
        <p:txBody>
          <a:bodyPr wrap="square" rtlCol="0">
            <a:spAutoFit/>
          </a:bodyPr>
          <a:lstStyle/>
          <a:p>
            <a:pPr algn="ctr"/>
            <a:r>
              <a:rPr lang="fr-FR" sz="2800" b="1" dirty="0">
                <a:ln w="900" cmpd="sng">
                  <a:solidFill>
                    <a:schemeClr val="accent1">
                      <a:satMod val="190000"/>
                      <a:alpha val="55000"/>
                    </a:schemeClr>
                  </a:solidFill>
                  <a:prstDash val="solid"/>
                </a:ln>
                <a:solidFill>
                  <a:schemeClr val="accent1">
                    <a:satMod val="200000"/>
                    <a:tint val="3000"/>
                  </a:schemeClr>
                </a:solidFill>
                <a:effectLst>
                  <a:glow rad="101600">
                    <a:schemeClr val="accent3">
                      <a:satMod val="175000"/>
                      <a:alpha val="40000"/>
                    </a:schemeClr>
                  </a:glow>
                  <a:innerShdw blurRad="101600" dist="76200" dir="5400000">
                    <a:schemeClr val="accent1">
                      <a:satMod val="190000"/>
                      <a:tint val="100000"/>
                      <a:alpha val="74000"/>
                    </a:schemeClr>
                  </a:innerShdw>
                </a:effectLst>
              </a:rPr>
              <a:t>Causes locales</a:t>
            </a:r>
          </a:p>
        </p:txBody>
      </p:sp>
      <p:sp>
        <p:nvSpPr>
          <p:cNvPr id="6" name="ZoneTexte 5"/>
          <p:cNvSpPr txBox="1"/>
          <p:nvPr/>
        </p:nvSpPr>
        <p:spPr>
          <a:xfrm>
            <a:off x="500034" y="1643050"/>
            <a:ext cx="8286808" cy="461665"/>
          </a:xfrm>
          <a:prstGeom prst="rect">
            <a:avLst/>
          </a:prstGeom>
          <a:noFill/>
        </p:spPr>
        <p:txBody>
          <a:bodyPr wrap="square" rtlCol="0">
            <a:spAutoFit/>
          </a:bodyPr>
          <a:lstStyle/>
          <a:p>
            <a:r>
              <a:rPr lang="fr-FR" sz="2400" b="1" dirty="0">
                <a:ln>
                  <a:solidFill>
                    <a:schemeClr val="accent3">
                      <a:lumMod val="40000"/>
                      <a:lumOff val="60000"/>
                    </a:schemeClr>
                  </a:solidFill>
                </a:ln>
              </a:rPr>
              <a:t>Certaines causes locales dépendent du germe lui-même :</a:t>
            </a:r>
            <a:endParaRPr lang="fr-FR" sz="2400" dirty="0">
              <a:ln>
                <a:solidFill>
                  <a:schemeClr val="accent3">
                    <a:lumMod val="40000"/>
                    <a:lumOff val="60000"/>
                  </a:schemeClr>
                </a:solidFill>
              </a:ln>
            </a:endParaRPr>
          </a:p>
        </p:txBody>
      </p:sp>
      <p:sp>
        <p:nvSpPr>
          <p:cNvPr id="7" name="ZoneTexte 6"/>
          <p:cNvSpPr txBox="1"/>
          <p:nvPr/>
        </p:nvSpPr>
        <p:spPr>
          <a:xfrm>
            <a:off x="428596" y="2704454"/>
            <a:ext cx="8429684" cy="1569660"/>
          </a:xfrm>
          <a:prstGeom prst="rect">
            <a:avLst/>
          </a:prstGeom>
          <a:noFill/>
        </p:spPr>
        <p:txBody>
          <a:bodyPr wrap="square" rtlCol="0">
            <a:spAutoFit/>
          </a:bodyPr>
          <a:lstStyle/>
          <a:p>
            <a:pPr lvl="0"/>
            <a:r>
              <a:rPr lang="fr-FR" sz="2400" dirty="0">
                <a:sym typeface="Wingdings 3"/>
              </a:rPr>
              <a:t></a:t>
            </a:r>
            <a:r>
              <a:rPr lang="fr-FR" sz="2400" dirty="0"/>
              <a:t>Anomalie d’éruption </a:t>
            </a:r>
            <a:r>
              <a:rPr lang="fr-FR" sz="2400" i="1" dirty="0"/>
              <a:t>:</a:t>
            </a:r>
            <a:r>
              <a:rPr lang="fr-FR" sz="2400" dirty="0"/>
              <a:t> l’absence d’éruption peut être d’origine embryologique par insertion anormale du </a:t>
            </a:r>
            <a:r>
              <a:rPr lang="fr-FR" sz="2400" dirty="0" err="1"/>
              <a:t>gubernaculum</a:t>
            </a:r>
            <a:r>
              <a:rPr lang="fr-FR" sz="2400" dirty="0"/>
              <a:t>  sur le sac péricoronaire; la racine et la couronne terminent leur développement sans que le chemin d’éruption ne se trace.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me 3"/>
          <p:cNvGraphicFramePr/>
          <p:nvPr/>
        </p:nvGraphicFramePr>
        <p:xfrm>
          <a:off x="500034" y="285728"/>
          <a:ext cx="8286808" cy="8572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ZoneTexte 4"/>
          <p:cNvSpPr txBox="1"/>
          <p:nvPr/>
        </p:nvSpPr>
        <p:spPr>
          <a:xfrm>
            <a:off x="1714480" y="1214422"/>
            <a:ext cx="5857916" cy="523220"/>
          </a:xfrm>
          <a:prstGeom prst="rect">
            <a:avLst/>
          </a:prstGeom>
          <a:noFill/>
        </p:spPr>
        <p:txBody>
          <a:bodyPr wrap="square" rtlCol="0">
            <a:spAutoFit/>
          </a:bodyPr>
          <a:lstStyle/>
          <a:p>
            <a:pPr algn="ctr"/>
            <a:r>
              <a:rPr lang="fr-FR" sz="2800" b="1" dirty="0">
                <a:ln w="900" cmpd="sng">
                  <a:solidFill>
                    <a:schemeClr val="accent1">
                      <a:satMod val="190000"/>
                      <a:alpha val="55000"/>
                    </a:schemeClr>
                  </a:solidFill>
                  <a:prstDash val="solid"/>
                </a:ln>
                <a:solidFill>
                  <a:schemeClr val="accent1">
                    <a:satMod val="200000"/>
                    <a:tint val="3000"/>
                  </a:schemeClr>
                </a:solidFill>
                <a:effectLst>
                  <a:glow rad="101600">
                    <a:schemeClr val="accent3">
                      <a:satMod val="175000"/>
                      <a:alpha val="40000"/>
                    </a:schemeClr>
                  </a:glow>
                  <a:innerShdw blurRad="101600" dist="76200" dir="5400000">
                    <a:schemeClr val="accent1">
                      <a:satMod val="190000"/>
                      <a:tint val="100000"/>
                      <a:alpha val="74000"/>
                    </a:schemeClr>
                  </a:innerShdw>
                </a:effectLst>
              </a:rPr>
              <a:t>Causes locales</a:t>
            </a:r>
          </a:p>
        </p:txBody>
      </p:sp>
      <p:sp>
        <p:nvSpPr>
          <p:cNvPr id="6" name="ZoneTexte 5"/>
          <p:cNvSpPr txBox="1"/>
          <p:nvPr/>
        </p:nvSpPr>
        <p:spPr>
          <a:xfrm>
            <a:off x="500034" y="1643050"/>
            <a:ext cx="8286808" cy="461665"/>
          </a:xfrm>
          <a:prstGeom prst="rect">
            <a:avLst/>
          </a:prstGeom>
          <a:noFill/>
        </p:spPr>
        <p:txBody>
          <a:bodyPr wrap="square" rtlCol="0">
            <a:spAutoFit/>
          </a:bodyPr>
          <a:lstStyle/>
          <a:p>
            <a:r>
              <a:rPr lang="fr-FR" sz="2400" b="1" dirty="0">
                <a:effectLst>
                  <a:glow rad="228600">
                    <a:schemeClr val="accent1">
                      <a:satMod val="175000"/>
                      <a:alpha val="40000"/>
                    </a:schemeClr>
                  </a:glow>
                </a:effectLst>
              </a:rPr>
              <a:t>D’autres sont liées à l’environnement du germe :</a:t>
            </a:r>
            <a:endParaRPr lang="fr-FR" sz="2400" dirty="0">
              <a:effectLst>
                <a:glow rad="228600">
                  <a:schemeClr val="accent1">
                    <a:satMod val="175000"/>
                    <a:alpha val="40000"/>
                  </a:schemeClr>
                </a:glow>
              </a:effectLst>
            </a:endParaRPr>
          </a:p>
        </p:txBody>
      </p:sp>
      <p:sp>
        <p:nvSpPr>
          <p:cNvPr id="7" name="ZoneTexte 6"/>
          <p:cNvSpPr txBox="1"/>
          <p:nvPr/>
        </p:nvSpPr>
        <p:spPr>
          <a:xfrm>
            <a:off x="428596" y="2071678"/>
            <a:ext cx="8715404" cy="1631216"/>
          </a:xfrm>
          <a:prstGeom prst="rect">
            <a:avLst/>
          </a:prstGeom>
          <a:noFill/>
        </p:spPr>
        <p:txBody>
          <a:bodyPr wrap="square" rtlCol="0">
            <a:spAutoFit/>
          </a:bodyPr>
          <a:lstStyle/>
          <a:p>
            <a:pPr lvl="0"/>
            <a:r>
              <a:rPr lang="fr-FR" sz="2000" i="1" dirty="0"/>
              <a:t>Obstruction du chemin d’éruption :</a:t>
            </a:r>
            <a:endParaRPr lang="fr-FR" sz="2000" dirty="0"/>
          </a:p>
          <a:p>
            <a:endParaRPr lang="fr-FR" sz="2000" dirty="0"/>
          </a:p>
          <a:p>
            <a:r>
              <a:rPr lang="fr-FR" sz="2000" dirty="0"/>
              <a:t>- Par obstacle osseux lié à une avulsion précoce de la dent temporaire entraînant une cicatrisation des tissus constituant un obstacle à la mise en place de la dent sur l’arcade.</a:t>
            </a:r>
          </a:p>
        </p:txBody>
      </p:sp>
      <p:graphicFrame>
        <p:nvGraphicFramePr>
          <p:cNvPr id="45058" name="Object 2"/>
          <p:cNvGraphicFramePr>
            <a:graphicFrameLocks noChangeAspect="1"/>
          </p:cNvGraphicFramePr>
          <p:nvPr/>
        </p:nvGraphicFramePr>
        <p:xfrm>
          <a:off x="4857752" y="4071942"/>
          <a:ext cx="2370262" cy="1357298"/>
        </p:xfrm>
        <a:graphic>
          <a:graphicData uri="http://schemas.openxmlformats.org/presentationml/2006/ole">
            <mc:AlternateContent xmlns:mc="http://schemas.openxmlformats.org/markup-compatibility/2006">
              <mc:Choice xmlns:v="urn:schemas-microsoft-com:vml" Requires="v">
                <p:oleObj name="Image bitmap" r:id="rId7" imgW="2514286" imgH="1695687" progId="PBrush">
                  <p:embed/>
                </p:oleObj>
              </mc:Choice>
              <mc:Fallback>
                <p:oleObj name="Image bitmap" r:id="rId7" imgW="2514286" imgH="1695687" progId="PBrush">
                  <p:embed/>
                  <p:pic>
                    <p:nvPicPr>
                      <p:cNvPr id="0"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57752" y="4071942"/>
                        <a:ext cx="2370262" cy="1357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059" name="Object 3"/>
          <p:cNvGraphicFramePr>
            <a:graphicFrameLocks noChangeAspect="1"/>
          </p:cNvGraphicFramePr>
          <p:nvPr/>
        </p:nvGraphicFramePr>
        <p:xfrm>
          <a:off x="1785918" y="4143380"/>
          <a:ext cx="2357454" cy="1344605"/>
        </p:xfrm>
        <a:graphic>
          <a:graphicData uri="http://schemas.openxmlformats.org/presentationml/2006/ole">
            <mc:AlternateContent xmlns:mc="http://schemas.openxmlformats.org/markup-compatibility/2006">
              <mc:Choice xmlns:v="urn:schemas-microsoft-com:vml" Requires="v">
                <p:oleObj name="Image bitmap" r:id="rId7" imgW="2390476" imgH="1619476" progId="PBrush">
                  <p:embed/>
                </p:oleObj>
              </mc:Choice>
              <mc:Fallback>
                <p:oleObj name="Image bitmap" r:id="rId7" imgW="2390476" imgH="1619476" progId="PBrush">
                  <p:embed/>
                  <p:pic>
                    <p:nvPicPr>
                      <p:cNvPr id="0" name="Picture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85918" y="4143380"/>
                        <a:ext cx="2357454" cy="1344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285720" y="2428868"/>
            <a:ext cx="8643966" cy="400110"/>
          </a:xfrm>
          <a:prstGeom prst="rect">
            <a:avLst/>
          </a:prstGeom>
          <a:noFill/>
        </p:spPr>
        <p:txBody>
          <a:bodyPr wrap="square" rtlCol="0">
            <a:spAutoFit/>
          </a:bodyPr>
          <a:lstStyle/>
          <a:p>
            <a:pPr lvl="0"/>
            <a:r>
              <a:rPr lang="fr-FR" sz="2000" i="1"/>
              <a:t>Traumatismes </a:t>
            </a:r>
            <a:r>
              <a:rPr lang="fr-FR" sz="2000"/>
              <a:t>.</a:t>
            </a:r>
            <a:endParaRPr lang="fr-FR" sz="2000" dirty="0"/>
          </a:p>
        </p:txBody>
      </p:sp>
      <p:graphicFrame>
        <p:nvGraphicFramePr>
          <p:cNvPr id="5" name="Diagramme 4"/>
          <p:cNvGraphicFramePr/>
          <p:nvPr/>
        </p:nvGraphicFramePr>
        <p:xfrm>
          <a:off x="500034" y="285728"/>
          <a:ext cx="8286808" cy="8572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ZoneTexte 5"/>
          <p:cNvSpPr txBox="1"/>
          <p:nvPr/>
        </p:nvSpPr>
        <p:spPr>
          <a:xfrm>
            <a:off x="1714480" y="1214422"/>
            <a:ext cx="5857916" cy="523220"/>
          </a:xfrm>
          <a:prstGeom prst="rect">
            <a:avLst/>
          </a:prstGeom>
          <a:noFill/>
        </p:spPr>
        <p:txBody>
          <a:bodyPr wrap="square" rtlCol="0">
            <a:spAutoFit/>
          </a:bodyPr>
          <a:lstStyle/>
          <a:p>
            <a:pPr algn="ctr"/>
            <a:r>
              <a:rPr lang="fr-FR" sz="2800" b="1" dirty="0">
                <a:ln w="900" cmpd="sng">
                  <a:solidFill>
                    <a:schemeClr val="accent1">
                      <a:satMod val="190000"/>
                      <a:alpha val="55000"/>
                    </a:schemeClr>
                  </a:solidFill>
                  <a:prstDash val="solid"/>
                </a:ln>
                <a:solidFill>
                  <a:schemeClr val="accent1">
                    <a:satMod val="200000"/>
                    <a:tint val="3000"/>
                  </a:schemeClr>
                </a:solidFill>
                <a:effectLst>
                  <a:glow rad="101600">
                    <a:schemeClr val="accent3">
                      <a:satMod val="175000"/>
                      <a:alpha val="40000"/>
                    </a:schemeClr>
                  </a:glow>
                  <a:innerShdw blurRad="101600" dist="76200" dir="5400000">
                    <a:schemeClr val="accent1">
                      <a:satMod val="190000"/>
                      <a:tint val="100000"/>
                      <a:alpha val="74000"/>
                    </a:schemeClr>
                  </a:innerShdw>
                </a:effectLst>
              </a:rPr>
              <a:t>Causes locales</a:t>
            </a:r>
          </a:p>
        </p:txBody>
      </p:sp>
      <p:sp>
        <p:nvSpPr>
          <p:cNvPr id="7" name="ZoneTexte 6"/>
          <p:cNvSpPr txBox="1"/>
          <p:nvPr/>
        </p:nvSpPr>
        <p:spPr>
          <a:xfrm>
            <a:off x="500034" y="1643050"/>
            <a:ext cx="8286808" cy="461665"/>
          </a:xfrm>
          <a:prstGeom prst="rect">
            <a:avLst/>
          </a:prstGeom>
          <a:noFill/>
        </p:spPr>
        <p:txBody>
          <a:bodyPr wrap="square" rtlCol="0">
            <a:spAutoFit/>
          </a:bodyPr>
          <a:lstStyle/>
          <a:p>
            <a:r>
              <a:rPr lang="fr-FR" sz="2400" b="1" dirty="0">
                <a:effectLst>
                  <a:glow rad="228600">
                    <a:schemeClr val="accent1">
                      <a:satMod val="175000"/>
                      <a:alpha val="40000"/>
                    </a:schemeClr>
                  </a:glow>
                </a:effectLst>
              </a:rPr>
              <a:t>D’autres sont liées à l’environnement du germe :</a:t>
            </a:r>
            <a:endParaRPr lang="fr-FR" sz="2400" dirty="0">
              <a:effectLst>
                <a:glow rad="228600">
                  <a:schemeClr val="accent1">
                    <a:satMod val="175000"/>
                    <a:alpha val="40000"/>
                  </a:schemeClr>
                </a:glow>
              </a:effectLst>
            </a:endParaRPr>
          </a:p>
        </p:txBody>
      </p:sp>
      <p:sp>
        <p:nvSpPr>
          <p:cNvPr id="8" name="ZoneTexte 7"/>
          <p:cNvSpPr txBox="1"/>
          <p:nvPr/>
        </p:nvSpPr>
        <p:spPr>
          <a:xfrm>
            <a:off x="285720" y="3071810"/>
            <a:ext cx="8643998" cy="707886"/>
          </a:xfrm>
          <a:prstGeom prst="rect">
            <a:avLst/>
          </a:prstGeom>
          <a:noFill/>
        </p:spPr>
        <p:txBody>
          <a:bodyPr wrap="square" rtlCol="0">
            <a:spAutoFit/>
          </a:bodyPr>
          <a:lstStyle/>
          <a:p>
            <a:pPr lvl="0"/>
            <a:r>
              <a:rPr lang="fr-FR" sz="2000" i="1" dirty="0"/>
              <a:t>Ankylose :</a:t>
            </a:r>
            <a:r>
              <a:rPr lang="fr-FR" sz="2000" dirty="0"/>
              <a:t> phénomène mal connu, se traduit par une disparition plus ou moins complète du ligament dentaire</a:t>
            </a:r>
          </a:p>
        </p:txBody>
      </p:sp>
      <p:pic>
        <p:nvPicPr>
          <p:cNvPr id="9" name="Picture 2" descr="C:\Documents and Settings\Administrateur\Hakima\Mes images\p 18 029.jpg"/>
          <p:cNvPicPr>
            <a:picLocks noChangeAspect="1" noChangeArrowheads="1"/>
          </p:cNvPicPr>
          <p:nvPr/>
        </p:nvPicPr>
        <p:blipFill>
          <a:blip r:embed="rId7"/>
          <a:srcRect l="21492" t="47841" r="46635" b="38481"/>
          <a:stretch>
            <a:fillRect/>
          </a:stretch>
        </p:blipFill>
        <p:spPr bwMode="auto">
          <a:xfrm>
            <a:off x="5143504" y="4071942"/>
            <a:ext cx="2357454" cy="1285860"/>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428596" y="1857364"/>
            <a:ext cx="4857784" cy="2616101"/>
          </a:xfrm>
          <a:prstGeom prst="rect">
            <a:avLst/>
          </a:prstGeom>
          <a:noFill/>
        </p:spPr>
        <p:txBody>
          <a:bodyPr wrap="square" rtlCol="0">
            <a:spAutoFit/>
          </a:bodyPr>
          <a:lstStyle/>
          <a:p>
            <a:r>
              <a:rPr lang="fr-FR" sz="2400" b="1" dirty="0">
                <a:effectLst>
                  <a:glow rad="63500">
                    <a:schemeClr val="accent6">
                      <a:satMod val="175000"/>
                      <a:alpha val="40000"/>
                    </a:schemeClr>
                  </a:glow>
                </a:effectLst>
              </a:rPr>
              <a:t>L’insuffisance de volume disponible sur l’arcade</a:t>
            </a:r>
            <a:r>
              <a:rPr lang="fr-FR" sz="2000" b="1" dirty="0"/>
              <a:t> :</a:t>
            </a:r>
          </a:p>
          <a:p>
            <a:endParaRPr lang="fr-FR" sz="2000" b="1" dirty="0"/>
          </a:p>
          <a:p>
            <a:r>
              <a:rPr lang="fr-FR" sz="2000" dirty="0"/>
              <a:t>peut </a:t>
            </a:r>
            <a:r>
              <a:rPr lang="fr-FR" sz="2400" dirty="0"/>
              <a:t>découler d’une étiologie primaire squelettique  ou dentaire  ou secondaire par dérive </a:t>
            </a:r>
            <a:r>
              <a:rPr lang="fr-FR" sz="2400" dirty="0" err="1"/>
              <a:t>mésiale</a:t>
            </a:r>
            <a:r>
              <a:rPr lang="fr-FR" sz="2400" dirty="0"/>
              <a:t> spontanée .</a:t>
            </a:r>
          </a:p>
        </p:txBody>
      </p:sp>
      <p:graphicFrame>
        <p:nvGraphicFramePr>
          <p:cNvPr id="5" name="Diagramme 4"/>
          <p:cNvGraphicFramePr/>
          <p:nvPr/>
        </p:nvGraphicFramePr>
        <p:xfrm>
          <a:off x="500034" y="285728"/>
          <a:ext cx="8286808" cy="8572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ZoneTexte 5"/>
          <p:cNvSpPr txBox="1"/>
          <p:nvPr/>
        </p:nvSpPr>
        <p:spPr>
          <a:xfrm>
            <a:off x="1714480" y="1214422"/>
            <a:ext cx="5857916" cy="523220"/>
          </a:xfrm>
          <a:prstGeom prst="rect">
            <a:avLst/>
          </a:prstGeom>
          <a:noFill/>
        </p:spPr>
        <p:txBody>
          <a:bodyPr wrap="square" rtlCol="0">
            <a:spAutoFit/>
          </a:bodyPr>
          <a:lstStyle/>
          <a:p>
            <a:pPr algn="ctr"/>
            <a:r>
              <a:rPr lang="fr-FR" sz="2800" b="1" dirty="0">
                <a:ln w="900" cmpd="sng">
                  <a:solidFill>
                    <a:schemeClr val="accent1">
                      <a:satMod val="190000"/>
                      <a:alpha val="55000"/>
                    </a:schemeClr>
                  </a:solidFill>
                  <a:prstDash val="solid"/>
                </a:ln>
                <a:solidFill>
                  <a:schemeClr val="accent1">
                    <a:satMod val="200000"/>
                    <a:tint val="3000"/>
                  </a:schemeClr>
                </a:solidFill>
                <a:effectLst>
                  <a:glow rad="101600">
                    <a:schemeClr val="accent3">
                      <a:satMod val="175000"/>
                      <a:alpha val="40000"/>
                    </a:schemeClr>
                  </a:glow>
                  <a:innerShdw blurRad="101600" dist="76200" dir="5400000">
                    <a:schemeClr val="accent1">
                      <a:satMod val="190000"/>
                      <a:tint val="100000"/>
                      <a:alpha val="74000"/>
                    </a:schemeClr>
                  </a:innerShdw>
                </a:effectLst>
              </a:rPr>
              <a:t>Causes locales</a:t>
            </a:r>
          </a:p>
        </p:txBody>
      </p:sp>
      <p:pic>
        <p:nvPicPr>
          <p:cNvPr id="7" name="Picture 8"/>
          <p:cNvPicPr>
            <a:picLocks noChangeAspect="1" noChangeArrowheads="1"/>
          </p:cNvPicPr>
          <p:nvPr/>
        </p:nvPicPr>
        <p:blipFill>
          <a:blip r:embed="rId7"/>
          <a:srcRect/>
          <a:stretch>
            <a:fillRect/>
          </a:stretch>
        </p:blipFill>
        <p:spPr bwMode="auto">
          <a:xfrm>
            <a:off x="5357818" y="3214686"/>
            <a:ext cx="3059112" cy="2065337"/>
          </a:xfrm>
          <a:prstGeom prst="rect">
            <a:avLst/>
          </a:prstGeom>
          <a:noFill/>
          <a:ln w="9525">
            <a:noFill/>
            <a:miter lim="800000"/>
            <a:headEnd/>
            <a:tailEnd/>
          </a:ln>
          <a:effectLst>
            <a:reflection blurRad="6350" stA="52000" endA="300" endPos="35000" dir="5400000" sy="-100000" algn="bl" rotWithShape="0"/>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me 3"/>
          <p:cNvGraphicFramePr/>
          <p:nvPr/>
        </p:nvGraphicFramePr>
        <p:xfrm>
          <a:off x="500034" y="285728"/>
          <a:ext cx="8286808" cy="8572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ZoneTexte 4"/>
          <p:cNvSpPr txBox="1"/>
          <p:nvPr/>
        </p:nvSpPr>
        <p:spPr>
          <a:xfrm>
            <a:off x="1714480" y="1214422"/>
            <a:ext cx="5857916" cy="523220"/>
          </a:xfrm>
          <a:prstGeom prst="rect">
            <a:avLst/>
          </a:prstGeom>
          <a:noFill/>
        </p:spPr>
        <p:txBody>
          <a:bodyPr wrap="square" rtlCol="0">
            <a:spAutoFit/>
          </a:bodyPr>
          <a:lstStyle/>
          <a:p>
            <a:pPr algn="ctr"/>
            <a:r>
              <a:rPr lang="fr-FR" sz="2800" b="1" dirty="0">
                <a:ln w="900" cmpd="sng">
                  <a:solidFill>
                    <a:schemeClr val="accent1">
                      <a:satMod val="190000"/>
                      <a:alpha val="55000"/>
                    </a:schemeClr>
                  </a:solidFill>
                  <a:prstDash val="solid"/>
                </a:ln>
                <a:solidFill>
                  <a:schemeClr val="accent1">
                    <a:satMod val="200000"/>
                    <a:tint val="3000"/>
                  </a:schemeClr>
                </a:solidFill>
                <a:effectLst>
                  <a:glow rad="101600">
                    <a:schemeClr val="accent3">
                      <a:satMod val="175000"/>
                      <a:alpha val="40000"/>
                    </a:schemeClr>
                  </a:glow>
                  <a:innerShdw blurRad="101600" dist="76200" dir="5400000">
                    <a:schemeClr val="accent1">
                      <a:satMod val="190000"/>
                      <a:tint val="100000"/>
                      <a:alpha val="74000"/>
                    </a:schemeClr>
                  </a:innerShdw>
                </a:effectLst>
              </a:rPr>
              <a:t>Causes locales</a:t>
            </a:r>
          </a:p>
        </p:txBody>
      </p:sp>
      <p:sp>
        <p:nvSpPr>
          <p:cNvPr id="6" name="ZoneTexte 5"/>
          <p:cNvSpPr txBox="1"/>
          <p:nvPr/>
        </p:nvSpPr>
        <p:spPr>
          <a:xfrm>
            <a:off x="428596" y="1714488"/>
            <a:ext cx="8215370" cy="1754326"/>
          </a:xfrm>
          <a:prstGeom prst="rect">
            <a:avLst/>
          </a:prstGeom>
          <a:noFill/>
        </p:spPr>
        <p:txBody>
          <a:bodyPr wrap="square" rtlCol="0">
            <a:spAutoFit/>
          </a:bodyPr>
          <a:lstStyle/>
          <a:p>
            <a:r>
              <a:rPr lang="fr-FR" sz="2400" b="1" dirty="0">
                <a:effectLst>
                  <a:glow rad="101600">
                    <a:schemeClr val="accent6">
                      <a:satMod val="175000"/>
                      <a:alpha val="40000"/>
                    </a:schemeClr>
                  </a:glow>
                </a:effectLst>
              </a:rPr>
              <a:t>Des facteurs iatrogènes au cours des thérapeutiques </a:t>
            </a:r>
            <a:r>
              <a:rPr lang="fr-FR" sz="2400" b="1" dirty="0" err="1">
                <a:effectLst>
                  <a:glow rad="101600">
                    <a:schemeClr val="accent6">
                      <a:satMod val="175000"/>
                      <a:alpha val="40000"/>
                    </a:schemeClr>
                  </a:glow>
                </a:effectLst>
              </a:rPr>
              <a:t>orthodontiques</a:t>
            </a:r>
            <a:r>
              <a:rPr lang="fr-FR" sz="2000" b="1" dirty="0"/>
              <a:t> :</a:t>
            </a:r>
          </a:p>
          <a:p>
            <a:r>
              <a:rPr lang="fr-FR" sz="2000" dirty="0"/>
              <a:t>peuvent prendre une part active en modifiant une direction d’éruption ou en effectuant un blocage mécanique.</a:t>
            </a:r>
          </a:p>
          <a:p>
            <a:r>
              <a:rPr lang="fr-FR" sz="2000" dirty="0"/>
              <a:t>  </a:t>
            </a:r>
          </a:p>
        </p:txBody>
      </p:sp>
      <p:pic>
        <p:nvPicPr>
          <p:cNvPr id="7" name="Picture 4"/>
          <p:cNvPicPr>
            <a:picLocks noChangeAspect="1" noChangeArrowheads="1"/>
          </p:cNvPicPr>
          <p:nvPr/>
        </p:nvPicPr>
        <p:blipFill>
          <a:blip r:embed="rId7"/>
          <a:srcRect/>
          <a:stretch>
            <a:fillRect/>
          </a:stretch>
        </p:blipFill>
        <p:spPr bwMode="auto">
          <a:xfrm>
            <a:off x="2928926" y="4000504"/>
            <a:ext cx="3621082" cy="1928802"/>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me 1"/>
          <p:cNvGraphicFramePr/>
          <p:nvPr/>
        </p:nvGraphicFramePr>
        <p:xfrm>
          <a:off x="1571604" y="357166"/>
          <a:ext cx="6096000" cy="7461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ZoneTexte 2"/>
          <p:cNvSpPr txBox="1"/>
          <p:nvPr/>
        </p:nvSpPr>
        <p:spPr>
          <a:xfrm>
            <a:off x="357158" y="1285860"/>
            <a:ext cx="4143404" cy="523220"/>
          </a:xfrm>
          <a:prstGeom prst="rect">
            <a:avLst/>
          </a:prstGeom>
          <a:noFill/>
        </p:spPr>
        <p:txBody>
          <a:bodyPr wrap="square" rtlCol="0">
            <a:spAutoFit/>
            <a:scene3d>
              <a:camera prst="orthographicFront"/>
              <a:lightRig rig="glow" dir="tl">
                <a:rot lat="0" lon="0" rev="5400000"/>
              </a:lightRig>
            </a:scene3d>
            <a:sp3d contourW="12700">
              <a:bevelT w="25400" h="25400"/>
              <a:contourClr>
                <a:schemeClr val="accent6">
                  <a:shade val="73000"/>
                </a:schemeClr>
              </a:contourClr>
            </a:sp3d>
          </a:bodyPr>
          <a:lstStyle/>
          <a:p>
            <a:pPr marL="0" lvl="1"/>
            <a:r>
              <a:rPr lang="fr-FR" sz="28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Interrogatoire :</a:t>
            </a:r>
          </a:p>
        </p:txBody>
      </p:sp>
      <p:sp>
        <p:nvSpPr>
          <p:cNvPr id="5" name="Espace réservé du contenu 2"/>
          <p:cNvSpPr txBox="1">
            <a:spLocks/>
          </p:cNvSpPr>
          <p:nvPr/>
        </p:nvSpPr>
        <p:spPr>
          <a:xfrm>
            <a:off x="500034" y="2000240"/>
            <a:ext cx="8229600" cy="4279602"/>
          </a:xfrm>
          <a:prstGeom prst="rect">
            <a:avLst/>
          </a:prstGeom>
        </p:spPr>
        <p:txBody>
          <a:bodyPr>
            <a:normAutofit lnSpcReduction="10000"/>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fr-FR" sz="2600" b="0" i="0" u="none" strike="noStrike" kern="1200" cap="none" spc="0" normalizeH="0" baseline="0" noProof="0" dirty="0">
                <a:ln>
                  <a:noFill/>
                </a:ln>
                <a:solidFill>
                  <a:schemeClr val="tx1"/>
                </a:solidFill>
                <a:effectLst/>
                <a:uLnTx/>
                <a:uFillTx/>
                <a:latin typeface="+mn-lt"/>
                <a:ea typeface="+mn-ea"/>
                <a:cs typeface="+mn-cs"/>
                <a:sym typeface="Wingdings 3"/>
              </a:rPr>
              <a:t></a:t>
            </a:r>
            <a:r>
              <a:rPr kumimoji="0" lang="fr-FR" sz="2600" b="0" i="0" u="none" strike="noStrike" kern="1200" cap="none" spc="0" normalizeH="0" baseline="0" noProof="0" dirty="0">
                <a:ln>
                  <a:noFill/>
                </a:ln>
                <a:solidFill>
                  <a:schemeClr val="tx1"/>
                </a:solidFill>
                <a:effectLst/>
                <a:uLnTx/>
                <a:uFillTx/>
                <a:latin typeface="+mn-lt"/>
                <a:ea typeface="+mn-ea"/>
                <a:cs typeface="+mn-cs"/>
              </a:rPr>
              <a:t>L’interrogatoire va permettre de recueillir d’éventuelles</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fr-FR" sz="2600" b="0" i="0" u="none" strike="noStrike" kern="1200" cap="none" spc="0" normalizeH="0" baseline="0" noProof="0" dirty="0">
                <a:ln>
                  <a:noFill/>
                </a:ln>
                <a:solidFill>
                  <a:schemeClr val="tx1"/>
                </a:solidFill>
                <a:effectLst/>
                <a:uLnTx/>
                <a:uFillTx/>
                <a:latin typeface="+mn-lt"/>
                <a:ea typeface="+mn-ea"/>
                <a:cs typeface="+mn-cs"/>
              </a:rPr>
              <a:t>prédispositions familiales aux inclusions ou d’autres facteurs</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fr-FR" sz="2600" b="0" i="0" u="none" strike="noStrike" kern="1200" cap="none" spc="0" normalizeH="0" baseline="0" noProof="0" dirty="0">
                <a:ln>
                  <a:noFill/>
                </a:ln>
                <a:solidFill>
                  <a:schemeClr val="tx1"/>
                </a:solidFill>
                <a:effectLst/>
                <a:uLnTx/>
                <a:uFillTx/>
                <a:latin typeface="+mn-lt"/>
                <a:ea typeface="+mn-ea"/>
                <a:cs typeface="+mn-cs"/>
              </a:rPr>
              <a:t>héréditaires tels que les agénésies.</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endParaRPr kumimoji="0" lang="fr-FR" sz="2600" b="0" i="0" u="none" strike="noStrike" kern="1200" cap="none" spc="0" normalizeH="0" baseline="0" noProof="0" dirty="0">
              <a:ln>
                <a:noFill/>
              </a:ln>
              <a:solidFill>
                <a:schemeClr val="tx1"/>
              </a:solidFill>
              <a:effectLst/>
              <a:uLnTx/>
              <a:uFillTx/>
              <a:latin typeface="+mn-lt"/>
              <a:ea typeface="+mn-ea"/>
              <a:cs typeface="+mn-cs"/>
            </a:endParaRPr>
          </a:p>
          <a:p>
            <a:pPr marL="274320" indent="-274320">
              <a:spcBef>
                <a:spcPct val="20000"/>
              </a:spcBef>
              <a:buClr>
                <a:schemeClr val="accent3"/>
              </a:buClr>
              <a:buSzPct val="95000"/>
              <a:defRPr/>
            </a:pPr>
            <a:r>
              <a:rPr lang="fr-FR" sz="2600" dirty="0">
                <a:sym typeface="Wingdings 3"/>
              </a:rPr>
              <a:t></a:t>
            </a:r>
            <a:r>
              <a:rPr lang="fr-FR" sz="2600" dirty="0"/>
              <a:t>des antécédents traumatiques dans cette région.</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endParaRPr kumimoji="0" lang="fr-FR" sz="2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fr-FR" sz="2600" b="0" i="0" u="none" strike="noStrike" kern="1200" cap="none" spc="0" normalizeH="0" baseline="0" noProof="0" dirty="0">
                <a:ln>
                  <a:noFill/>
                </a:ln>
                <a:solidFill>
                  <a:schemeClr val="tx1"/>
                </a:solidFill>
                <a:effectLst/>
                <a:uLnTx/>
                <a:uFillTx/>
                <a:latin typeface="+mn-lt"/>
                <a:ea typeface="+mn-ea"/>
                <a:cs typeface="+mn-cs"/>
                <a:sym typeface="Wingdings 3"/>
              </a:rPr>
              <a:t></a:t>
            </a:r>
            <a:r>
              <a:rPr kumimoji="0" lang="fr-FR" sz="2600" b="0" i="0" u="none" strike="noStrike" kern="1200" cap="none" spc="0" normalizeH="0" baseline="0" noProof="0" dirty="0">
                <a:ln>
                  <a:noFill/>
                </a:ln>
                <a:solidFill>
                  <a:schemeClr val="tx1"/>
                </a:solidFill>
                <a:effectLst/>
                <a:uLnTx/>
                <a:uFillTx/>
                <a:latin typeface="+mn-lt"/>
                <a:ea typeface="+mn-ea"/>
                <a:cs typeface="+mn-cs"/>
              </a:rPr>
              <a:t>L’anamnèse médicale doit cerner les antécédents </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fr-FR" sz="2600" b="0" i="0" u="none" strike="noStrike" kern="1200" cap="none" spc="0" normalizeH="0" baseline="0" noProof="0" dirty="0">
                <a:ln>
                  <a:noFill/>
                </a:ln>
                <a:solidFill>
                  <a:schemeClr val="tx1"/>
                </a:solidFill>
                <a:effectLst/>
                <a:uLnTx/>
                <a:uFillTx/>
                <a:latin typeface="+mn-lt"/>
                <a:ea typeface="+mn-ea"/>
                <a:cs typeface="+mn-cs"/>
              </a:rPr>
              <a:t>pathologiques et dentaires ainsi que d’éventuelles contre </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r>
              <a:rPr kumimoji="0" lang="fr-FR" sz="2600" b="0" i="0" u="none" strike="noStrike" kern="1200" cap="none" spc="0" normalizeH="0" baseline="0" noProof="0" dirty="0">
                <a:ln>
                  <a:noFill/>
                </a:ln>
                <a:solidFill>
                  <a:schemeClr val="tx1"/>
                </a:solidFill>
                <a:effectLst/>
                <a:uLnTx/>
                <a:uFillTx/>
                <a:latin typeface="+mn-lt"/>
                <a:ea typeface="+mn-ea"/>
                <a:cs typeface="+mn-cs"/>
              </a:rPr>
              <a:t>indications à un traitement chirurgico-orthodontique.</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endParaRPr kumimoji="0" lang="fr-FR" sz="2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endParaRPr kumimoji="0" lang="fr-FR" sz="26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 calcmode="lin" valueType="num">
                                      <p:cBhvr additive="base">
                                        <p:cTn id="11"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 calcmode="lin" valueType="num">
                                      <p:cBhvr additive="base">
                                        <p:cTn id="15"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 calcmode="lin" valueType="num">
                                      <p:cBhvr additive="base">
                                        <p:cTn id="19"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anim calcmode="lin" valueType="num">
                                      <p:cBhvr additive="base">
                                        <p:cTn id="25"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6" end="6"/>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5">
                                            <p:txEl>
                                              <p:pRg st="7" end="7"/>
                                            </p:txEl>
                                          </p:spTgt>
                                        </p:tgtEl>
                                        <p:attrNameLst>
                                          <p:attrName>style.visibility</p:attrName>
                                        </p:attrNameLst>
                                      </p:cBhvr>
                                      <p:to>
                                        <p:strVal val="visible"/>
                                      </p:to>
                                    </p:set>
                                    <p:anim calcmode="lin" valueType="num">
                                      <p:cBhvr additive="base">
                                        <p:cTn id="29"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
                                            <p:txEl>
                                              <p:pRg st="7" end="7"/>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5">
                                            <p:txEl>
                                              <p:pRg st="8" end="8"/>
                                            </p:txEl>
                                          </p:spTgt>
                                        </p:tgtEl>
                                        <p:attrNameLst>
                                          <p:attrName>style.visibility</p:attrName>
                                        </p:attrNameLst>
                                      </p:cBhvr>
                                      <p:to>
                                        <p:strVal val="visible"/>
                                      </p:to>
                                    </p:set>
                                    <p:anim calcmode="lin" valueType="num">
                                      <p:cBhvr additive="base">
                                        <p:cTn id="33"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me 1"/>
          <p:cNvGraphicFramePr/>
          <p:nvPr/>
        </p:nvGraphicFramePr>
        <p:xfrm>
          <a:off x="1571604" y="357166"/>
          <a:ext cx="6096000" cy="7461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ZoneTexte 2"/>
          <p:cNvSpPr txBox="1"/>
          <p:nvPr/>
        </p:nvSpPr>
        <p:spPr>
          <a:xfrm>
            <a:off x="357158" y="1285860"/>
            <a:ext cx="4143404" cy="523220"/>
          </a:xfrm>
          <a:prstGeom prst="rect">
            <a:avLst/>
          </a:prstGeom>
          <a:noFill/>
        </p:spPr>
        <p:txBody>
          <a:bodyPr wrap="square" rtlCol="0">
            <a:spAutoFit/>
            <a:scene3d>
              <a:camera prst="orthographicFront"/>
              <a:lightRig rig="glow" dir="tl">
                <a:rot lat="0" lon="0" rev="5400000"/>
              </a:lightRig>
            </a:scene3d>
            <a:sp3d contourW="12700">
              <a:bevelT w="25400" h="25400"/>
              <a:contourClr>
                <a:schemeClr val="accent6">
                  <a:shade val="73000"/>
                </a:schemeClr>
              </a:contourClr>
            </a:sp3d>
          </a:bodyPr>
          <a:lstStyle/>
          <a:p>
            <a:pPr marL="0" lvl="1"/>
            <a:r>
              <a:rPr lang="fr-FR" sz="28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Examen clinique :</a:t>
            </a:r>
          </a:p>
        </p:txBody>
      </p:sp>
      <p:sp>
        <p:nvSpPr>
          <p:cNvPr id="4" name="ZoneTexte 3"/>
          <p:cNvSpPr txBox="1"/>
          <p:nvPr/>
        </p:nvSpPr>
        <p:spPr>
          <a:xfrm>
            <a:off x="285720" y="1785926"/>
            <a:ext cx="8643998" cy="400110"/>
          </a:xfrm>
          <a:prstGeom prst="rect">
            <a:avLst/>
          </a:prstGeom>
          <a:noFill/>
        </p:spPr>
        <p:txBody>
          <a:bodyPr wrap="square" rtlCol="0">
            <a:spAutoFit/>
          </a:bodyPr>
          <a:lstStyle/>
          <a:p>
            <a:r>
              <a:rPr lang="fr-FR" sz="2000" dirty="0"/>
              <a:t>L’examen clinique permet un dépistage de l’anomalie.</a:t>
            </a:r>
          </a:p>
        </p:txBody>
      </p:sp>
      <p:sp>
        <p:nvSpPr>
          <p:cNvPr id="6" name="Rectangle 5"/>
          <p:cNvSpPr/>
          <p:nvPr/>
        </p:nvSpPr>
        <p:spPr>
          <a:xfrm>
            <a:off x="285720" y="2857496"/>
            <a:ext cx="8143932" cy="1384995"/>
          </a:xfrm>
          <a:prstGeom prst="rect">
            <a:avLst/>
          </a:prstGeom>
        </p:spPr>
        <p:txBody>
          <a:bodyPr wrap="square">
            <a:spAutoFit/>
          </a:bodyPr>
          <a:lstStyle/>
          <a:p>
            <a:r>
              <a:rPr lang="fr-FR" sz="2400" b="1" dirty="0"/>
              <a:t>Examen exobuccal</a:t>
            </a:r>
          </a:p>
          <a:p>
            <a:endParaRPr lang="fr-FR" sz="2000" b="1" dirty="0"/>
          </a:p>
          <a:p>
            <a:r>
              <a:rPr lang="fr-FR" sz="2000" dirty="0"/>
              <a:t>   Les signes </a:t>
            </a:r>
            <a:r>
              <a:rPr lang="fr-FR" sz="2000" dirty="0" err="1"/>
              <a:t>exobuccaux</a:t>
            </a:r>
            <a:r>
              <a:rPr lang="fr-FR" sz="2000" dirty="0"/>
              <a:t> de l’inclusion sont rares et relativement</a:t>
            </a:r>
          </a:p>
          <a:p>
            <a:r>
              <a:rPr lang="fr-FR" sz="2000" dirty="0"/>
              <a:t>discrets.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me 1"/>
          <p:cNvGraphicFramePr/>
          <p:nvPr/>
        </p:nvGraphicFramePr>
        <p:xfrm>
          <a:off x="1571604" y="357166"/>
          <a:ext cx="6096000" cy="7461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ZoneTexte 2"/>
          <p:cNvSpPr txBox="1"/>
          <p:nvPr/>
        </p:nvSpPr>
        <p:spPr>
          <a:xfrm>
            <a:off x="357158" y="1285860"/>
            <a:ext cx="4143404" cy="523220"/>
          </a:xfrm>
          <a:prstGeom prst="rect">
            <a:avLst/>
          </a:prstGeom>
          <a:noFill/>
        </p:spPr>
        <p:txBody>
          <a:bodyPr wrap="square" rtlCol="0">
            <a:spAutoFit/>
            <a:scene3d>
              <a:camera prst="orthographicFront"/>
              <a:lightRig rig="glow" dir="tl">
                <a:rot lat="0" lon="0" rev="5400000"/>
              </a:lightRig>
            </a:scene3d>
            <a:sp3d contourW="12700">
              <a:bevelT w="25400" h="25400"/>
              <a:contourClr>
                <a:schemeClr val="accent6">
                  <a:shade val="73000"/>
                </a:schemeClr>
              </a:contourClr>
            </a:sp3d>
          </a:bodyPr>
          <a:lstStyle/>
          <a:p>
            <a:pPr marL="0" lvl="1"/>
            <a:r>
              <a:rPr lang="fr-FR" sz="28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Examen clinique :</a:t>
            </a:r>
          </a:p>
        </p:txBody>
      </p:sp>
      <p:sp>
        <p:nvSpPr>
          <p:cNvPr id="7" name="Rectangle 6"/>
          <p:cNvSpPr/>
          <p:nvPr/>
        </p:nvSpPr>
        <p:spPr>
          <a:xfrm>
            <a:off x="428596" y="1928802"/>
            <a:ext cx="8001056" cy="1569660"/>
          </a:xfrm>
          <a:prstGeom prst="rect">
            <a:avLst/>
          </a:prstGeom>
        </p:spPr>
        <p:txBody>
          <a:bodyPr wrap="square">
            <a:spAutoFit/>
          </a:bodyPr>
          <a:lstStyle/>
          <a:p>
            <a:r>
              <a:rPr lang="fr-FR" sz="2400" b="1" dirty="0"/>
              <a:t>Examen </a:t>
            </a:r>
            <a:r>
              <a:rPr lang="fr-FR" sz="2400" b="1" dirty="0" err="1"/>
              <a:t>endobuccal</a:t>
            </a:r>
            <a:endParaRPr lang="fr-FR" sz="2400" b="1" dirty="0"/>
          </a:p>
          <a:p>
            <a:r>
              <a:rPr lang="fr-FR" sz="2400" dirty="0"/>
              <a:t>La symptomatologie peut parfois être discrète et nécessite un examen rigoureux et une grande attention aux signes prémonitoires des inclusions.</a:t>
            </a:r>
          </a:p>
        </p:txBody>
      </p:sp>
      <p:sp>
        <p:nvSpPr>
          <p:cNvPr id="8" name="ZoneTexte 7"/>
          <p:cNvSpPr txBox="1"/>
          <p:nvPr/>
        </p:nvSpPr>
        <p:spPr>
          <a:xfrm>
            <a:off x="428596" y="3596722"/>
            <a:ext cx="8501122" cy="1569660"/>
          </a:xfrm>
          <a:prstGeom prst="rect">
            <a:avLst/>
          </a:prstGeom>
          <a:noFill/>
        </p:spPr>
        <p:txBody>
          <a:bodyPr wrap="square" rtlCol="0">
            <a:spAutoFit/>
          </a:bodyPr>
          <a:lstStyle/>
          <a:p>
            <a:r>
              <a:rPr lang="fr-FR" sz="2400" i="1" u="sng" dirty="0"/>
              <a:t> </a:t>
            </a:r>
            <a:endParaRPr lang="fr-FR" sz="2400" dirty="0"/>
          </a:p>
          <a:p>
            <a:r>
              <a:rPr lang="fr-FR" sz="2400" dirty="0"/>
              <a:t> l’anomalie est souvent détectée précocement par des parents inquiets de ne pas voir « sortir la dent »</a:t>
            </a:r>
          </a:p>
          <a:p>
            <a:endParaRPr lang="fr-FR"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285720" y="2285992"/>
            <a:ext cx="8643998" cy="1938992"/>
          </a:xfrm>
          <a:prstGeom prst="rect">
            <a:avLst/>
          </a:prstGeom>
          <a:noFill/>
        </p:spPr>
        <p:txBody>
          <a:bodyPr wrap="square" rtlCol="0">
            <a:spAutoFit/>
          </a:bodyPr>
          <a:lstStyle/>
          <a:p>
            <a:r>
              <a:rPr lang="fr-FR" sz="2400" i="1" u="sng" dirty="0"/>
              <a:t>Rétention des canines :</a:t>
            </a:r>
            <a:endParaRPr lang="fr-FR" sz="2400" dirty="0"/>
          </a:p>
          <a:p>
            <a:r>
              <a:rPr lang="fr-FR" sz="2400" dirty="0"/>
              <a:t>Contrairement au bloc incisif, la rétention canine se découvre souvent tardivement et fortuitement.</a:t>
            </a:r>
          </a:p>
          <a:p>
            <a:pPr lvl="0"/>
            <a:endParaRPr lang="fr-FR" sz="2400" dirty="0"/>
          </a:p>
          <a:p>
            <a:endParaRPr lang="fr-FR"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357158" y="571480"/>
            <a:ext cx="8429684" cy="830997"/>
          </a:xfrm>
          <a:prstGeom prst="rect">
            <a:avLst/>
          </a:prstGeom>
          <a:noFill/>
        </p:spPr>
        <p:txBody>
          <a:bodyPr wrap="square" rtlCol="0">
            <a:spAutoFit/>
          </a:bodyPr>
          <a:lstStyle/>
          <a:p>
            <a:pPr lvl="0"/>
            <a:r>
              <a:rPr lang="fr-FR" sz="2400" dirty="0"/>
              <a:t>Au niveau de la région alvéolaire :</a:t>
            </a:r>
          </a:p>
          <a:p>
            <a:endParaRPr lang="fr-FR" sz="2400" dirty="0"/>
          </a:p>
        </p:txBody>
      </p:sp>
      <p:sp>
        <p:nvSpPr>
          <p:cNvPr id="5" name="ZoneTexte 4"/>
          <p:cNvSpPr txBox="1"/>
          <p:nvPr/>
        </p:nvSpPr>
        <p:spPr>
          <a:xfrm>
            <a:off x="285720" y="1571612"/>
            <a:ext cx="8501122" cy="830997"/>
          </a:xfrm>
          <a:prstGeom prst="rect">
            <a:avLst/>
          </a:prstGeom>
          <a:noFill/>
        </p:spPr>
        <p:txBody>
          <a:bodyPr wrap="square" rtlCol="0">
            <a:spAutoFit/>
          </a:bodyPr>
          <a:lstStyle/>
          <a:p>
            <a:pPr lvl="0"/>
            <a:r>
              <a:rPr lang="fr-FR" sz="2400" dirty="0"/>
              <a:t>Possibilité chez l’adulte d’algies liées à la lyse des dents voisines avec atteinte pulpaire ou d’accidents infectieux type péricoronarite</a:t>
            </a:r>
            <a:r>
              <a:rPr lang="fr-FR" sz="2000" dirty="0"/>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p:cNvSpPr txBox="1"/>
          <p:nvPr/>
        </p:nvSpPr>
        <p:spPr>
          <a:xfrm>
            <a:off x="500034" y="500042"/>
            <a:ext cx="8001056" cy="1477328"/>
          </a:xfrm>
          <a:prstGeom prst="rect">
            <a:avLst/>
          </a:prstGeom>
          <a:noFill/>
        </p:spPr>
        <p:txBody>
          <a:bodyPr wrap="square" rtlCol="0">
            <a:spAutoFit/>
          </a:bodyPr>
          <a:lstStyle/>
          <a:p>
            <a:r>
              <a:rPr lang="fr-FR" sz="2400" i="1" u="sng" dirty="0"/>
              <a:t>Rétention de molaires :</a:t>
            </a:r>
            <a:endParaRPr lang="fr-FR" sz="2400" dirty="0"/>
          </a:p>
          <a:p>
            <a:endParaRPr lang="fr-FR" sz="2400" dirty="0"/>
          </a:p>
          <a:p>
            <a:r>
              <a:rPr lang="fr-FR" sz="2400" dirty="0"/>
              <a:t>Les rétentions résultent très souvent d’obstacles mécaniques .</a:t>
            </a:r>
          </a:p>
          <a:p>
            <a:endParaRPr lang="fr-FR" dirty="0"/>
          </a:p>
        </p:txBody>
      </p:sp>
      <p:pic>
        <p:nvPicPr>
          <p:cNvPr id="4" name="Picture 2" descr="C:\Documents and Settings\Administrateur\Hakima\Mes images\p 18 029.jpg"/>
          <p:cNvPicPr>
            <a:picLocks noChangeAspect="1" noChangeArrowheads="1"/>
          </p:cNvPicPr>
          <p:nvPr/>
        </p:nvPicPr>
        <p:blipFill>
          <a:blip r:embed="rId2"/>
          <a:srcRect l="21492" t="47841" r="46635" b="38481"/>
          <a:stretch>
            <a:fillRect/>
          </a:stretch>
        </p:blipFill>
        <p:spPr bwMode="auto">
          <a:xfrm>
            <a:off x="285720" y="2428868"/>
            <a:ext cx="2571768" cy="2000264"/>
          </a:xfrm>
          <a:prstGeom prst="rect">
            <a:avLst/>
          </a:prstGeom>
          <a:noFill/>
        </p:spPr>
      </p:pic>
      <p:pic>
        <p:nvPicPr>
          <p:cNvPr id="5" name="Picture 3" descr="C:\Documents and Settings\Administrateur\Hakima\Mes images\p 18 028.jpg"/>
          <p:cNvPicPr>
            <a:picLocks noChangeAspect="1" noChangeArrowheads="1"/>
          </p:cNvPicPr>
          <p:nvPr/>
        </p:nvPicPr>
        <p:blipFill>
          <a:blip r:embed="rId3"/>
          <a:srcRect l="39865" t="73858" r="32494" b="3431"/>
          <a:stretch>
            <a:fillRect/>
          </a:stretch>
        </p:blipFill>
        <p:spPr bwMode="auto">
          <a:xfrm>
            <a:off x="2928926" y="2428868"/>
            <a:ext cx="3286148" cy="2071702"/>
          </a:xfrm>
          <a:prstGeom prst="rect">
            <a:avLst/>
          </a:prstGeom>
          <a:noFill/>
        </p:spPr>
      </p:pic>
      <p:pic>
        <p:nvPicPr>
          <p:cNvPr id="6" name="Picture 3" descr="C:\Documents and Settings\Administrateur\Hakima\Mes images\p 18 021.jpg"/>
          <p:cNvPicPr>
            <a:picLocks noChangeAspect="1" noChangeArrowheads="1"/>
          </p:cNvPicPr>
          <p:nvPr/>
        </p:nvPicPr>
        <p:blipFill>
          <a:blip r:embed="rId4" cstate="print"/>
          <a:srcRect l="44444" t="61764" r="16667" b="8824"/>
          <a:stretch>
            <a:fillRect/>
          </a:stretch>
        </p:blipFill>
        <p:spPr bwMode="auto">
          <a:xfrm rot="10800000">
            <a:off x="6357950" y="2428868"/>
            <a:ext cx="2357486" cy="2000264"/>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me 1"/>
          <p:cNvGraphicFramePr/>
          <p:nvPr/>
        </p:nvGraphicFramePr>
        <p:xfrm>
          <a:off x="1571604" y="357166"/>
          <a:ext cx="6096000" cy="7461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ZoneTexte 2"/>
          <p:cNvSpPr txBox="1"/>
          <p:nvPr/>
        </p:nvSpPr>
        <p:spPr>
          <a:xfrm>
            <a:off x="357158" y="1285860"/>
            <a:ext cx="4643470" cy="523220"/>
          </a:xfrm>
          <a:prstGeom prst="rect">
            <a:avLst/>
          </a:prstGeom>
          <a:noFill/>
        </p:spPr>
        <p:txBody>
          <a:bodyPr wrap="square" rtlCol="0">
            <a:spAutoFit/>
            <a:scene3d>
              <a:camera prst="orthographicFront"/>
              <a:lightRig rig="glow" dir="tl">
                <a:rot lat="0" lon="0" rev="5400000"/>
              </a:lightRig>
            </a:scene3d>
            <a:sp3d contourW="12700">
              <a:bevelT w="25400" h="25400"/>
              <a:contourClr>
                <a:schemeClr val="accent6">
                  <a:shade val="73000"/>
                </a:schemeClr>
              </a:contourClr>
            </a:sp3d>
          </a:bodyPr>
          <a:lstStyle/>
          <a:p>
            <a:pPr marL="0" lvl="1"/>
            <a:r>
              <a:rPr lang="fr-FR" sz="2800" b="1" dirty="0">
                <a:ln w="11430"/>
                <a:gradFill>
                  <a:gsLst>
                    <a:gs pos="0">
                      <a:schemeClr val="accent6">
                        <a:tint val="90000"/>
                        <a:satMod val="120000"/>
                      </a:schemeClr>
                    </a:gs>
                    <a:gs pos="25000">
                      <a:schemeClr val="accent6">
                        <a:tint val="93000"/>
                        <a:satMod val="120000"/>
                      </a:schemeClr>
                    </a:gs>
                    <a:gs pos="50000">
                      <a:schemeClr val="accent6">
                        <a:shade val="89000"/>
                        <a:satMod val="110000"/>
                      </a:schemeClr>
                    </a:gs>
                    <a:gs pos="75000">
                      <a:schemeClr val="accent6">
                        <a:tint val="93000"/>
                        <a:satMod val="120000"/>
                      </a:schemeClr>
                    </a:gs>
                    <a:gs pos="100000">
                      <a:schemeClr val="accent6">
                        <a:tint val="90000"/>
                        <a:satMod val="120000"/>
                      </a:schemeClr>
                    </a:gs>
                  </a:gsLst>
                  <a:lin ang="5400000"/>
                </a:gradFill>
                <a:effectLst>
                  <a:outerShdw blurRad="80000" dist="40000" dir="5040000" algn="tl">
                    <a:srgbClr val="000000">
                      <a:alpha val="30000"/>
                    </a:srgbClr>
                  </a:outerShdw>
                </a:effectLst>
              </a:rPr>
              <a:t>Examens radiologiques:</a:t>
            </a:r>
          </a:p>
        </p:txBody>
      </p:sp>
      <p:sp>
        <p:nvSpPr>
          <p:cNvPr id="5" name="ZoneTexte 4"/>
          <p:cNvSpPr txBox="1"/>
          <p:nvPr/>
        </p:nvSpPr>
        <p:spPr>
          <a:xfrm>
            <a:off x="357158" y="3429000"/>
            <a:ext cx="8429684" cy="1200329"/>
          </a:xfrm>
          <a:prstGeom prst="rect">
            <a:avLst/>
          </a:prstGeom>
          <a:noFill/>
        </p:spPr>
        <p:txBody>
          <a:bodyPr wrap="square" rtlCol="0">
            <a:spAutoFit/>
          </a:bodyPr>
          <a:lstStyle/>
          <a:p>
            <a:pPr lvl="0"/>
            <a:r>
              <a:rPr lang="fr-FR" sz="2400" i="1" u="sng" dirty="0">
                <a:solidFill>
                  <a:srgbClr val="0070C0"/>
                </a:solidFill>
              </a:rPr>
              <a:t>L’examen panoramique :</a:t>
            </a:r>
            <a:endParaRPr lang="fr-FR" sz="2400" dirty="0">
              <a:solidFill>
                <a:srgbClr val="0070C0"/>
              </a:solidFill>
            </a:endParaRPr>
          </a:p>
          <a:p>
            <a:r>
              <a:rPr lang="fr-FR" sz="2400" dirty="0"/>
              <a:t>Cette radio présente l’avantage d’assurer un examen général des dents, des mâchoires et des structures osseuses environnantes.</a:t>
            </a:r>
          </a:p>
        </p:txBody>
      </p:sp>
      <p:pic>
        <p:nvPicPr>
          <p:cNvPr id="46082" name="Picture 2"/>
          <p:cNvPicPr>
            <a:picLocks noChangeAspect="1" noChangeArrowheads="1"/>
          </p:cNvPicPr>
          <p:nvPr/>
        </p:nvPicPr>
        <p:blipFill>
          <a:blip r:embed="rId7"/>
          <a:srcRect/>
          <a:stretch>
            <a:fillRect/>
          </a:stretch>
        </p:blipFill>
        <p:spPr bwMode="auto">
          <a:xfrm>
            <a:off x="3214678" y="4857760"/>
            <a:ext cx="3829050" cy="1643050"/>
          </a:xfrm>
          <a:prstGeom prst="rect">
            <a:avLst/>
          </a:prstGeom>
          <a:noFill/>
          <a:ln w="9525">
            <a:noFill/>
            <a:miter lim="800000"/>
            <a:headEnd/>
            <a:tailEnd/>
          </a:ln>
          <a:effectLst/>
        </p:spPr>
      </p:pic>
      <p:sp>
        <p:nvSpPr>
          <p:cNvPr id="7" name="Rectangle 6"/>
          <p:cNvSpPr/>
          <p:nvPr/>
        </p:nvSpPr>
        <p:spPr>
          <a:xfrm>
            <a:off x="285720" y="1857364"/>
            <a:ext cx="8429684" cy="1323439"/>
          </a:xfrm>
          <a:prstGeom prst="rect">
            <a:avLst/>
          </a:prstGeom>
        </p:spPr>
        <p:txBody>
          <a:bodyPr wrap="square">
            <a:spAutoFit/>
          </a:bodyPr>
          <a:lstStyle/>
          <a:p>
            <a:r>
              <a:rPr lang="fr-FR" sz="2000" dirty="0"/>
              <a:t>Actuellement, les moyens d'investigation mis à notre disposition peuvent répondre à toutes nos interrogations dans le cadre des dents incluses.  </a:t>
            </a:r>
            <a:r>
              <a:rPr lang="fr-FR" sz="2000"/>
              <a:t>Les </a:t>
            </a:r>
            <a:r>
              <a:rPr lang="fr-FR" sz="2000" dirty="0"/>
              <a:t>clichés classiques répondent dans la grande majorité des situations à notre attente.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357158" y="1428736"/>
            <a:ext cx="8501090" cy="1938992"/>
          </a:xfrm>
          <a:prstGeom prst="rect">
            <a:avLst/>
          </a:prstGeom>
          <a:noFill/>
        </p:spPr>
        <p:txBody>
          <a:bodyPr wrap="square" rtlCol="0">
            <a:spAutoFit/>
          </a:bodyPr>
          <a:lstStyle/>
          <a:p>
            <a:r>
              <a:rPr lang="fr-FR" sz="2400" u="sng" dirty="0"/>
              <a:t>nous obtenons des indications </a:t>
            </a:r>
          </a:p>
          <a:p>
            <a:r>
              <a:rPr lang="fr-FR" sz="2400" dirty="0"/>
              <a:t>- sur la position de la dent: profondeur de l'inclusion (basse ou haute),</a:t>
            </a:r>
          </a:p>
          <a:p>
            <a:r>
              <a:rPr lang="fr-FR" sz="2400" dirty="0"/>
              <a:t>- sur l'orientation générale de la dent </a:t>
            </a:r>
          </a:p>
          <a:p>
            <a:r>
              <a:rPr lang="fr-FR" sz="2400" dirty="0"/>
              <a:t>- sur ses rapports avec les dents voisines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428596" y="571480"/>
            <a:ext cx="8715404" cy="784830"/>
          </a:xfrm>
          <a:prstGeom prst="rect">
            <a:avLst/>
          </a:prstGeom>
          <a:noFill/>
        </p:spPr>
        <p:txBody>
          <a:bodyPr wrap="square" rtlCol="0">
            <a:spAutoFit/>
          </a:bodyPr>
          <a:lstStyle/>
          <a:p>
            <a:pPr lvl="0"/>
            <a:r>
              <a:rPr lang="fr-FR" sz="2400" u="sng" dirty="0">
                <a:solidFill>
                  <a:srgbClr val="0070C0"/>
                </a:solidFill>
              </a:rPr>
              <a:t>La téléradiographie de profil </a:t>
            </a:r>
            <a:r>
              <a:rPr lang="fr-FR" sz="2400" dirty="0">
                <a:solidFill>
                  <a:srgbClr val="0070C0"/>
                </a:solidFill>
              </a:rPr>
              <a:t>:</a:t>
            </a:r>
          </a:p>
          <a:p>
            <a:endParaRPr lang="fr-FR" sz="2100" dirty="0"/>
          </a:p>
        </p:txBody>
      </p:sp>
      <p:pic>
        <p:nvPicPr>
          <p:cNvPr id="47106" name="Picture 2"/>
          <p:cNvPicPr>
            <a:picLocks noChangeAspect="1" noChangeArrowheads="1"/>
          </p:cNvPicPr>
          <p:nvPr/>
        </p:nvPicPr>
        <p:blipFill>
          <a:blip r:embed="rId2"/>
          <a:srcRect/>
          <a:stretch>
            <a:fillRect/>
          </a:stretch>
        </p:blipFill>
        <p:spPr bwMode="auto">
          <a:xfrm>
            <a:off x="3143240" y="1643050"/>
            <a:ext cx="2942465" cy="3200407"/>
          </a:xfrm>
          <a:prstGeom prst="rect">
            <a:avLst/>
          </a:prstGeom>
          <a:noFill/>
          <a:ln w="9525">
            <a:noFill/>
            <a:miter lim="800000"/>
            <a:headEnd/>
            <a:tailEnd/>
          </a:ln>
          <a:effectLst/>
        </p:spPr>
      </p:pic>
      <p:sp>
        <p:nvSpPr>
          <p:cNvPr id="5" name="Espace réservé du contenu 2"/>
          <p:cNvSpPr txBox="1">
            <a:spLocks/>
          </p:cNvSpPr>
          <p:nvPr/>
        </p:nvSpPr>
        <p:spPr>
          <a:xfrm>
            <a:off x="214282" y="1142984"/>
            <a:ext cx="8229600" cy="2286016"/>
          </a:xfrm>
          <a:prstGeom prst="rect">
            <a:avLst/>
          </a:prstGeom>
        </p:spPr>
        <p:txBody>
          <a:bodyPr>
            <a:normAutofit/>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tabLst/>
              <a:defRPr/>
            </a:pPr>
            <a:endParaRPr kumimoji="0" lang="fr-FR" sz="2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tabLst/>
              <a:defRPr/>
            </a:pPr>
            <a:endParaRPr kumimoji="0" lang="fr-FR" sz="2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endParaRPr kumimoji="0" lang="fr-FR" sz="2600" b="0" i="0" u="none" strike="noStrike" kern="1200" cap="none" spc="0" normalizeH="0" baseline="0" noProof="0" dirty="0">
              <a:ln>
                <a:noFill/>
              </a:ln>
              <a:solidFill>
                <a:schemeClr val="tx1"/>
              </a:solidFill>
              <a:effectLst/>
              <a:uLnTx/>
              <a:uFillTx/>
              <a:latin typeface="+mn-lt"/>
              <a:ea typeface="+mn-ea"/>
              <a:cs typeface="+mn-cs"/>
            </a:endParaRPr>
          </a:p>
        </p:txBody>
      </p:sp>
      <p:sp>
        <p:nvSpPr>
          <p:cNvPr id="6" name="Espace réservé du contenu 2"/>
          <p:cNvSpPr txBox="1">
            <a:spLocks/>
          </p:cNvSpPr>
          <p:nvPr/>
        </p:nvSpPr>
        <p:spPr>
          <a:xfrm>
            <a:off x="0" y="3857628"/>
            <a:ext cx="5786478" cy="2000264"/>
          </a:xfrm>
          <a:prstGeom prst="rect">
            <a:avLst/>
          </a:prstGeom>
        </p:spPr>
        <p:txBody>
          <a:bodyPr>
            <a:normAutofit/>
          </a:bodyPr>
          <a:lstStyle/>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endParaRPr kumimoji="0" lang="fr-FR" sz="24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txBox="1">
            <a:spLocks/>
          </p:cNvSpPr>
          <p:nvPr/>
        </p:nvSpPr>
        <p:spPr bwMode="auto">
          <a:xfrm>
            <a:off x="500034" y="-71454"/>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fr-FR" sz="7200" kern="0" noProof="0" dirty="0">
                <a:solidFill>
                  <a:srgbClr val="C00000"/>
                </a:solidFill>
                <a:effectLst>
                  <a:outerShdw blurRad="38100" dist="38100" dir="2700000" algn="tl">
                    <a:srgbClr val="000000">
                      <a:alpha val="43137"/>
                    </a:srgbClr>
                  </a:outerShdw>
                </a:effectLst>
                <a:latin typeface="AstersHand" pitchFamily="2" charset="0"/>
                <a:ea typeface="+mj-ea"/>
                <a:cs typeface="+mj-cs"/>
              </a:rPr>
              <a:t>5</a:t>
            </a:r>
            <a:r>
              <a:rPr kumimoji="0" lang="fr-FR" sz="7200" i="0" u="none" strike="noStrike" kern="0" cap="none" spc="0" normalizeH="0" baseline="0" noProof="0" dirty="0">
                <a:ln>
                  <a:noFill/>
                </a:ln>
                <a:solidFill>
                  <a:srgbClr val="C00000"/>
                </a:solidFill>
                <a:effectLst>
                  <a:outerShdw blurRad="38100" dist="38100" dir="2700000" algn="tl">
                    <a:srgbClr val="000000">
                      <a:alpha val="43137"/>
                    </a:srgbClr>
                  </a:outerShdw>
                </a:effectLst>
                <a:uLnTx/>
                <a:uFillTx/>
                <a:latin typeface="AstersHand" pitchFamily="2" charset="0"/>
                <a:ea typeface="+mj-ea"/>
                <a:cs typeface="+mj-cs"/>
              </a:rPr>
              <a:t>-Diagnostic+</a:t>
            </a:r>
          </a:p>
        </p:txBody>
      </p:sp>
      <p:sp>
        <p:nvSpPr>
          <p:cNvPr id="7" name="Rectangle 6"/>
          <p:cNvSpPr/>
          <p:nvPr/>
        </p:nvSpPr>
        <p:spPr>
          <a:xfrm>
            <a:off x="214282" y="1142984"/>
            <a:ext cx="4500594" cy="461665"/>
          </a:xfrm>
          <a:prstGeom prst="rect">
            <a:avLst/>
          </a:prstGeom>
        </p:spPr>
        <p:txBody>
          <a:bodyPr wrap="square">
            <a:spAutoFit/>
          </a:bodyPr>
          <a:lstStyle/>
          <a:p>
            <a:pPr lvl="0" algn="justLow" fontAlgn="base">
              <a:spcBef>
                <a:spcPct val="0"/>
              </a:spcBef>
              <a:spcAft>
                <a:spcPct val="0"/>
              </a:spcAft>
            </a:pPr>
            <a:r>
              <a:rPr lang="fr-FR" sz="2400" b="1" dirty="0">
                <a:solidFill>
                  <a:srgbClr val="9900FF"/>
                </a:solidFill>
                <a:effectLst>
                  <a:outerShdw blurRad="38100" dist="38100" dir="2700000" algn="tl">
                    <a:srgbClr val="000000">
                      <a:alpha val="43137"/>
                    </a:srgbClr>
                  </a:outerShdw>
                </a:effectLst>
                <a:latin typeface="Calligrapher" pitchFamily="2" charset="0"/>
                <a:ea typeface="Times New Roman" pitchFamily="18" charset="0"/>
                <a:cs typeface="Times New Roman" pitchFamily="18" charset="0"/>
              </a:rPr>
              <a:t>5.3- L’examen radiologique</a:t>
            </a:r>
            <a:r>
              <a:rPr lang="fr-FR" sz="2400" dirty="0">
                <a:solidFill>
                  <a:srgbClr val="9900FF"/>
                </a:solidFill>
                <a:effectLst>
                  <a:outerShdw blurRad="38100" dist="38100" dir="2700000" algn="tl">
                    <a:srgbClr val="000000">
                      <a:alpha val="43137"/>
                    </a:srgbClr>
                  </a:outerShdw>
                </a:effectLst>
                <a:latin typeface="Calligrapher" pitchFamily="2" charset="0"/>
                <a:cs typeface="Arial" pitchFamily="34" charset="0"/>
              </a:rPr>
              <a:t> :</a:t>
            </a:r>
            <a:endParaRPr lang="fr-FR" sz="2400" b="1" dirty="0">
              <a:solidFill>
                <a:srgbClr val="9900FF"/>
              </a:solidFill>
              <a:effectLst>
                <a:outerShdw blurRad="38100" dist="38100" dir="2700000" algn="tl">
                  <a:srgbClr val="000000">
                    <a:alpha val="43137"/>
                  </a:srgbClr>
                </a:outerShdw>
              </a:effectLst>
              <a:latin typeface="Calligrapher" pitchFamily="2" charset="0"/>
              <a:ea typeface="Times New Roman" pitchFamily="18" charset="0"/>
              <a:cs typeface="Times New Roman" pitchFamily="18" charset="0"/>
            </a:endParaRPr>
          </a:p>
        </p:txBody>
      </p:sp>
      <p:sp>
        <p:nvSpPr>
          <p:cNvPr id="12" name="Rectangle 11"/>
          <p:cNvSpPr/>
          <p:nvPr/>
        </p:nvSpPr>
        <p:spPr>
          <a:xfrm>
            <a:off x="571472" y="1714488"/>
            <a:ext cx="8501045" cy="400110"/>
          </a:xfrm>
          <a:prstGeom prst="rect">
            <a:avLst/>
          </a:prstGeom>
        </p:spPr>
        <p:txBody>
          <a:bodyPr wrap="none">
            <a:spAutoFit/>
          </a:bodyPr>
          <a:lstStyle/>
          <a:p>
            <a:r>
              <a:rPr lang="fr-FR" sz="2000" b="1" dirty="0">
                <a:solidFill>
                  <a:srgbClr val="0070C0"/>
                </a:solidFill>
                <a:latin typeface="DreamerOne" pitchFamily="2" charset="0"/>
              </a:rPr>
              <a:t>5.3.1– les examens radiographiques à la </a:t>
            </a:r>
            <a:r>
              <a:rPr lang="fr-FR" sz="2000" b="1" dirty="0" err="1">
                <a:solidFill>
                  <a:srgbClr val="0070C0"/>
                </a:solidFill>
                <a:latin typeface="DreamerOne" pitchFamily="2" charset="0"/>
              </a:rPr>
              <a:t>dispoisition</a:t>
            </a:r>
            <a:r>
              <a:rPr lang="fr-FR" sz="2000" b="1" dirty="0">
                <a:solidFill>
                  <a:srgbClr val="0070C0"/>
                </a:solidFill>
                <a:latin typeface="DreamerOne" pitchFamily="2" charset="0"/>
              </a:rPr>
              <a:t> de l’orthodontiste</a:t>
            </a:r>
            <a:endParaRPr lang="fr-FR" sz="2000" dirty="0">
              <a:solidFill>
                <a:srgbClr val="0070C0"/>
              </a:solidFill>
              <a:latin typeface="DreamerOne" pitchFamily="2" charset="0"/>
            </a:endParaRPr>
          </a:p>
        </p:txBody>
      </p:sp>
      <p:sp>
        <p:nvSpPr>
          <p:cNvPr id="2049" name="Rectangle 1"/>
          <p:cNvSpPr>
            <a:spLocks noChangeArrowheads="1"/>
          </p:cNvSpPr>
          <p:nvPr/>
        </p:nvSpPr>
        <p:spPr bwMode="auto">
          <a:xfrm>
            <a:off x="1643042" y="2140857"/>
            <a:ext cx="6072887" cy="46166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3" algn="ctr" defTabSz="914400" rtl="0" eaLnBrk="1" fontAlgn="base" latinLnBrk="0" hangingPunct="1">
              <a:lnSpc>
                <a:spcPct val="100000"/>
              </a:lnSpc>
              <a:spcBef>
                <a:spcPct val="0"/>
              </a:spcBef>
              <a:spcAft>
                <a:spcPct val="0"/>
              </a:spcAft>
              <a:buClr>
                <a:srgbClr val="548DD4"/>
              </a:buClr>
              <a:buSzTx/>
              <a:tabLst/>
            </a:pPr>
            <a:r>
              <a:rPr kumimoji="0" lang="fr-FR" sz="2400" b="1" i="0" u="none" strike="noStrike" cap="none" normalizeH="0" baseline="0" dirty="0">
                <a:ln>
                  <a:noFill/>
                </a:ln>
                <a:solidFill>
                  <a:srgbClr val="008E47"/>
                </a:solidFill>
                <a:effectLst/>
                <a:latin typeface="Dauphin" pitchFamily="34" charset="0"/>
                <a:ea typeface="Times New Roman" pitchFamily="18" charset="0"/>
                <a:cs typeface="Arial" pitchFamily="34" charset="0"/>
              </a:rPr>
              <a:t>Le cliché </a:t>
            </a:r>
            <a:r>
              <a:rPr kumimoji="0" lang="fr-FR" sz="2400" b="1" i="0" u="none" strike="noStrike" cap="none" normalizeH="0" baseline="0" dirty="0" err="1">
                <a:ln>
                  <a:noFill/>
                </a:ln>
                <a:solidFill>
                  <a:srgbClr val="008E47"/>
                </a:solidFill>
                <a:effectLst/>
                <a:latin typeface="Dauphin" pitchFamily="34" charset="0"/>
                <a:ea typeface="Times New Roman" pitchFamily="18" charset="0"/>
                <a:cs typeface="Arial" pitchFamily="34" charset="0"/>
              </a:rPr>
              <a:t>rétroalvéolaire</a:t>
            </a:r>
            <a:endParaRPr kumimoji="0" lang="fr-FR" sz="2800" b="0" i="0" u="none" strike="noStrike" cap="none" normalizeH="0" baseline="0" dirty="0">
              <a:ln>
                <a:noFill/>
              </a:ln>
              <a:solidFill>
                <a:schemeClr val="tx1"/>
              </a:solidFill>
              <a:effectLst/>
              <a:latin typeface="Arial" pitchFamily="34" charset="0"/>
              <a:cs typeface="Arial" pitchFamily="34" charset="0"/>
            </a:endParaRPr>
          </a:p>
        </p:txBody>
      </p:sp>
      <p:sp>
        <p:nvSpPr>
          <p:cNvPr id="2051" name="Rectangle 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pitchFamily="34" charset="0"/>
              <a:cs typeface="Arial" pitchFamily="34" charset="0"/>
            </a:endParaRPr>
          </a:p>
        </p:txBody>
      </p:sp>
      <p:sp>
        <p:nvSpPr>
          <p:cNvPr id="14" name="Rectangle 13"/>
          <p:cNvSpPr/>
          <p:nvPr/>
        </p:nvSpPr>
        <p:spPr>
          <a:xfrm>
            <a:off x="357158" y="2858058"/>
            <a:ext cx="7929618" cy="1938992"/>
          </a:xfrm>
          <a:prstGeom prst="rect">
            <a:avLst/>
          </a:prstGeom>
        </p:spPr>
        <p:txBody>
          <a:bodyPr wrap="square">
            <a:spAutoFit/>
          </a:bodyPr>
          <a:lstStyle/>
          <a:p>
            <a:r>
              <a:rPr lang="fr-FR" sz="2400" dirty="0">
                <a:latin typeface="Dauphin" pitchFamily="34" charset="0"/>
              </a:rPr>
              <a:t>Les atouts du cliché </a:t>
            </a:r>
            <a:r>
              <a:rPr lang="fr-FR" sz="2400" dirty="0" err="1">
                <a:latin typeface="Dauphin" pitchFamily="34" charset="0"/>
              </a:rPr>
              <a:t>rétroalvéolaire</a:t>
            </a:r>
            <a:r>
              <a:rPr lang="fr-FR" sz="2400" dirty="0">
                <a:latin typeface="Dauphin" pitchFamily="34" charset="0"/>
              </a:rPr>
              <a:t> sont de préciser :</a:t>
            </a:r>
          </a:p>
          <a:p>
            <a:endParaRPr lang="fr-FR" sz="2400" dirty="0">
              <a:latin typeface="Dauphin" pitchFamily="34" charset="0"/>
            </a:endParaRPr>
          </a:p>
          <a:p>
            <a:pPr marL="274638" lvl="0" indent="-274638" algn="just">
              <a:buFont typeface="Wingdings" pitchFamily="2" charset="2"/>
              <a:buChar char="ü"/>
            </a:pPr>
            <a:r>
              <a:rPr lang="fr-FR" sz="2400" dirty="0">
                <a:latin typeface="Dauphin" pitchFamily="34" charset="0"/>
              </a:rPr>
              <a:t>La forme et l’anatomie de la dent incluse (volume, dysplasie, fermeture apicale, </a:t>
            </a:r>
            <a:r>
              <a:rPr lang="fr-FR" sz="2400" dirty="0" err="1">
                <a:latin typeface="Dauphin" pitchFamily="34" charset="0"/>
              </a:rPr>
              <a:t>coudure</a:t>
            </a:r>
            <a:r>
              <a:rPr lang="fr-FR" sz="2400" dirty="0">
                <a:latin typeface="Dauphin" pitchFamily="34" charset="0"/>
              </a:rPr>
              <a:t> radiculaire)</a:t>
            </a:r>
          </a:p>
          <a:p>
            <a:pPr marL="274638" lvl="0" indent="-274638" algn="just">
              <a:buFont typeface="Wingdings" pitchFamily="2" charset="2"/>
              <a:buChar char="ü"/>
            </a:pPr>
            <a:r>
              <a:rPr lang="fr-FR" sz="2400" dirty="0">
                <a:latin typeface="Dauphin" pitchFamily="34" charset="0"/>
              </a:rPr>
              <a:t>Les rapports de voisinage (résorptions radiculaires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49"/>
                                        </p:tgtEl>
                                        <p:attrNameLst>
                                          <p:attrName>style.visibility</p:attrName>
                                        </p:attrNameLst>
                                      </p:cBhvr>
                                      <p:to>
                                        <p:strVal val="visible"/>
                                      </p:to>
                                    </p:set>
                                    <p:animEffect transition="in" filter="fade">
                                      <p:cBhvr>
                                        <p:cTn id="7" dur="2000"/>
                                        <p:tgtEl>
                                          <p:spTgt spid="204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up)">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9" grpId="0"/>
      <p:bldP spid="1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txBox="1">
            <a:spLocks/>
          </p:cNvSpPr>
          <p:nvPr/>
        </p:nvSpPr>
        <p:spPr bwMode="auto">
          <a:xfrm>
            <a:off x="500034" y="-71454"/>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fr-FR" sz="7200" kern="0" noProof="0" dirty="0">
                <a:solidFill>
                  <a:srgbClr val="C00000"/>
                </a:solidFill>
                <a:effectLst>
                  <a:outerShdw blurRad="38100" dist="38100" dir="2700000" algn="tl">
                    <a:srgbClr val="000000">
                      <a:alpha val="43137"/>
                    </a:srgbClr>
                  </a:outerShdw>
                </a:effectLst>
                <a:latin typeface="AstersHand" pitchFamily="2" charset="0"/>
                <a:ea typeface="+mj-ea"/>
                <a:cs typeface="+mj-cs"/>
              </a:rPr>
              <a:t>5</a:t>
            </a:r>
            <a:r>
              <a:rPr kumimoji="0" lang="fr-FR" sz="7200" i="0" u="none" strike="noStrike" kern="0" cap="none" spc="0" normalizeH="0" baseline="0" noProof="0" dirty="0">
                <a:ln>
                  <a:noFill/>
                </a:ln>
                <a:solidFill>
                  <a:srgbClr val="C00000"/>
                </a:solidFill>
                <a:effectLst>
                  <a:outerShdw blurRad="38100" dist="38100" dir="2700000" algn="tl">
                    <a:srgbClr val="000000">
                      <a:alpha val="43137"/>
                    </a:srgbClr>
                  </a:outerShdw>
                </a:effectLst>
                <a:uLnTx/>
                <a:uFillTx/>
                <a:latin typeface="AstersHand" pitchFamily="2" charset="0"/>
                <a:ea typeface="+mj-ea"/>
                <a:cs typeface="+mj-cs"/>
              </a:rPr>
              <a:t>-Diagnostic+</a:t>
            </a:r>
          </a:p>
        </p:txBody>
      </p:sp>
      <p:sp>
        <p:nvSpPr>
          <p:cNvPr id="7" name="Rectangle 6"/>
          <p:cNvSpPr/>
          <p:nvPr/>
        </p:nvSpPr>
        <p:spPr>
          <a:xfrm>
            <a:off x="214282" y="1142984"/>
            <a:ext cx="4500594" cy="461665"/>
          </a:xfrm>
          <a:prstGeom prst="rect">
            <a:avLst/>
          </a:prstGeom>
        </p:spPr>
        <p:txBody>
          <a:bodyPr wrap="square">
            <a:spAutoFit/>
          </a:bodyPr>
          <a:lstStyle/>
          <a:p>
            <a:pPr lvl="0" algn="justLow" fontAlgn="base">
              <a:spcBef>
                <a:spcPct val="0"/>
              </a:spcBef>
              <a:spcAft>
                <a:spcPct val="0"/>
              </a:spcAft>
            </a:pPr>
            <a:r>
              <a:rPr lang="fr-FR" sz="2400" b="1" dirty="0">
                <a:solidFill>
                  <a:srgbClr val="9900FF"/>
                </a:solidFill>
                <a:effectLst>
                  <a:outerShdw blurRad="38100" dist="38100" dir="2700000" algn="tl">
                    <a:srgbClr val="000000">
                      <a:alpha val="43137"/>
                    </a:srgbClr>
                  </a:outerShdw>
                </a:effectLst>
                <a:latin typeface="Calligrapher" pitchFamily="2" charset="0"/>
                <a:ea typeface="Times New Roman" pitchFamily="18" charset="0"/>
                <a:cs typeface="Times New Roman" pitchFamily="18" charset="0"/>
              </a:rPr>
              <a:t>5.3- L’examen radiologique</a:t>
            </a:r>
            <a:r>
              <a:rPr lang="fr-FR" sz="2400" dirty="0">
                <a:solidFill>
                  <a:srgbClr val="9900FF"/>
                </a:solidFill>
                <a:effectLst>
                  <a:outerShdw blurRad="38100" dist="38100" dir="2700000" algn="tl">
                    <a:srgbClr val="000000">
                      <a:alpha val="43137"/>
                    </a:srgbClr>
                  </a:outerShdw>
                </a:effectLst>
                <a:latin typeface="Calligrapher" pitchFamily="2" charset="0"/>
                <a:cs typeface="Arial" pitchFamily="34" charset="0"/>
              </a:rPr>
              <a:t> :</a:t>
            </a:r>
            <a:endParaRPr lang="fr-FR" sz="2400" b="1" dirty="0">
              <a:solidFill>
                <a:srgbClr val="9900FF"/>
              </a:solidFill>
              <a:effectLst>
                <a:outerShdw blurRad="38100" dist="38100" dir="2700000" algn="tl">
                  <a:srgbClr val="000000">
                    <a:alpha val="43137"/>
                  </a:srgbClr>
                </a:outerShdw>
              </a:effectLst>
              <a:latin typeface="Calligrapher" pitchFamily="2" charset="0"/>
              <a:ea typeface="Times New Roman" pitchFamily="18" charset="0"/>
              <a:cs typeface="Times New Roman" pitchFamily="18" charset="0"/>
            </a:endParaRPr>
          </a:p>
        </p:txBody>
      </p:sp>
      <p:sp>
        <p:nvSpPr>
          <p:cNvPr id="12" name="Rectangle 11"/>
          <p:cNvSpPr/>
          <p:nvPr/>
        </p:nvSpPr>
        <p:spPr>
          <a:xfrm>
            <a:off x="571472" y="1714488"/>
            <a:ext cx="8501045" cy="400110"/>
          </a:xfrm>
          <a:prstGeom prst="rect">
            <a:avLst/>
          </a:prstGeom>
        </p:spPr>
        <p:txBody>
          <a:bodyPr wrap="none">
            <a:spAutoFit/>
          </a:bodyPr>
          <a:lstStyle/>
          <a:p>
            <a:r>
              <a:rPr lang="fr-FR" sz="2000" b="1" dirty="0">
                <a:solidFill>
                  <a:srgbClr val="0070C0"/>
                </a:solidFill>
                <a:latin typeface="DreamerOne" pitchFamily="2" charset="0"/>
              </a:rPr>
              <a:t>5.3.1– les examens radiographiques à la </a:t>
            </a:r>
            <a:r>
              <a:rPr lang="fr-FR" sz="2000" b="1" dirty="0" err="1">
                <a:solidFill>
                  <a:srgbClr val="0070C0"/>
                </a:solidFill>
                <a:latin typeface="DreamerOne" pitchFamily="2" charset="0"/>
              </a:rPr>
              <a:t>dispoisition</a:t>
            </a:r>
            <a:r>
              <a:rPr lang="fr-FR" sz="2000" b="1" dirty="0">
                <a:solidFill>
                  <a:srgbClr val="0070C0"/>
                </a:solidFill>
                <a:latin typeface="DreamerOne" pitchFamily="2" charset="0"/>
              </a:rPr>
              <a:t> de l’orthodontiste</a:t>
            </a:r>
            <a:endParaRPr lang="fr-FR" sz="2000" dirty="0">
              <a:solidFill>
                <a:srgbClr val="0070C0"/>
              </a:solidFill>
              <a:latin typeface="DreamerOne" pitchFamily="2" charset="0"/>
            </a:endParaRPr>
          </a:p>
        </p:txBody>
      </p:sp>
      <p:sp>
        <p:nvSpPr>
          <p:cNvPr id="2049" name="Rectangle 1"/>
          <p:cNvSpPr>
            <a:spLocks noChangeArrowheads="1"/>
          </p:cNvSpPr>
          <p:nvPr/>
        </p:nvSpPr>
        <p:spPr bwMode="auto">
          <a:xfrm>
            <a:off x="1643042" y="2140857"/>
            <a:ext cx="6072887" cy="46166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3" algn="ctr" defTabSz="914400" rtl="0" eaLnBrk="1" fontAlgn="base" latinLnBrk="0" hangingPunct="1">
              <a:lnSpc>
                <a:spcPct val="100000"/>
              </a:lnSpc>
              <a:spcBef>
                <a:spcPct val="0"/>
              </a:spcBef>
              <a:spcAft>
                <a:spcPct val="0"/>
              </a:spcAft>
              <a:buClr>
                <a:srgbClr val="548DD4"/>
              </a:buClr>
              <a:buSzTx/>
              <a:tabLst/>
            </a:pPr>
            <a:r>
              <a:rPr kumimoji="0" lang="fr-FR" sz="2400" b="1" i="0" u="none" strike="noStrike" cap="none" normalizeH="0" baseline="0" dirty="0">
                <a:ln>
                  <a:noFill/>
                </a:ln>
                <a:solidFill>
                  <a:srgbClr val="008E47"/>
                </a:solidFill>
                <a:effectLst/>
                <a:latin typeface="Dauphin" pitchFamily="34" charset="0"/>
                <a:ea typeface="Times New Roman" pitchFamily="18" charset="0"/>
                <a:cs typeface="Arial" pitchFamily="34" charset="0"/>
              </a:rPr>
              <a:t>Le cliché </a:t>
            </a:r>
            <a:r>
              <a:rPr kumimoji="0" lang="fr-FR" sz="2400" b="1" i="0" u="none" strike="noStrike" cap="none" normalizeH="0" baseline="0" dirty="0" err="1">
                <a:ln>
                  <a:noFill/>
                </a:ln>
                <a:solidFill>
                  <a:srgbClr val="008E47"/>
                </a:solidFill>
                <a:effectLst/>
                <a:latin typeface="Dauphin" pitchFamily="34" charset="0"/>
                <a:ea typeface="Times New Roman" pitchFamily="18" charset="0"/>
                <a:cs typeface="Arial" pitchFamily="34" charset="0"/>
              </a:rPr>
              <a:t>rétroalvéolaire</a:t>
            </a:r>
            <a:endParaRPr kumimoji="0" lang="fr-FR" sz="2800" b="0" i="0" u="none" strike="noStrike" cap="none" normalizeH="0" baseline="0" dirty="0">
              <a:ln>
                <a:noFill/>
              </a:ln>
              <a:solidFill>
                <a:schemeClr val="tx1"/>
              </a:solidFill>
              <a:effectLst/>
              <a:latin typeface="Arial" pitchFamily="34" charset="0"/>
              <a:cs typeface="Arial" pitchFamily="34" charset="0"/>
            </a:endParaRPr>
          </a:p>
        </p:txBody>
      </p:sp>
      <p:sp>
        <p:nvSpPr>
          <p:cNvPr id="2051" name="Rectangle 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pitchFamily="34" charset="0"/>
              <a:cs typeface="Arial" pitchFamily="34" charset="0"/>
            </a:endParaRPr>
          </a:p>
        </p:txBody>
      </p:sp>
      <p:sp>
        <p:nvSpPr>
          <p:cNvPr id="14" name="Rectangle 13"/>
          <p:cNvSpPr/>
          <p:nvPr/>
        </p:nvSpPr>
        <p:spPr>
          <a:xfrm>
            <a:off x="214282" y="3739598"/>
            <a:ext cx="6429420" cy="2308324"/>
          </a:xfrm>
          <a:prstGeom prst="rect">
            <a:avLst/>
          </a:prstGeom>
        </p:spPr>
        <p:txBody>
          <a:bodyPr wrap="square">
            <a:spAutoFit/>
          </a:bodyPr>
          <a:lstStyle/>
          <a:p>
            <a:pPr lvl="0" algn="just"/>
            <a:r>
              <a:rPr lang="fr-FR" sz="2400" b="1" i="1" dirty="0">
                <a:latin typeface="Dauphin" pitchFamily="34" charset="0"/>
              </a:rPr>
              <a:t>Technique du long cône de Fitzgerald :</a:t>
            </a:r>
            <a:endParaRPr lang="fr-FR" sz="2400" dirty="0">
              <a:latin typeface="Dauphin" pitchFamily="34" charset="0"/>
            </a:endParaRPr>
          </a:p>
          <a:p>
            <a:pPr algn="just"/>
            <a:r>
              <a:rPr lang="fr-FR" sz="2400" dirty="0">
                <a:latin typeface="Dauphin" pitchFamily="34" charset="0"/>
              </a:rPr>
              <a:t>Le film est utilisé avec un porte-film </a:t>
            </a:r>
            <a:r>
              <a:rPr lang="fr-FR" sz="2400" dirty="0" err="1">
                <a:latin typeface="Dauphin" pitchFamily="34" charset="0"/>
              </a:rPr>
              <a:t>angulateur</a:t>
            </a:r>
            <a:r>
              <a:rPr lang="fr-FR" sz="2400" dirty="0">
                <a:latin typeface="Dauphin" pitchFamily="34" charset="0"/>
              </a:rPr>
              <a:t> afin d'obtenir un parallélisme dent-film. L’augmentation de la distance foyer-film par l’utilisation de long cône rend les rayons parallèles en arrivant sur l’objet</a:t>
            </a:r>
          </a:p>
        </p:txBody>
      </p:sp>
      <p:sp>
        <p:nvSpPr>
          <p:cNvPr id="61441" name="Rectangle 1"/>
          <p:cNvSpPr>
            <a:spLocks noChangeArrowheads="1"/>
          </p:cNvSpPr>
          <p:nvPr/>
        </p:nvSpPr>
        <p:spPr bwMode="auto">
          <a:xfrm>
            <a:off x="285720" y="2585861"/>
            <a:ext cx="8715404" cy="120032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fr-FR" sz="2400" b="0" i="0" u="none" strike="noStrike" cap="none" normalizeH="0" baseline="0" dirty="0">
                <a:ln>
                  <a:noFill/>
                </a:ln>
                <a:solidFill>
                  <a:schemeClr val="tx1"/>
                </a:solidFill>
                <a:effectLst/>
                <a:latin typeface="Dauphin" pitchFamily="34" charset="0"/>
                <a:ea typeface="Times New Roman" pitchFamily="18" charset="0"/>
                <a:cs typeface="Times New Roman" pitchFamily="18" charset="0"/>
              </a:rPr>
              <a:t>Les incidences rétro-alvéolaires sont réalisés selon la technique de la bissectrice, c’est la « méthode de </a:t>
            </a:r>
            <a:r>
              <a:rPr kumimoji="0" lang="fr-FR" sz="2400" b="0" i="0" u="none" strike="noStrike" cap="none" normalizeH="0" baseline="0" dirty="0" err="1">
                <a:ln>
                  <a:noFill/>
                </a:ln>
                <a:solidFill>
                  <a:schemeClr val="tx1"/>
                </a:solidFill>
                <a:effectLst/>
                <a:latin typeface="Dauphin" pitchFamily="34" charset="0"/>
                <a:ea typeface="Times New Roman" pitchFamily="18" charset="0"/>
                <a:cs typeface="Times New Roman" pitchFamily="18" charset="0"/>
              </a:rPr>
              <a:t>Dieck</a:t>
            </a:r>
            <a:r>
              <a:rPr kumimoji="0" lang="fr-FR" sz="2400" b="0" i="0" u="none" strike="noStrike" cap="none" normalizeH="0" baseline="0" dirty="0">
                <a:ln>
                  <a:noFill/>
                </a:ln>
                <a:solidFill>
                  <a:schemeClr val="tx1"/>
                </a:solidFill>
                <a:effectLst/>
                <a:latin typeface="Dauphin" pitchFamily="34" charset="0"/>
                <a:ea typeface="Times New Roman" pitchFamily="18" charset="0"/>
                <a:cs typeface="Times New Roman" pitchFamily="18" charset="0"/>
              </a:rPr>
              <a:t> », ou encore mieux selon la méthode du « long cône de Fitzgerald ».</a:t>
            </a:r>
            <a:endParaRPr kumimoji="0" lang="fr-FR" sz="2400" b="0" i="0" u="none" strike="noStrike" cap="none" normalizeH="0" baseline="0" dirty="0">
              <a:ln>
                <a:noFill/>
              </a:ln>
              <a:solidFill>
                <a:schemeClr val="tx1"/>
              </a:solidFill>
              <a:effectLst/>
              <a:latin typeface="Dauphin" pitchFamily="34" charset="0"/>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49"/>
                                        </p:tgtEl>
                                        <p:attrNameLst>
                                          <p:attrName>style.visibility</p:attrName>
                                        </p:attrNameLst>
                                      </p:cBhvr>
                                      <p:to>
                                        <p:strVal val="visible"/>
                                      </p:to>
                                    </p:set>
                                    <p:animEffect transition="in" filter="fade">
                                      <p:cBhvr>
                                        <p:cTn id="7" dur="2000"/>
                                        <p:tgtEl>
                                          <p:spTgt spid="204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up)">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9" grpId="0"/>
      <p:bldP spid="1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txBox="1">
            <a:spLocks/>
          </p:cNvSpPr>
          <p:nvPr/>
        </p:nvSpPr>
        <p:spPr bwMode="auto">
          <a:xfrm>
            <a:off x="500034" y="-71454"/>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fr-FR" sz="7200" kern="0" noProof="0" dirty="0">
                <a:solidFill>
                  <a:srgbClr val="C00000"/>
                </a:solidFill>
                <a:effectLst>
                  <a:outerShdw blurRad="38100" dist="38100" dir="2700000" algn="tl">
                    <a:srgbClr val="000000">
                      <a:alpha val="43137"/>
                    </a:srgbClr>
                  </a:outerShdw>
                </a:effectLst>
                <a:latin typeface="AstersHand" pitchFamily="2" charset="0"/>
                <a:ea typeface="+mj-ea"/>
                <a:cs typeface="+mj-cs"/>
              </a:rPr>
              <a:t>5</a:t>
            </a:r>
            <a:r>
              <a:rPr kumimoji="0" lang="fr-FR" sz="7200" i="0" u="none" strike="noStrike" kern="0" cap="none" spc="0" normalizeH="0" baseline="0" noProof="0" dirty="0">
                <a:ln>
                  <a:noFill/>
                </a:ln>
                <a:solidFill>
                  <a:srgbClr val="C00000"/>
                </a:solidFill>
                <a:effectLst>
                  <a:outerShdw blurRad="38100" dist="38100" dir="2700000" algn="tl">
                    <a:srgbClr val="000000">
                      <a:alpha val="43137"/>
                    </a:srgbClr>
                  </a:outerShdw>
                </a:effectLst>
                <a:uLnTx/>
                <a:uFillTx/>
                <a:latin typeface="AstersHand" pitchFamily="2" charset="0"/>
                <a:ea typeface="+mj-ea"/>
                <a:cs typeface="+mj-cs"/>
              </a:rPr>
              <a:t>-Diagnostic+</a:t>
            </a:r>
          </a:p>
        </p:txBody>
      </p:sp>
      <p:sp>
        <p:nvSpPr>
          <p:cNvPr id="7" name="Rectangle 6"/>
          <p:cNvSpPr/>
          <p:nvPr/>
        </p:nvSpPr>
        <p:spPr>
          <a:xfrm>
            <a:off x="214282" y="1142984"/>
            <a:ext cx="4500594" cy="461665"/>
          </a:xfrm>
          <a:prstGeom prst="rect">
            <a:avLst/>
          </a:prstGeom>
        </p:spPr>
        <p:txBody>
          <a:bodyPr wrap="square">
            <a:spAutoFit/>
          </a:bodyPr>
          <a:lstStyle/>
          <a:p>
            <a:pPr lvl="0" algn="justLow" fontAlgn="base">
              <a:spcBef>
                <a:spcPct val="0"/>
              </a:spcBef>
              <a:spcAft>
                <a:spcPct val="0"/>
              </a:spcAft>
            </a:pPr>
            <a:r>
              <a:rPr lang="fr-FR" sz="2400" b="1" dirty="0">
                <a:solidFill>
                  <a:srgbClr val="9900FF"/>
                </a:solidFill>
                <a:effectLst>
                  <a:outerShdw blurRad="38100" dist="38100" dir="2700000" algn="tl">
                    <a:srgbClr val="000000">
                      <a:alpha val="43137"/>
                    </a:srgbClr>
                  </a:outerShdw>
                </a:effectLst>
                <a:latin typeface="Calligrapher" pitchFamily="2" charset="0"/>
                <a:ea typeface="Times New Roman" pitchFamily="18" charset="0"/>
                <a:cs typeface="Times New Roman" pitchFamily="18" charset="0"/>
              </a:rPr>
              <a:t>5.3- L’examen radiologique</a:t>
            </a:r>
            <a:r>
              <a:rPr lang="fr-FR" sz="2400" dirty="0">
                <a:solidFill>
                  <a:srgbClr val="9900FF"/>
                </a:solidFill>
                <a:effectLst>
                  <a:outerShdw blurRad="38100" dist="38100" dir="2700000" algn="tl">
                    <a:srgbClr val="000000">
                      <a:alpha val="43137"/>
                    </a:srgbClr>
                  </a:outerShdw>
                </a:effectLst>
                <a:latin typeface="Calligrapher" pitchFamily="2" charset="0"/>
                <a:cs typeface="Arial" pitchFamily="34" charset="0"/>
              </a:rPr>
              <a:t> :</a:t>
            </a:r>
            <a:endParaRPr lang="fr-FR" sz="2400" b="1" dirty="0">
              <a:solidFill>
                <a:srgbClr val="9900FF"/>
              </a:solidFill>
              <a:effectLst>
                <a:outerShdw blurRad="38100" dist="38100" dir="2700000" algn="tl">
                  <a:srgbClr val="000000">
                    <a:alpha val="43137"/>
                  </a:srgbClr>
                </a:outerShdw>
              </a:effectLst>
              <a:latin typeface="Calligrapher" pitchFamily="2" charset="0"/>
              <a:ea typeface="Times New Roman" pitchFamily="18" charset="0"/>
              <a:cs typeface="Times New Roman" pitchFamily="18" charset="0"/>
            </a:endParaRPr>
          </a:p>
        </p:txBody>
      </p:sp>
      <p:sp>
        <p:nvSpPr>
          <p:cNvPr id="12" name="Rectangle 11"/>
          <p:cNvSpPr/>
          <p:nvPr/>
        </p:nvSpPr>
        <p:spPr>
          <a:xfrm>
            <a:off x="571472" y="1714488"/>
            <a:ext cx="6782626" cy="400110"/>
          </a:xfrm>
          <a:prstGeom prst="rect">
            <a:avLst/>
          </a:prstGeom>
        </p:spPr>
        <p:txBody>
          <a:bodyPr wrap="none">
            <a:spAutoFit/>
          </a:bodyPr>
          <a:lstStyle/>
          <a:p>
            <a:r>
              <a:rPr lang="fr-FR" sz="2000" b="1" dirty="0">
                <a:solidFill>
                  <a:srgbClr val="0070C0"/>
                </a:solidFill>
                <a:latin typeface="DreamerOne" pitchFamily="2" charset="0"/>
              </a:rPr>
              <a:t>5.3.2– les examens radiographiques complémentaires :</a:t>
            </a:r>
            <a:endParaRPr lang="fr-FR" sz="2000" dirty="0">
              <a:solidFill>
                <a:srgbClr val="0070C0"/>
              </a:solidFill>
              <a:latin typeface="DreamerOne" pitchFamily="2" charset="0"/>
            </a:endParaRPr>
          </a:p>
        </p:txBody>
      </p:sp>
      <p:sp>
        <p:nvSpPr>
          <p:cNvPr id="2049" name="Rectangle 1"/>
          <p:cNvSpPr>
            <a:spLocks noChangeArrowheads="1"/>
          </p:cNvSpPr>
          <p:nvPr/>
        </p:nvSpPr>
        <p:spPr bwMode="auto">
          <a:xfrm>
            <a:off x="1643042" y="2140857"/>
            <a:ext cx="6072887" cy="46166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3" algn="ctr" defTabSz="914400" rtl="0" eaLnBrk="1" fontAlgn="base" latinLnBrk="0" hangingPunct="1">
              <a:lnSpc>
                <a:spcPct val="100000"/>
              </a:lnSpc>
              <a:spcBef>
                <a:spcPct val="0"/>
              </a:spcBef>
              <a:spcAft>
                <a:spcPct val="0"/>
              </a:spcAft>
              <a:buClr>
                <a:srgbClr val="548DD4"/>
              </a:buClr>
              <a:buSzTx/>
              <a:tabLst/>
            </a:pPr>
            <a:r>
              <a:rPr kumimoji="0" lang="fr-FR" sz="2400" b="1" i="0" u="none" strike="noStrike" cap="none" normalizeH="0" baseline="0" dirty="0">
                <a:ln>
                  <a:noFill/>
                </a:ln>
                <a:solidFill>
                  <a:srgbClr val="008E47"/>
                </a:solidFill>
                <a:effectLst/>
                <a:latin typeface="Dauphin" pitchFamily="34" charset="0"/>
                <a:ea typeface="Times New Roman" pitchFamily="18" charset="0"/>
                <a:cs typeface="Arial" pitchFamily="34" charset="0"/>
              </a:rPr>
              <a:t>Les clichés</a:t>
            </a:r>
            <a:r>
              <a:rPr kumimoji="0" lang="fr-FR" sz="2400" b="1" i="0" u="none" strike="noStrike" cap="none" normalizeH="0" dirty="0">
                <a:ln>
                  <a:noFill/>
                </a:ln>
                <a:solidFill>
                  <a:srgbClr val="008E47"/>
                </a:solidFill>
                <a:effectLst/>
                <a:latin typeface="Dauphin" pitchFamily="34" charset="0"/>
                <a:ea typeface="Times New Roman" pitchFamily="18" charset="0"/>
                <a:cs typeface="Arial" pitchFamily="34" charset="0"/>
              </a:rPr>
              <a:t> occlusaux</a:t>
            </a:r>
            <a:endParaRPr kumimoji="0" lang="fr-FR" sz="2400" b="1" i="0" u="none" strike="noStrike" cap="none" normalizeH="0" baseline="0" dirty="0">
              <a:ln>
                <a:noFill/>
              </a:ln>
              <a:solidFill>
                <a:srgbClr val="008E47"/>
              </a:solidFill>
              <a:effectLst/>
              <a:latin typeface="Dauphin" pitchFamily="34" charset="0"/>
              <a:ea typeface="Times New Roman" pitchFamily="18" charset="0"/>
              <a:cs typeface="Arial" pitchFamily="34" charset="0"/>
            </a:endParaRPr>
          </a:p>
        </p:txBody>
      </p:sp>
      <p:sp>
        <p:nvSpPr>
          <p:cNvPr id="2051" name="Rectangle 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pitchFamily="34" charset="0"/>
              <a:cs typeface="Arial" pitchFamily="34" charset="0"/>
            </a:endParaRPr>
          </a:p>
        </p:txBody>
      </p:sp>
      <p:sp>
        <p:nvSpPr>
          <p:cNvPr id="778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pitchFamily="34" charset="0"/>
              <a:cs typeface="Arial" pitchFamily="34" charset="0"/>
            </a:endParaRPr>
          </a:p>
        </p:txBody>
      </p:sp>
      <p:sp>
        <p:nvSpPr>
          <p:cNvPr id="77827" name="Rectangle 3"/>
          <p:cNvSpPr>
            <a:spLocks noChangeArrowheads="1"/>
          </p:cNvSpPr>
          <p:nvPr/>
        </p:nvSpPr>
        <p:spPr bwMode="auto">
          <a:xfrm>
            <a:off x="500034" y="3643314"/>
            <a:ext cx="5286412" cy="132343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182563" lvl="0" indent="-182563" algn="just">
              <a:buFont typeface="Wingdings" pitchFamily="2" charset="2"/>
              <a:buChar char="ü"/>
            </a:pPr>
            <a:r>
              <a:rPr lang="fr-FR" sz="2000" i="1" dirty="0">
                <a:solidFill>
                  <a:srgbClr val="C44F00"/>
                </a:solidFill>
                <a:latin typeface="Dauphin" pitchFamily="34" charset="0"/>
              </a:rPr>
              <a:t>L’incidence </a:t>
            </a:r>
            <a:r>
              <a:rPr lang="fr-FR" sz="2000" i="1" dirty="0" err="1">
                <a:solidFill>
                  <a:srgbClr val="C44F00"/>
                </a:solidFill>
                <a:latin typeface="Dauphin" pitchFamily="34" charset="0"/>
              </a:rPr>
              <a:t>dysocclusale</a:t>
            </a:r>
            <a:r>
              <a:rPr lang="fr-FR" sz="2000" i="1" dirty="0">
                <a:solidFill>
                  <a:srgbClr val="C44F00"/>
                </a:solidFill>
                <a:latin typeface="Dauphin" pitchFamily="34" charset="0"/>
              </a:rPr>
              <a:t> latérale de </a:t>
            </a:r>
            <a:r>
              <a:rPr lang="fr-FR" sz="2000" i="1" dirty="0" err="1">
                <a:solidFill>
                  <a:srgbClr val="C44F00"/>
                </a:solidFill>
                <a:latin typeface="Dauphin" pitchFamily="34" charset="0"/>
              </a:rPr>
              <a:t>Pasquet</a:t>
            </a:r>
            <a:r>
              <a:rPr lang="fr-FR" sz="2000" i="1" dirty="0">
                <a:solidFill>
                  <a:srgbClr val="C44F00"/>
                </a:solidFill>
                <a:latin typeface="Dauphin" pitchFamily="34" charset="0"/>
              </a:rPr>
              <a:t> et </a:t>
            </a:r>
            <a:r>
              <a:rPr lang="fr-FR" sz="2000" i="1" dirty="0" err="1">
                <a:solidFill>
                  <a:srgbClr val="C44F00"/>
                </a:solidFill>
                <a:latin typeface="Dauphin" pitchFamily="34" charset="0"/>
              </a:rPr>
              <a:t>Tridon</a:t>
            </a:r>
            <a:r>
              <a:rPr lang="fr-FR" sz="2000" i="1" dirty="0">
                <a:solidFill>
                  <a:srgbClr val="C44F00"/>
                </a:solidFill>
                <a:latin typeface="Dauphin" pitchFamily="34" charset="0"/>
              </a:rPr>
              <a:t> </a:t>
            </a:r>
            <a:r>
              <a:rPr lang="fr-FR" sz="2000" i="1" dirty="0">
                <a:latin typeface="Dauphin" pitchFamily="34" charset="0"/>
              </a:rPr>
              <a:t>(droite ou gauche)</a:t>
            </a:r>
            <a:r>
              <a:rPr lang="fr-FR" sz="2000" dirty="0">
                <a:latin typeface="Dauphin" pitchFamily="34" charset="0"/>
              </a:rPr>
              <a:t> : le rayon toujours oblique est latéralisé à hauteur du rebord orbitaire inférieur. </a:t>
            </a:r>
          </a:p>
        </p:txBody>
      </p:sp>
      <p:sp>
        <p:nvSpPr>
          <p:cNvPr id="10" name="Rectangle 9"/>
          <p:cNvSpPr/>
          <p:nvPr/>
        </p:nvSpPr>
        <p:spPr>
          <a:xfrm>
            <a:off x="482715" y="2643182"/>
            <a:ext cx="2733441" cy="430887"/>
          </a:xfrm>
          <a:prstGeom prst="rect">
            <a:avLst/>
          </a:prstGeom>
        </p:spPr>
        <p:txBody>
          <a:bodyPr wrap="none">
            <a:spAutoFit/>
          </a:bodyPr>
          <a:lstStyle/>
          <a:p>
            <a:pPr lvl="0" algn="just"/>
            <a:r>
              <a:rPr lang="fr-FR" sz="2200" b="1" i="1" dirty="0">
                <a:latin typeface="Dauphin" pitchFamily="34" charset="0"/>
              </a:rPr>
              <a:t>La méthode </a:t>
            </a:r>
            <a:r>
              <a:rPr lang="fr-FR" sz="2200" b="1" i="1" dirty="0" err="1">
                <a:latin typeface="Dauphin" pitchFamily="34" charset="0"/>
              </a:rPr>
              <a:t>dysocclusale</a:t>
            </a:r>
            <a:r>
              <a:rPr lang="fr-FR" sz="2200" dirty="0">
                <a:latin typeface="Dauphin" pitchFamily="34" charset="0"/>
              </a:rPr>
              <a:t>,</a:t>
            </a:r>
          </a:p>
        </p:txBody>
      </p:sp>
      <p:sp>
        <p:nvSpPr>
          <p:cNvPr id="11" name="Rectangle 10"/>
          <p:cNvSpPr/>
          <p:nvPr/>
        </p:nvSpPr>
        <p:spPr>
          <a:xfrm>
            <a:off x="416678" y="3071810"/>
            <a:ext cx="1874231" cy="400110"/>
          </a:xfrm>
          <a:prstGeom prst="rect">
            <a:avLst/>
          </a:prstGeom>
        </p:spPr>
        <p:txBody>
          <a:bodyPr wrap="none">
            <a:spAutoFit/>
          </a:bodyPr>
          <a:lstStyle/>
          <a:p>
            <a:pPr algn="just">
              <a:buFont typeface="Wingdings" pitchFamily="2" charset="2"/>
              <a:buChar char="v"/>
            </a:pPr>
            <a:r>
              <a:rPr lang="fr-FR" sz="2000" dirty="0">
                <a:effectLst>
                  <a:outerShdw blurRad="38100" dist="38100" dir="2700000" algn="tl">
                    <a:srgbClr val="000000">
                      <a:alpha val="43137"/>
                    </a:srgbClr>
                  </a:outerShdw>
                </a:effectLst>
                <a:latin typeface="Dauphin" pitchFamily="34" charset="0"/>
              </a:rPr>
              <a:t>Au maxillaire :</a:t>
            </a:r>
          </a:p>
        </p:txBody>
      </p:sp>
      <p:sp>
        <p:nvSpPr>
          <p:cNvPr id="3078" name="Rectangle 6"/>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3080" name="Rectangle 8"/>
          <p:cNvSpPr>
            <a:spLocks noChangeArrowheads="1"/>
          </p:cNvSpPr>
          <p:nvPr/>
        </p:nvSpPr>
        <p:spPr bwMode="auto">
          <a:xfrm>
            <a:off x="457200" y="457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3081" name="Rectangle 9"/>
          <p:cNvSpPr>
            <a:spLocks noChangeArrowheads="1"/>
          </p:cNvSpPr>
          <p:nvPr/>
        </p:nvSpPr>
        <p:spPr bwMode="auto">
          <a:xfrm>
            <a:off x="457200" y="31813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pitchFamily="34" charset="0"/>
              <a:cs typeface="Arial" pitchFamily="34" charset="0"/>
            </a:endParaRPr>
          </a:p>
        </p:txBody>
      </p:sp>
      <p:pic>
        <p:nvPicPr>
          <p:cNvPr id="19" name="Image 18" descr="incidence dysocclusale laterale 60 bis.jpg"/>
          <p:cNvPicPr>
            <a:picLocks noChangeAspect="1"/>
          </p:cNvPicPr>
          <p:nvPr/>
        </p:nvPicPr>
        <p:blipFill>
          <a:blip r:embed="rId3" cstate="print"/>
          <a:stretch>
            <a:fillRect/>
          </a:stretch>
        </p:blipFill>
        <p:spPr>
          <a:xfrm>
            <a:off x="5786446" y="2643182"/>
            <a:ext cx="3151088" cy="2169042"/>
          </a:xfrm>
          <a:prstGeom prst="rect">
            <a:avLst/>
          </a:prstGeom>
          <a:ln>
            <a:noFill/>
          </a:ln>
          <a:effectLst>
            <a:softEdge rad="112500"/>
          </a:effectLst>
        </p:spPr>
      </p:pic>
      <p:pic>
        <p:nvPicPr>
          <p:cNvPr id="103426" name="Image 94" descr="inc dysocclusale laterale 60.jpg"/>
          <p:cNvPicPr>
            <a:picLocks noChangeAspect="1" noChangeArrowheads="1"/>
          </p:cNvPicPr>
          <p:nvPr/>
        </p:nvPicPr>
        <p:blipFill>
          <a:blip r:embed="rId4" cstate="print"/>
          <a:srcRect/>
          <a:stretch>
            <a:fillRect/>
          </a:stretch>
        </p:blipFill>
        <p:spPr bwMode="auto">
          <a:xfrm>
            <a:off x="5929322" y="4808561"/>
            <a:ext cx="2936875" cy="1978025"/>
          </a:xfrm>
          <a:prstGeom prst="rect">
            <a:avLst/>
          </a:prstGeom>
          <a:noFill/>
        </p:spPr>
      </p:pic>
      <p:sp>
        <p:nvSpPr>
          <p:cNvPr id="103427" name="Rectangle 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03428" name="Rectangle 4"/>
          <p:cNvSpPr>
            <a:spLocks noChangeArrowheads="1"/>
          </p:cNvSpPr>
          <p:nvPr/>
        </p:nvSpPr>
        <p:spPr bwMode="auto">
          <a:xfrm>
            <a:off x="450850" y="5334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03429" name="Rectangle 5"/>
          <p:cNvSpPr>
            <a:spLocks noChangeArrowheads="1"/>
          </p:cNvSpPr>
          <p:nvPr/>
        </p:nvSpPr>
        <p:spPr bwMode="auto">
          <a:xfrm>
            <a:off x="450850" y="27051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linds(horizontal)">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77827"/>
                                        </p:tgtEl>
                                        <p:attrNameLst>
                                          <p:attrName>style.visibility</p:attrName>
                                        </p:attrNameLst>
                                      </p:cBhvr>
                                      <p:to>
                                        <p:strVal val="visible"/>
                                      </p:to>
                                    </p:set>
                                    <p:animEffect transition="in" filter="wipe(up)">
                                      <p:cBhvr>
                                        <p:cTn id="17" dur="500"/>
                                        <p:tgtEl>
                                          <p:spTgt spid="77827"/>
                                        </p:tgtEl>
                                      </p:cBhvr>
                                    </p:animEffect>
                                  </p:childTnLst>
                                </p:cTn>
                              </p:par>
                              <p:par>
                                <p:cTn id="18" presetID="10" presetClass="entr" presetSubtype="0" fill="hold" nodeType="with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1000"/>
                                        <p:tgtEl>
                                          <p:spTgt spid="19"/>
                                        </p:tgtEl>
                                      </p:cBhvr>
                                    </p:animEffect>
                                  </p:childTnLst>
                                </p:cTn>
                              </p:par>
                              <p:par>
                                <p:cTn id="21" presetID="10" presetClass="entr" presetSubtype="0" fill="hold" nodeType="withEffect">
                                  <p:stCondLst>
                                    <p:cond delay="0"/>
                                  </p:stCondLst>
                                  <p:childTnLst>
                                    <p:set>
                                      <p:cBhvr>
                                        <p:cTn id="22" dur="1" fill="hold">
                                          <p:stCondLst>
                                            <p:cond delay="0"/>
                                          </p:stCondLst>
                                        </p:cTn>
                                        <p:tgtEl>
                                          <p:spTgt spid="103426"/>
                                        </p:tgtEl>
                                        <p:attrNameLst>
                                          <p:attrName>style.visibility</p:attrName>
                                        </p:attrNameLst>
                                      </p:cBhvr>
                                      <p:to>
                                        <p:strVal val="visible"/>
                                      </p:to>
                                    </p:set>
                                    <p:animEffect transition="in" filter="fade">
                                      <p:cBhvr>
                                        <p:cTn id="23" dur="1000"/>
                                        <p:tgtEl>
                                          <p:spTgt spid="1034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7" grpId="0"/>
      <p:bldP spid="10" grpId="0"/>
      <p:bldP spid="1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txBox="1">
            <a:spLocks/>
          </p:cNvSpPr>
          <p:nvPr/>
        </p:nvSpPr>
        <p:spPr bwMode="auto">
          <a:xfrm>
            <a:off x="500034" y="-71454"/>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fr-FR" sz="7200" kern="0" noProof="0" dirty="0">
                <a:solidFill>
                  <a:srgbClr val="C00000"/>
                </a:solidFill>
                <a:effectLst>
                  <a:outerShdw blurRad="38100" dist="38100" dir="2700000" algn="tl">
                    <a:srgbClr val="000000">
                      <a:alpha val="43137"/>
                    </a:srgbClr>
                  </a:outerShdw>
                </a:effectLst>
                <a:latin typeface="AstersHand" pitchFamily="2" charset="0"/>
                <a:ea typeface="+mj-ea"/>
                <a:cs typeface="+mj-cs"/>
              </a:rPr>
              <a:t>5</a:t>
            </a:r>
            <a:r>
              <a:rPr kumimoji="0" lang="fr-FR" sz="7200" i="0" u="none" strike="noStrike" kern="0" cap="none" spc="0" normalizeH="0" baseline="0" noProof="0" dirty="0">
                <a:ln>
                  <a:noFill/>
                </a:ln>
                <a:solidFill>
                  <a:srgbClr val="C00000"/>
                </a:solidFill>
                <a:effectLst>
                  <a:outerShdw blurRad="38100" dist="38100" dir="2700000" algn="tl">
                    <a:srgbClr val="000000">
                      <a:alpha val="43137"/>
                    </a:srgbClr>
                  </a:outerShdw>
                </a:effectLst>
                <a:uLnTx/>
                <a:uFillTx/>
                <a:latin typeface="AstersHand" pitchFamily="2" charset="0"/>
                <a:ea typeface="+mj-ea"/>
                <a:cs typeface="+mj-cs"/>
              </a:rPr>
              <a:t>-Diagnostic+</a:t>
            </a:r>
          </a:p>
        </p:txBody>
      </p:sp>
      <p:sp>
        <p:nvSpPr>
          <p:cNvPr id="7" name="Rectangle 6"/>
          <p:cNvSpPr/>
          <p:nvPr/>
        </p:nvSpPr>
        <p:spPr>
          <a:xfrm>
            <a:off x="214282" y="1142984"/>
            <a:ext cx="4500594" cy="461665"/>
          </a:xfrm>
          <a:prstGeom prst="rect">
            <a:avLst/>
          </a:prstGeom>
        </p:spPr>
        <p:txBody>
          <a:bodyPr wrap="square">
            <a:spAutoFit/>
          </a:bodyPr>
          <a:lstStyle/>
          <a:p>
            <a:pPr lvl="0" algn="justLow" fontAlgn="base">
              <a:spcBef>
                <a:spcPct val="0"/>
              </a:spcBef>
              <a:spcAft>
                <a:spcPct val="0"/>
              </a:spcAft>
            </a:pPr>
            <a:r>
              <a:rPr lang="fr-FR" sz="2400" b="1" dirty="0">
                <a:solidFill>
                  <a:srgbClr val="9900FF"/>
                </a:solidFill>
                <a:effectLst>
                  <a:outerShdw blurRad="38100" dist="38100" dir="2700000" algn="tl">
                    <a:srgbClr val="000000">
                      <a:alpha val="43137"/>
                    </a:srgbClr>
                  </a:outerShdw>
                </a:effectLst>
                <a:latin typeface="Calligrapher" pitchFamily="2" charset="0"/>
                <a:ea typeface="Times New Roman" pitchFamily="18" charset="0"/>
                <a:cs typeface="Times New Roman" pitchFamily="18" charset="0"/>
              </a:rPr>
              <a:t>5.3- L’examen radiologique</a:t>
            </a:r>
            <a:r>
              <a:rPr lang="fr-FR" sz="2400" dirty="0">
                <a:solidFill>
                  <a:srgbClr val="9900FF"/>
                </a:solidFill>
                <a:effectLst>
                  <a:outerShdw blurRad="38100" dist="38100" dir="2700000" algn="tl">
                    <a:srgbClr val="000000">
                      <a:alpha val="43137"/>
                    </a:srgbClr>
                  </a:outerShdw>
                </a:effectLst>
                <a:latin typeface="Calligrapher" pitchFamily="2" charset="0"/>
                <a:cs typeface="Arial" pitchFamily="34" charset="0"/>
              </a:rPr>
              <a:t> :</a:t>
            </a:r>
            <a:endParaRPr lang="fr-FR" sz="2400" b="1" dirty="0">
              <a:solidFill>
                <a:srgbClr val="9900FF"/>
              </a:solidFill>
              <a:effectLst>
                <a:outerShdw blurRad="38100" dist="38100" dir="2700000" algn="tl">
                  <a:srgbClr val="000000">
                    <a:alpha val="43137"/>
                  </a:srgbClr>
                </a:outerShdw>
              </a:effectLst>
              <a:latin typeface="Calligrapher" pitchFamily="2" charset="0"/>
              <a:ea typeface="Times New Roman" pitchFamily="18" charset="0"/>
              <a:cs typeface="Times New Roman" pitchFamily="18" charset="0"/>
            </a:endParaRPr>
          </a:p>
        </p:txBody>
      </p:sp>
      <p:sp>
        <p:nvSpPr>
          <p:cNvPr id="12" name="Rectangle 11"/>
          <p:cNvSpPr/>
          <p:nvPr/>
        </p:nvSpPr>
        <p:spPr>
          <a:xfrm>
            <a:off x="571472" y="1714488"/>
            <a:ext cx="6782626" cy="400110"/>
          </a:xfrm>
          <a:prstGeom prst="rect">
            <a:avLst/>
          </a:prstGeom>
        </p:spPr>
        <p:txBody>
          <a:bodyPr wrap="none">
            <a:spAutoFit/>
          </a:bodyPr>
          <a:lstStyle/>
          <a:p>
            <a:r>
              <a:rPr lang="fr-FR" sz="2000" b="1" dirty="0">
                <a:solidFill>
                  <a:srgbClr val="0070C0"/>
                </a:solidFill>
                <a:latin typeface="DreamerOne" pitchFamily="2" charset="0"/>
              </a:rPr>
              <a:t>5.3.2– les examens radiographiques complémentaires :</a:t>
            </a:r>
            <a:endParaRPr lang="fr-FR" sz="2000" dirty="0">
              <a:solidFill>
                <a:srgbClr val="0070C0"/>
              </a:solidFill>
              <a:latin typeface="DreamerOne" pitchFamily="2" charset="0"/>
            </a:endParaRPr>
          </a:p>
        </p:txBody>
      </p:sp>
      <p:sp>
        <p:nvSpPr>
          <p:cNvPr id="2049" name="Rectangle 1"/>
          <p:cNvSpPr>
            <a:spLocks noChangeArrowheads="1"/>
          </p:cNvSpPr>
          <p:nvPr/>
        </p:nvSpPr>
        <p:spPr bwMode="auto">
          <a:xfrm>
            <a:off x="1643042" y="2140857"/>
            <a:ext cx="6072887" cy="46166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3" algn="ctr" defTabSz="914400" rtl="0" eaLnBrk="1" fontAlgn="base" latinLnBrk="0" hangingPunct="1">
              <a:lnSpc>
                <a:spcPct val="100000"/>
              </a:lnSpc>
              <a:spcBef>
                <a:spcPct val="0"/>
              </a:spcBef>
              <a:spcAft>
                <a:spcPct val="0"/>
              </a:spcAft>
              <a:buClr>
                <a:srgbClr val="548DD4"/>
              </a:buClr>
              <a:buSzTx/>
              <a:tabLst/>
            </a:pPr>
            <a:r>
              <a:rPr kumimoji="0" lang="fr-FR" sz="2400" b="1" i="0" u="none" strike="noStrike" cap="none" normalizeH="0" baseline="0" dirty="0">
                <a:ln>
                  <a:noFill/>
                </a:ln>
                <a:solidFill>
                  <a:srgbClr val="008E47"/>
                </a:solidFill>
                <a:effectLst/>
                <a:latin typeface="Dauphin" pitchFamily="34" charset="0"/>
                <a:ea typeface="Times New Roman" pitchFamily="18" charset="0"/>
                <a:cs typeface="Arial" pitchFamily="34" charset="0"/>
              </a:rPr>
              <a:t>Les clichés</a:t>
            </a:r>
            <a:r>
              <a:rPr kumimoji="0" lang="fr-FR" sz="2400" b="1" i="0" u="none" strike="noStrike" cap="none" normalizeH="0" dirty="0">
                <a:ln>
                  <a:noFill/>
                </a:ln>
                <a:solidFill>
                  <a:srgbClr val="008E47"/>
                </a:solidFill>
                <a:effectLst/>
                <a:latin typeface="Dauphin" pitchFamily="34" charset="0"/>
                <a:ea typeface="Times New Roman" pitchFamily="18" charset="0"/>
                <a:cs typeface="Arial" pitchFamily="34" charset="0"/>
              </a:rPr>
              <a:t> occlusaux</a:t>
            </a:r>
            <a:endParaRPr kumimoji="0" lang="fr-FR" sz="2400" b="1" i="0" u="none" strike="noStrike" cap="none" normalizeH="0" baseline="0" dirty="0">
              <a:ln>
                <a:noFill/>
              </a:ln>
              <a:solidFill>
                <a:srgbClr val="008E47"/>
              </a:solidFill>
              <a:effectLst/>
              <a:latin typeface="Dauphin" pitchFamily="34" charset="0"/>
              <a:ea typeface="Times New Roman" pitchFamily="18" charset="0"/>
              <a:cs typeface="Arial" pitchFamily="34" charset="0"/>
            </a:endParaRPr>
          </a:p>
        </p:txBody>
      </p:sp>
      <p:sp>
        <p:nvSpPr>
          <p:cNvPr id="2051" name="Rectangle 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pitchFamily="34" charset="0"/>
              <a:cs typeface="Arial" pitchFamily="34" charset="0"/>
            </a:endParaRPr>
          </a:p>
        </p:txBody>
      </p:sp>
      <p:sp>
        <p:nvSpPr>
          <p:cNvPr id="778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pitchFamily="34" charset="0"/>
              <a:cs typeface="Arial" pitchFamily="34" charset="0"/>
            </a:endParaRPr>
          </a:p>
        </p:txBody>
      </p:sp>
      <p:sp>
        <p:nvSpPr>
          <p:cNvPr id="77827" name="Rectangle 3"/>
          <p:cNvSpPr>
            <a:spLocks noChangeArrowheads="1"/>
          </p:cNvSpPr>
          <p:nvPr/>
        </p:nvSpPr>
        <p:spPr bwMode="auto">
          <a:xfrm>
            <a:off x="1214414" y="3335254"/>
            <a:ext cx="6643734" cy="156966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just"/>
            <a:r>
              <a:rPr lang="fr-FR" sz="2400" dirty="0">
                <a:latin typeface="Dauphin" pitchFamily="34" charset="0"/>
              </a:rPr>
              <a:t>Ce sont des radiographies </a:t>
            </a:r>
            <a:r>
              <a:rPr lang="fr-FR" sz="2400" dirty="0" err="1">
                <a:latin typeface="Dauphin" pitchFamily="34" charset="0"/>
              </a:rPr>
              <a:t>intrabuccales</a:t>
            </a:r>
            <a:r>
              <a:rPr lang="fr-FR" sz="2400" dirty="0">
                <a:latin typeface="Dauphin" pitchFamily="34" charset="0"/>
              </a:rPr>
              <a:t> où le film dentaire (5,5 x 7 cm) est placé sur l’arcade dentaire étudiée, parallèlement au plan occlusal.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slide(fromTop)">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49"/>
                                        </p:tgtEl>
                                        <p:attrNameLst>
                                          <p:attrName>style.visibility</p:attrName>
                                        </p:attrNameLst>
                                      </p:cBhvr>
                                      <p:to>
                                        <p:strVal val="visible"/>
                                      </p:to>
                                    </p:set>
                                    <p:animEffect transition="in" filter="fade">
                                      <p:cBhvr>
                                        <p:cTn id="12" dur="1000"/>
                                        <p:tgtEl>
                                          <p:spTgt spid="204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77827"/>
                                        </p:tgtEl>
                                        <p:attrNameLst>
                                          <p:attrName>style.visibility</p:attrName>
                                        </p:attrNameLst>
                                      </p:cBhvr>
                                      <p:to>
                                        <p:strVal val="visible"/>
                                      </p:to>
                                    </p:set>
                                    <p:animEffect transition="in" filter="wipe(up)">
                                      <p:cBhvr>
                                        <p:cTn id="17" dur="500"/>
                                        <p:tgtEl>
                                          <p:spTgt spid="778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049" grpId="0"/>
      <p:bldP spid="7782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txBox="1">
            <a:spLocks/>
          </p:cNvSpPr>
          <p:nvPr/>
        </p:nvSpPr>
        <p:spPr bwMode="auto">
          <a:xfrm>
            <a:off x="500034" y="-71454"/>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fr-FR" sz="7200" kern="0" noProof="0" dirty="0">
                <a:solidFill>
                  <a:srgbClr val="C00000"/>
                </a:solidFill>
                <a:effectLst>
                  <a:outerShdw blurRad="38100" dist="38100" dir="2700000" algn="tl">
                    <a:srgbClr val="000000">
                      <a:alpha val="43137"/>
                    </a:srgbClr>
                  </a:outerShdw>
                </a:effectLst>
                <a:latin typeface="AstersHand" pitchFamily="2" charset="0"/>
                <a:ea typeface="+mj-ea"/>
                <a:cs typeface="+mj-cs"/>
              </a:rPr>
              <a:t>5</a:t>
            </a:r>
            <a:r>
              <a:rPr kumimoji="0" lang="fr-FR" sz="7200" i="0" u="none" strike="noStrike" kern="0" cap="none" spc="0" normalizeH="0" baseline="0" noProof="0" dirty="0">
                <a:ln>
                  <a:noFill/>
                </a:ln>
                <a:solidFill>
                  <a:srgbClr val="C00000"/>
                </a:solidFill>
                <a:effectLst>
                  <a:outerShdw blurRad="38100" dist="38100" dir="2700000" algn="tl">
                    <a:srgbClr val="000000">
                      <a:alpha val="43137"/>
                    </a:srgbClr>
                  </a:outerShdw>
                </a:effectLst>
                <a:uLnTx/>
                <a:uFillTx/>
                <a:latin typeface="AstersHand" pitchFamily="2" charset="0"/>
                <a:ea typeface="+mj-ea"/>
                <a:cs typeface="+mj-cs"/>
              </a:rPr>
              <a:t>-Diagnostic+</a:t>
            </a:r>
          </a:p>
        </p:txBody>
      </p:sp>
      <p:sp>
        <p:nvSpPr>
          <p:cNvPr id="7" name="Rectangle 6"/>
          <p:cNvSpPr/>
          <p:nvPr/>
        </p:nvSpPr>
        <p:spPr>
          <a:xfrm>
            <a:off x="214282" y="1142984"/>
            <a:ext cx="4500594" cy="461665"/>
          </a:xfrm>
          <a:prstGeom prst="rect">
            <a:avLst/>
          </a:prstGeom>
        </p:spPr>
        <p:txBody>
          <a:bodyPr wrap="square">
            <a:spAutoFit/>
          </a:bodyPr>
          <a:lstStyle/>
          <a:p>
            <a:pPr lvl="0" algn="justLow" fontAlgn="base">
              <a:spcBef>
                <a:spcPct val="0"/>
              </a:spcBef>
              <a:spcAft>
                <a:spcPct val="0"/>
              </a:spcAft>
            </a:pPr>
            <a:r>
              <a:rPr lang="fr-FR" sz="2400" b="1" dirty="0">
                <a:solidFill>
                  <a:srgbClr val="9900FF"/>
                </a:solidFill>
                <a:effectLst>
                  <a:outerShdw blurRad="38100" dist="38100" dir="2700000" algn="tl">
                    <a:srgbClr val="000000">
                      <a:alpha val="43137"/>
                    </a:srgbClr>
                  </a:outerShdw>
                </a:effectLst>
                <a:latin typeface="Calligrapher" pitchFamily="2" charset="0"/>
                <a:ea typeface="Times New Roman" pitchFamily="18" charset="0"/>
                <a:cs typeface="Times New Roman" pitchFamily="18" charset="0"/>
              </a:rPr>
              <a:t>5.3- L’examen radiologique</a:t>
            </a:r>
            <a:r>
              <a:rPr lang="fr-FR" sz="2400" dirty="0">
                <a:solidFill>
                  <a:srgbClr val="9900FF"/>
                </a:solidFill>
                <a:effectLst>
                  <a:outerShdw blurRad="38100" dist="38100" dir="2700000" algn="tl">
                    <a:srgbClr val="000000">
                      <a:alpha val="43137"/>
                    </a:srgbClr>
                  </a:outerShdw>
                </a:effectLst>
                <a:latin typeface="Calligrapher" pitchFamily="2" charset="0"/>
                <a:cs typeface="Arial" pitchFamily="34" charset="0"/>
              </a:rPr>
              <a:t> :</a:t>
            </a:r>
            <a:endParaRPr lang="fr-FR" sz="2400" b="1" dirty="0">
              <a:solidFill>
                <a:srgbClr val="9900FF"/>
              </a:solidFill>
              <a:effectLst>
                <a:outerShdw blurRad="38100" dist="38100" dir="2700000" algn="tl">
                  <a:srgbClr val="000000">
                    <a:alpha val="43137"/>
                  </a:srgbClr>
                </a:outerShdw>
              </a:effectLst>
              <a:latin typeface="Calligrapher" pitchFamily="2" charset="0"/>
              <a:ea typeface="Times New Roman" pitchFamily="18" charset="0"/>
              <a:cs typeface="Times New Roman" pitchFamily="18" charset="0"/>
            </a:endParaRPr>
          </a:p>
        </p:txBody>
      </p:sp>
      <p:sp>
        <p:nvSpPr>
          <p:cNvPr id="12" name="Rectangle 11"/>
          <p:cNvSpPr/>
          <p:nvPr/>
        </p:nvSpPr>
        <p:spPr>
          <a:xfrm>
            <a:off x="571472" y="1714488"/>
            <a:ext cx="6782626" cy="400110"/>
          </a:xfrm>
          <a:prstGeom prst="rect">
            <a:avLst/>
          </a:prstGeom>
        </p:spPr>
        <p:txBody>
          <a:bodyPr wrap="none">
            <a:spAutoFit/>
          </a:bodyPr>
          <a:lstStyle/>
          <a:p>
            <a:r>
              <a:rPr lang="fr-FR" sz="2000" b="1" dirty="0">
                <a:solidFill>
                  <a:srgbClr val="0070C0"/>
                </a:solidFill>
                <a:latin typeface="DreamerOne" pitchFamily="2" charset="0"/>
              </a:rPr>
              <a:t>5.3.2– les examens radiographiques complémentaires :</a:t>
            </a:r>
            <a:endParaRPr lang="fr-FR" sz="2000" dirty="0">
              <a:solidFill>
                <a:srgbClr val="0070C0"/>
              </a:solidFill>
              <a:latin typeface="DreamerOne" pitchFamily="2" charset="0"/>
            </a:endParaRPr>
          </a:p>
        </p:txBody>
      </p:sp>
      <p:sp>
        <p:nvSpPr>
          <p:cNvPr id="2049" name="Rectangle 1"/>
          <p:cNvSpPr>
            <a:spLocks noChangeArrowheads="1"/>
          </p:cNvSpPr>
          <p:nvPr/>
        </p:nvSpPr>
        <p:spPr bwMode="auto">
          <a:xfrm>
            <a:off x="1643042" y="2140857"/>
            <a:ext cx="6072887" cy="46166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3" algn="ctr" defTabSz="914400" rtl="0" eaLnBrk="1" fontAlgn="base" latinLnBrk="0" hangingPunct="1">
              <a:lnSpc>
                <a:spcPct val="100000"/>
              </a:lnSpc>
              <a:spcBef>
                <a:spcPct val="0"/>
              </a:spcBef>
              <a:spcAft>
                <a:spcPct val="0"/>
              </a:spcAft>
              <a:buClr>
                <a:srgbClr val="548DD4"/>
              </a:buClr>
              <a:buSzTx/>
              <a:tabLst/>
            </a:pPr>
            <a:r>
              <a:rPr kumimoji="0" lang="fr-FR" sz="2400" b="1" i="0" u="none" strike="noStrike" cap="none" normalizeH="0" baseline="0" dirty="0">
                <a:ln>
                  <a:noFill/>
                </a:ln>
                <a:solidFill>
                  <a:srgbClr val="008E47"/>
                </a:solidFill>
                <a:effectLst/>
                <a:latin typeface="Dauphin" pitchFamily="34" charset="0"/>
                <a:ea typeface="Times New Roman" pitchFamily="18" charset="0"/>
                <a:cs typeface="Arial" pitchFamily="34" charset="0"/>
              </a:rPr>
              <a:t>Les clichés</a:t>
            </a:r>
            <a:r>
              <a:rPr kumimoji="0" lang="fr-FR" sz="2400" b="1" i="0" u="none" strike="noStrike" cap="none" normalizeH="0" dirty="0">
                <a:ln>
                  <a:noFill/>
                </a:ln>
                <a:solidFill>
                  <a:srgbClr val="008E47"/>
                </a:solidFill>
                <a:effectLst/>
                <a:latin typeface="Dauphin" pitchFamily="34" charset="0"/>
                <a:ea typeface="Times New Roman" pitchFamily="18" charset="0"/>
                <a:cs typeface="Arial" pitchFamily="34" charset="0"/>
              </a:rPr>
              <a:t> occlusaux</a:t>
            </a:r>
            <a:endParaRPr kumimoji="0" lang="fr-FR" sz="2400" b="1" i="0" u="none" strike="noStrike" cap="none" normalizeH="0" baseline="0" dirty="0">
              <a:ln>
                <a:noFill/>
              </a:ln>
              <a:solidFill>
                <a:srgbClr val="008E47"/>
              </a:solidFill>
              <a:effectLst/>
              <a:latin typeface="Dauphin" pitchFamily="34" charset="0"/>
              <a:ea typeface="Times New Roman" pitchFamily="18" charset="0"/>
              <a:cs typeface="Arial" pitchFamily="34" charset="0"/>
            </a:endParaRPr>
          </a:p>
        </p:txBody>
      </p:sp>
      <p:sp>
        <p:nvSpPr>
          <p:cNvPr id="2051" name="Rectangle 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pitchFamily="34" charset="0"/>
              <a:cs typeface="Arial" pitchFamily="34" charset="0"/>
            </a:endParaRPr>
          </a:p>
        </p:txBody>
      </p:sp>
      <p:sp>
        <p:nvSpPr>
          <p:cNvPr id="778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pitchFamily="34" charset="0"/>
              <a:cs typeface="Arial" pitchFamily="34" charset="0"/>
            </a:endParaRPr>
          </a:p>
        </p:txBody>
      </p:sp>
      <p:sp>
        <p:nvSpPr>
          <p:cNvPr id="77827" name="Rectangle 3"/>
          <p:cNvSpPr>
            <a:spLocks noChangeArrowheads="1"/>
          </p:cNvSpPr>
          <p:nvPr/>
        </p:nvSpPr>
        <p:spPr bwMode="auto">
          <a:xfrm>
            <a:off x="142876" y="2528257"/>
            <a:ext cx="5286380" cy="34778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lgn="just"/>
            <a:r>
              <a:rPr lang="fr-FR" sz="2000" b="1" i="1" dirty="0">
                <a:latin typeface="Dauphin" pitchFamily="34" charset="0"/>
              </a:rPr>
              <a:t>La méthode ortho-occlusale de SIMPSON</a:t>
            </a:r>
            <a:r>
              <a:rPr lang="fr-FR" sz="2000" dirty="0">
                <a:latin typeface="Dauphin" pitchFamily="34" charset="0"/>
              </a:rPr>
              <a:t> </a:t>
            </a:r>
          </a:p>
          <a:p>
            <a:pPr lvl="0" algn="just"/>
            <a:r>
              <a:rPr lang="fr-FR" sz="2000" dirty="0">
                <a:latin typeface="Dauphin" pitchFamily="34" charset="0"/>
              </a:rPr>
              <a:t>le rayon incident est perpendiculaire au plan du film.</a:t>
            </a:r>
          </a:p>
          <a:p>
            <a:pPr marL="182563" lvl="0" indent="-182563" algn="just">
              <a:buFont typeface="Wingdings" pitchFamily="2" charset="2"/>
              <a:buChar char="ü"/>
            </a:pPr>
            <a:r>
              <a:rPr lang="fr-FR" sz="2000" dirty="0">
                <a:solidFill>
                  <a:srgbClr val="0070C0"/>
                </a:solidFill>
                <a:latin typeface="Dauphin" pitchFamily="34" charset="0"/>
              </a:rPr>
              <a:t>Au maxillaire </a:t>
            </a:r>
            <a:r>
              <a:rPr lang="fr-FR" sz="2000" dirty="0">
                <a:latin typeface="Dauphin" pitchFamily="34" charset="0"/>
              </a:rPr>
              <a:t>le rayonnement entre au sommet du front, traversant le vertex, l’encéphale et la base du crâne.</a:t>
            </a:r>
          </a:p>
          <a:p>
            <a:pPr marL="182563" indent="-182563" algn="just">
              <a:buFont typeface="Wingdings" pitchFamily="2" charset="2"/>
              <a:buChar char="ü"/>
            </a:pPr>
            <a:r>
              <a:rPr lang="fr-FR" sz="2000" dirty="0">
                <a:solidFill>
                  <a:srgbClr val="0070C0"/>
                </a:solidFill>
                <a:latin typeface="Dauphin" pitchFamily="34" charset="0"/>
              </a:rPr>
              <a:t>A la mandibule</a:t>
            </a:r>
            <a:r>
              <a:rPr lang="fr-FR" sz="2000" dirty="0">
                <a:latin typeface="Dauphin" pitchFamily="34" charset="0"/>
              </a:rPr>
              <a:t>, la tête du patient étant défléchie, le rayon directeur ascendant est perpendiculaire au plan du film. Il pénètre 3cm en arrière au niveau de la symphyse mentonnière.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7827"/>
                                        </p:tgtEl>
                                        <p:attrNameLst>
                                          <p:attrName>style.visibility</p:attrName>
                                        </p:attrNameLst>
                                      </p:cBhvr>
                                      <p:to>
                                        <p:strVal val="visible"/>
                                      </p:to>
                                    </p:set>
                                    <p:animEffect transition="in" filter="wipe(up)">
                                      <p:cBhvr>
                                        <p:cTn id="7" dur="500"/>
                                        <p:tgtEl>
                                          <p:spTgt spid="778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txBox="1">
            <a:spLocks/>
          </p:cNvSpPr>
          <p:nvPr/>
        </p:nvSpPr>
        <p:spPr bwMode="auto">
          <a:xfrm>
            <a:off x="500034" y="-71454"/>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fr-FR" sz="7200" kern="0" noProof="0" dirty="0">
                <a:solidFill>
                  <a:srgbClr val="C00000"/>
                </a:solidFill>
                <a:effectLst>
                  <a:outerShdw blurRad="38100" dist="38100" dir="2700000" algn="tl">
                    <a:srgbClr val="000000">
                      <a:alpha val="43137"/>
                    </a:srgbClr>
                  </a:outerShdw>
                </a:effectLst>
                <a:latin typeface="AstersHand" pitchFamily="2" charset="0"/>
                <a:ea typeface="+mj-ea"/>
                <a:cs typeface="+mj-cs"/>
              </a:rPr>
              <a:t>5</a:t>
            </a:r>
            <a:r>
              <a:rPr kumimoji="0" lang="fr-FR" sz="7200" i="0" u="none" strike="noStrike" kern="0" cap="none" spc="0" normalizeH="0" baseline="0" noProof="0" dirty="0">
                <a:ln>
                  <a:noFill/>
                </a:ln>
                <a:solidFill>
                  <a:srgbClr val="C00000"/>
                </a:solidFill>
                <a:effectLst>
                  <a:outerShdw blurRad="38100" dist="38100" dir="2700000" algn="tl">
                    <a:srgbClr val="000000">
                      <a:alpha val="43137"/>
                    </a:srgbClr>
                  </a:outerShdw>
                </a:effectLst>
                <a:uLnTx/>
                <a:uFillTx/>
                <a:latin typeface="AstersHand" pitchFamily="2" charset="0"/>
                <a:ea typeface="+mj-ea"/>
                <a:cs typeface="+mj-cs"/>
              </a:rPr>
              <a:t>-Diagnostic+</a:t>
            </a:r>
          </a:p>
        </p:txBody>
      </p:sp>
      <p:sp>
        <p:nvSpPr>
          <p:cNvPr id="7" name="Rectangle 6"/>
          <p:cNvSpPr/>
          <p:nvPr/>
        </p:nvSpPr>
        <p:spPr>
          <a:xfrm>
            <a:off x="214282" y="1142984"/>
            <a:ext cx="4500594" cy="461665"/>
          </a:xfrm>
          <a:prstGeom prst="rect">
            <a:avLst/>
          </a:prstGeom>
        </p:spPr>
        <p:txBody>
          <a:bodyPr wrap="square">
            <a:spAutoFit/>
          </a:bodyPr>
          <a:lstStyle/>
          <a:p>
            <a:pPr lvl="0" algn="justLow" fontAlgn="base">
              <a:spcBef>
                <a:spcPct val="0"/>
              </a:spcBef>
              <a:spcAft>
                <a:spcPct val="0"/>
              </a:spcAft>
            </a:pPr>
            <a:r>
              <a:rPr lang="fr-FR" sz="2400" b="1" dirty="0">
                <a:solidFill>
                  <a:srgbClr val="9900FF"/>
                </a:solidFill>
                <a:effectLst>
                  <a:outerShdw blurRad="38100" dist="38100" dir="2700000" algn="tl">
                    <a:srgbClr val="000000">
                      <a:alpha val="43137"/>
                    </a:srgbClr>
                  </a:outerShdw>
                </a:effectLst>
                <a:latin typeface="Calligrapher" pitchFamily="2" charset="0"/>
                <a:ea typeface="Times New Roman" pitchFamily="18" charset="0"/>
                <a:cs typeface="Times New Roman" pitchFamily="18" charset="0"/>
              </a:rPr>
              <a:t>5.3- L’examen radiologique</a:t>
            </a:r>
            <a:r>
              <a:rPr lang="fr-FR" sz="2400" dirty="0">
                <a:solidFill>
                  <a:srgbClr val="9900FF"/>
                </a:solidFill>
                <a:effectLst>
                  <a:outerShdw blurRad="38100" dist="38100" dir="2700000" algn="tl">
                    <a:srgbClr val="000000">
                      <a:alpha val="43137"/>
                    </a:srgbClr>
                  </a:outerShdw>
                </a:effectLst>
                <a:latin typeface="Calligrapher" pitchFamily="2" charset="0"/>
                <a:cs typeface="Arial" pitchFamily="34" charset="0"/>
              </a:rPr>
              <a:t> :</a:t>
            </a:r>
            <a:endParaRPr lang="fr-FR" sz="2400" b="1" dirty="0">
              <a:solidFill>
                <a:srgbClr val="9900FF"/>
              </a:solidFill>
              <a:effectLst>
                <a:outerShdw blurRad="38100" dist="38100" dir="2700000" algn="tl">
                  <a:srgbClr val="000000">
                    <a:alpha val="43137"/>
                  </a:srgbClr>
                </a:outerShdw>
              </a:effectLst>
              <a:latin typeface="Calligrapher" pitchFamily="2" charset="0"/>
              <a:ea typeface="Times New Roman" pitchFamily="18" charset="0"/>
              <a:cs typeface="Times New Roman" pitchFamily="18" charset="0"/>
            </a:endParaRPr>
          </a:p>
        </p:txBody>
      </p:sp>
      <p:sp>
        <p:nvSpPr>
          <p:cNvPr id="12" name="Rectangle 11"/>
          <p:cNvSpPr/>
          <p:nvPr/>
        </p:nvSpPr>
        <p:spPr>
          <a:xfrm>
            <a:off x="571472" y="1714488"/>
            <a:ext cx="6782626" cy="400110"/>
          </a:xfrm>
          <a:prstGeom prst="rect">
            <a:avLst/>
          </a:prstGeom>
        </p:spPr>
        <p:txBody>
          <a:bodyPr wrap="none">
            <a:spAutoFit/>
          </a:bodyPr>
          <a:lstStyle/>
          <a:p>
            <a:r>
              <a:rPr lang="fr-FR" sz="2000" b="1" dirty="0">
                <a:solidFill>
                  <a:srgbClr val="0070C0"/>
                </a:solidFill>
                <a:latin typeface="DreamerOne" pitchFamily="2" charset="0"/>
              </a:rPr>
              <a:t>5.3.2– les examens radiographiques complémentaires :</a:t>
            </a:r>
            <a:endParaRPr lang="fr-FR" sz="2000" dirty="0">
              <a:solidFill>
                <a:srgbClr val="0070C0"/>
              </a:solidFill>
              <a:latin typeface="DreamerOne" pitchFamily="2" charset="0"/>
            </a:endParaRPr>
          </a:p>
        </p:txBody>
      </p:sp>
      <p:sp>
        <p:nvSpPr>
          <p:cNvPr id="2049" name="Rectangle 1"/>
          <p:cNvSpPr>
            <a:spLocks noChangeArrowheads="1"/>
          </p:cNvSpPr>
          <p:nvPr/>
        </p:nvSpPr>
        <p:spPr bwMode="auto">
          <a:xfrm>
            <a:off x="1643042" y="2140857"/>
            <a:ext cx="6072887" cy="46166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3" algn="ctr" defTabSz="914400" rtl="0" eaLnBrk="1" fontAlgn="base" latinLnBrk="0" hangingPunct="1">
              <a:lnSpc>
                <a:spcPct val="100000"/>
              </a:lnSpc>
              <a:spcBef>
                <a:spcPct val="0"/>
              </a:spcBef>
              <a:spcAft>
                <a:spcPct val="0"/>
              </a:spcAft>
              <a:buClr>
                <a:srgbClr val="548DD4"/>
              </a:buClr>
              <a:buSzTx/>
              <a:tabLst/>
            </a:pPr>
            <a:r>
              <a:rPr kumimoji="0" lang="fr-FR" sz="2400" b="1" i="0" u="none" strike="noStrike" cap="none" normalizeH="0" baseline="0" dirty="0">
                <a:ln>
                  <a:noFill/>
                </a:ln>
                <a:solidFill>
                  <a:srgbClr val="008E47"/>
                </a:solidFill>
                <a:effectLst/>
                <a:latin typeface="Dauphin" pitchFamily="34" charset="0"/>
                <a:ea typeface="Times New Roman" pitchFamily="18" charset="0"/>
                <a:cs typeface="Arial" pitchFamily="34" charset="0"/>
              </a:rPr>
              <a:t>Les clichés</a:t>
            </a:r>
            <a:r>
              <a:rPr kumimoji="0" lang="fr-FR" sz="2400" b="1" i="0" u="none" strike="noStrike" cap="none" normalizeH="0" dirty="0">
                <a:ln>
                  <a:noFill/>
                </a:ln>
                <a:solidFill>
                  <a:srgbClr val="008E47"/>
                </a:solidFill>
                <a:effectLst/>
                <a:latin typeface="Dauphin" pitchFamily="34" charset="0"/>
                <a:ea typeface="Times New Roman" pitchFamily="18" charset="0"/>
                <a:cs typeface="Arial" pitchFamily="34" charset="0"/>
              </a:rPr>
              <a:t> occlusaux</a:t>
            </a:r>
            <a:endParaRPr kumimoji="0" lang="fr-FR" sz="2400" b="1" i="0" u="none" strike="noStrike" cap="none" normalizeH="0" baseline="0" dirty="0">
              <a:ln>
                <a:noFill/>
              </a:ln>
              <a:solidFill>
                <a:srgbClr val="008E47"/>
              </a:solidFill>
              <a:effectLst/>
              <a:latin typeface="Dauphin" pitchFamily="34" charset="0"/>
              <a:ea typeface="Times New Roman" pitchFamily="18" charset="0"/>
              <a:cs typeface="Arial" pitchFamily="34" charset="0"/>
            </a:endParaRPr>
          </a:p>
        </p:txBody>
      </p:sp>
      <p:sp>
        <p:nvSpPr>
          <p:cNvPr id="2051" name="Rectangle 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pitchFamily="34" charset="0"/>
              <a:cs typeface="Arial" pitchFamily="34" charset="0"/>
            </a:endParaRPr>
          </a:p>
        </p:txBody>
      </p:sp>
      <p:sp>
        <p:nvSpPr>
          <p:cNvPr id="778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pitchFamily="34" charset="0"/>
              <a:cs typeface="Arial" pitchFamily="34" charset="0"/>
            </a:endParaRPr>
          </a:p>
        </p:txBody>
      </p:sp>
      <p:sp>
        <p:nvSpPr>
          <p:cNvPr id="77827" name="Rectangle 3"/>
          <p:cNvSpPr>
            <a:spLocks noChangeArrowheads="1"/>
          </p:cNvSpPr>
          <p:nvPr/>
        </p:nvSpPr>
        <p:spPr bwMode="auto">
          <a:xfrm>
            <a:off x="357158" y="3256476"/>
            <a:ext cx="5286380" cy="230832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r>
              <a:rPr lang="fr-FR" sz="2400" b="1" i="1" dirty="0">
                <a:latin typeface="Dauphin" pitchFamily="34" charset="0"/>
              </a:rPr>
              <a:t>La méthode de SIMPSON modifiée</a:t>
            </a:r>
            <a:r>
              <a:rPr lang="fr-FR" sz="2400" dirty="0">
                <a:latin typeface="Dauphin" pitchFamily="34" charset="0"/>
              </a:rPr>
              <a:t>,</a:t>
            </a:r>
          </a:p>
          <a:p>
            <a:pPr lvl="0" algn="just"/>
            <a:r>
              <a:rPr lang="fr-FR" sz="2400" dirty="0">
                <a:latin typeface="Dauphin" pitchFamily="34" charset="0"/>
              </a:rPr>
              <a:t>avec un rayon directeur plus </a:t>
            </a:r>
            <a:r>
              <a:rPr lang="fr-FR" sz="2400">
                <a:latin typeface="Dauphin" pitchFamily="34" charset="0"/>
              </a:rPr>
              <a:t>antérieur  </a:t>
            </a:r>
            <a:r>
              <a:rPr lang="fr-FR" sz="2400" dirty="0">
                <a:latin typeface="Dauphin" pitchFamily="34" charset="0"/>
              </a:rPr>
              <a:t>qui pénètre dans la glabelle, donne de meilleurs résultats. elle évite la superposition de toute la partie antérieure de la base du crâne.</a:t>
            </a:r>
          </a:p>
        </p:txBody>
      </p:sp>
      <p:pic>
        <p:nvPicPr>
          <p:cNvPr id="13" name="Image 12" descr="simpson.jpg"/>
          <p:cNvPicPr/>
          <p:nvPr/>
        </p:nvPicPr>
        <p:blipFill>
          <a:blip r:embed="rId3" cstate="print">
            <a:lum bright="-30000" contrast="40000"/>
          </a:blip>
          <a:srcRect l="13273" t="7541" r="12337" b="11160"/>
          <a:stretch>
            <a:fillRect/>
          </a:stretch>
        </p:blipFill>
        <p:spPr>
          <a:xfrm>
            <a:off x="6357950" y="2786058"/>
            <a:ext cx="2071702" cy="3429024"/>
          </a:xfrm>
          <a:prstGeom prst="roundRect">
            <a:avLst/>
          </a:prstGeom>
          <a:ln>
            <a:solidFill>
              <a:schemeClr val="tx1"/>
            </a:solidFill>
          </a:ln>
          <a:scene3d>
            <a:camera prst="orthographicFront">
              <a:rot lat="0" lon="300000" rev="0"/>
            </a:camera>
            <a:lightRig rig="threePt" dir="t"/>
          </a:scene3d>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7827"/>
                                        </p:tgtEl>
                                        <p:attrNameLst>
                                          <p:attrName>style.visibility</p:attrName>
                                        </p:attrNameLst>
                                      </p:cBhvr>
                                      <p:to>
                                        <p:strVal val="visible"/>
                                      </p:to>
                                    </p:set>
                                    <p:animEffect transition="in" filter="wipe(up)">
                                      <p:cBhvr>
                                        <p:cTn id="7" dur="500"/>
                                        <p:tgtEl>
                                          <p:spTgt spid="77827"/>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500034" y="1500174"/>
            <a:ext cx="8429684" cy="2585323"/>
          </a:xfrm>
          <a:prstGeom prst="rect">
            <a:avLst/>
          </a:prstGeom>
          <a:noFill/>
        </p:spPr>
        <p:txBody>
          <a:bodyPr wrap="square" rtlCol="0">
            <a:spAutoFit/>
          </a:bodyPr>
          <a:lstStyle/>
          <a:p>
            <a:pPr lvl="0"/>
            <a:r>
              <a:rPr lang="fr-FR" sz="2400" u="sng" dirty="0">
                <a:solidFill>
                  <a:srgbClr val="0070C0"/>
                </a:solidFill>
              </a:rPr>
              <a:t>Les clichés rétroalvéolaires :</a:t>
            </a:r>
          </a:p>
          <a:p>
            <a:pPr lvl="0"/>
            <a:endParaRPr lang="fr-FR" sz="2400" dirty="0"/>
          </a:p>
          <a:p>
            <a:r>
              <a:rPr lang="fr-FR" sz="2400" dirty="0"/>
              <a:t>Le cliché </a:t>
            </a:r>
            <a:r>
              <a:rPr lang="fr-FR" sz="2400" dirty="0" err="1"/>
              <a:t>rétroalvéolaire</a:t>
            </a:r>
            <a:r>
              <a:rPr lang="fr-FR" sz="2400" dirty="0"/>
              <a:t> permet de préciser:</a:t>
            </a:r>
          </a:p>
          <a:p>
            <a:r>
              <a:rPr lang="fr-FR" sz="2400" dirty="0"/>
              <a:t>* la forme et l’anatomie de la dent incluse</a:t>
            </a:r>
          </a:p>
          <a:p>
            <a:r>
              <a:rPr lang="fr-FR" sz="2400" dirty="0"/>
              <a:t>* l’existence d’une ankylose</a:t>
            </a:r>
          </a:p>
          <a:p>
            <a:endParaRPr lang="fr-FR" sz="2400" dirty="0"/>
          </a:p>
          <a:p>
            <a:endParaRPr lang="fr-FR"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285720" y="1142984"/>
            <a:ext cx="8429684" cy="830997"/>
          </a:xfrm>
          <a:prstGeom prst="rect">
            <a:avLst/>
          </a:prstGeom>
          <a:noFill/>
        </p:spPr>
        <p:txBody>
          <a:bodyPr wrap="square" rtlCol="0">
            <a:spAutoFit/>
          </a:bodyPr>
          <a:lstStyle/>
          <a:p>
            <a:r>
              <a:rPr lang="fr-FR" sz="2400" i="1" u="sng" dirty="0"/>
              <a:t>Règle de Clark</a:t>
            </a:r>
            <a:endParaRPr lang="fr-FR" sz="2400" u="sng" dirty="0"/>
          </a:p>
          <a:p>
            <a:r>
              <a:rPr lang="fr-FR" sz="2400" dirty="0"/>
              <a:t>Lorsque 3 objets sont alignés dans l'axe du rayon principal.</a:t>
            </a:r>
          </a:p>
        </p:txBody>
      </p:sp>
      <p:pic>
        <p:nvPicPr>
          <p:cNvPr id="48130" name="Picture 2"/>
          <p:cNvPicPr>
            <a:picLocks noChangeAspect="1" noChangeArrowheads="1"/>
          </p:cNvPicPr>
          <p:nvPr/>
        </p:nvPicPr>
        <p:blipFill>
          <a:blip r:embed="rId2"/>
          <a:srcRect/>
          <a:stretch>
            <a:fillRect/>
          </a:stretch>
        </p:blipFill>
        <p:spPr bwMode="auto">
          <a:xfrm>
            <a:off x="285720" y="3714752"/>
            <a:ext cx="4071966" cy="2051964"/>
          </a:xfrm>
          <a:prstGeom prst="rect">
            <a:avLst/>
          </a:prstGeom>
          <a:noFill/>
          <a:ln w="9525">
            <a:noFill/>
            <a:miter lim="800000"/>
            <a:headEnd/>
            <a:tailEnd/>
          </a:ln>
          <a:effectLst/>
        </p:spPr>
      </p:pic>
      <p:pic>
        <p:nvPicPr>
          <p:cNvPr id="48131" name="Picture 3"/>
          <p:cNvPicPr>
            <a:picLocks noChangeAspect="1" noChangeArrowheads="1"/>
          </p:cNvPicPr>
          <p:nvPr/>
        </p:nvPicPr>
        <p:blipFill>
          <a:blip r:embed="rId3"/>
          <a:srcRect/>
          <a:stretch>
            <a:fillRect/>
          </a:stretch>
        </p:blipFill>
        <p:spPr bwMode="auto">
          <a:xfrm>
            <a:off x="4643438" y="3714753"/>
            <a:ext cx="4071966" cy="2064930"/>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8130"/>
                                        </p:tgtEl>
                                        <p:attrNameLst>
                                          <p:attrName>style.visibility</p:attrName>
                                        </p:attrNameLst>
                                      </p:cBhvr>
                                      <p:to>
                                        <p:strVal val="visible"/>
                                      </p:to>
                                    </p:set>
                                    <p:animEffect transition="in" filter="checkerboard(across)">
                                      <p:cBhvr>
                                        <p:cTn id="7" dur="500"/>
                                        <p:tgtEl>
                                          <p:spTgt spid="48130"/>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8131"/>
                                        </p:tgtEl>
                                        <p:attrNameLst>
                                          <p:attrName>style.visibility</p:attrName>
                                        </p:attrNameLst>
                                      </p:cBhvr>
                                      <p:to>
                                        <p:strVal val="visible"/>
                                      </p:to>
                                    </p:set>
                                    <p:animEffect transition="in" filter="checkerboard(across)">
                                      <p:cBhvr>
                                        <p:cTn id="12" dur="500"/>
                                        <p:tgtEl>
                                          <p:spTgt spid="481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p:cNvSpPr txBox="1"/>
          <p:nvPr/>
        </p:nvSpPr>
        <p:spPr>
          <a:xfrm>
            <a:off x="714348" y="1643050"/>
            <a:ext cx="8072494" cy="1569660"/>
          </a:xfrm>
          <a:prstGeom prst="rect">
            <a:avLst/>
          </a:prstGeom>
          <a:noFill/>
        </p:spPr>
        <p:txBody>
          <a:bodyPr wrap="square" rtlCol="0">
            <a:spAutoFit/>
          </a:bodyPr>
          <a:lstStyle/>
          <a:p>
            <a:pPr lvl="0"/>
            <a:r>
              <a:rPr lang="fr-FR" sz="2400" i="1" u="sng" dirty="0">
                <a:solidFill>
                  <a:srgbClr val="0070C0"/>
                </a:solidFill>
              </a:rPr>
              <a:t>Les clichés occlusaux :</a:t>
            </a:r>
            <a:endParaRPr lang="fr-FR" sz="2400" dirty="0">
              <a:solidFill>
                <a:srgbClr val="0070C0"/>
              </a:solidFill>
            </a:endParaRPr>
          </a:p>
          <a:p>
            <a:r>
              <a:rPr lang="fr-FR" sz="2400" dirty="0"/>
              <a:t>Ce sont des radiographies intrabuccales où le film dentaire (5,5 x 7 cm) est placé sur l’arcade dentaire, parallèlement au plan occlusal</a:t>
            </a:r>
            <a:r>
              <a:rPr lang="fr-FR" dirty="0"/>
              <a:t>.</a:t>
            </a:r>
          </a:p>
        </p:txBody>
      </p:sp>
      <p:pic>
        <p:nvPicPr>
          <p:cNvPr id="49154" name="Picture 2"/>
          <p:cNvPicPr>
            <a:picLocks noChangeAspect="1" noChangeArrowheads="1"/>
          </p:cNvPicPr>
          <p:nvPr/>
        </p:nvPicPr>
        <p:blipFill>
          <a:blip r:embed="rId2"/>
          <a:srcRect/>
          <a:stretch>
            <a:fillRect/>
          </a:stretch>
        </p:blipFill>
        <p:spPr bwMode="auto">
          <a:xfrm>
            <a:off x="2786050" y="3500438"/>
            <a:ext cx="3810000" cy="2371725"/>
          </a:xfrm>
          <a:prstGeom prst="rect">
            <a:avLst/>
          </a:prstGeom>
          <a:noFill/>
          <a:ln w="9525">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357158" y="285728"/>
            <a:ext cx="8429684" cy="461665"/>
          </a:xfrm>
          <a:prstGeom prst="rect">
            <a:avLst/>
          </a:prstGeom>
          <a:noFill/>
        </p:spPr>
        <p:txBody>
          <a:bodyPr wrap="square" rtlCol="0">
            <a:spAutoFit/>
          </a:bodyPr>
          <a:lstStyle/>
          <a:p>
            <a:pPr lvl="0"/>
            <a:r>
              <a:rPr lang="fr-FR" sz="2400" u="sng" dirty="0">
                <a:solidFill>
                  <a:srgbClr val="0070C0"/>
                </a:solidFill>
              </a:rPr>
              <a:t>Tomographie – scanner </a:t>
            </a:r>
            <a:r>
              <a:rPr lang="fr-FR" sz="2400" u="sng">
                <a:solidFill>
                  <a:srgbClr val="0070C0"/>
                </a:solidFill>
              </a:rPr>
              <a:t>– cône </a:t>
            </a:r>
            <a:r>
              <a:rPr lang="fr-FR" sz="2400" u="sng" dirty="0" err="1">
                <a:solidFill>
                  <a:srgbClr val="0070C0"/>
                </a:solidFill>
              </a:rPr>
              <a:t>beam</a:t>
            </a:r>
            <a:r>
              <a:rPr lang="fr-FR" sz="2400" u="sng" dirty="0">
                <a:solidFill>
                  <a:srgbClr val="0070C0"/>
                </a:solidFill>
              </a:rPr>
              <a:t> :</a:t>
            </a:r>
            <a:endParaRPr lang="fr-FR" sz="2400" dirty="0">
              <a:solidFill>
                <a:srgbClr val="0070C0"/>
              </a:solidFill>
            </a:endParaRPr>
          </a:p>
        </p:txBody>
      </p:sp>
      <p:sp>
        <p:nvSpPr>
          <p:cNvPr id="3" name="ZoneTexte 2"/>
          <p:cNvSpPr txBox="1"/>
          <p:nvPr/>
        </p:nvSpPr>
        <p:spPr>
          <a:xfrm>
            <a:off x="214282" y="857232"/>
            <a:ext cx="8929718" cy="400110"/>
          </a:xfrm>
          <a:prstGeom prst="rect">
            <a:avLst/>
          </a:prstGeom>
          <a:noFill/>
        </p:spPr>
        <p:txBody>
          <a:bodyPr wrap="square" rtlCol="0">
            <a:spAutoFit/>
          </a:bodyPr>
          <a:lstStyle/>
          <a:p>
            <a:r>
              <a:rPr lang="fr-FR" sz="2000" dirty="0"/>
              <a:t>Grâce aux logiciels modernes de reconstruction. </a:t>
            </a:r>
          </a:p>
        </p:txBody>
      </p:sp>
      <p:pic>
        <p:nvPicPr>
          <p:cNvPr id="5" name="Picture 2" descr="C:\Documents and Settings\Administrateur\Mes documents\Mes images\Image BIS.wmf"/>
          <p:cNvPicPr>
            <a:picLocks noChangeAspect="1" noChangeArrowheads="1"/>
          </p:cNvPicPr>
          <p:nvPr/>
        </p:nvPicPr>
        <p:blipFill>
          <a:blip r:embed="rId2"/>
          <a:srcRect/>
          <a:stretch>
            <a:fillRect/>
          </a:stretch>
        </p:blipFill>
        <p:spPr bwMode="auto">
          <a:xfrm>
            <a:off x="6215074" y="2143116"/>
            <a:ext cx="2714644" cy="1928826"/>
          </a:xfrm>
          <a:prstGeom prst="rect">
            <a:avLst/>
          </a:prstGeom>
          <a:noFill/>
        </p:spPr>
      </p:pic>
      <p:pic>
        <p:nvPicPr>
          <p:cNvPr id="7" name="Picture 2"/>
          <p:cNvPicPr>
            <a:picLocks noChangeAspect="1" noChangeArrowheads="1"/>
          </p:cNvPicPr>
          <p:nvPr/>
        </p:nvPicPr>
        <p:blipFill>
          <a:blip r:embed="rId3"/>
          <a:srcRect/>
          <a:stretch>
            <a:fillRect/>
          </a:stretch>
        </p:blipFill>
        <p:spPr bwMode="auto">
          <a:xfrm>
            <a:off x="0" y="2214554"/>
            <a:ext cx="2857488" cy="1928802"/>
          </a:xfrm>
          <a:prstGeom prst="rect">
            <a:avLst/>
          </a:prstGeom>
          <a:noFill/>
          <a:ln w="9525">
            <a:noFill/>
            <a:miter lim="800000"/>
            <a:headEnd/>
            <a:tailEnd/>
          </a:ln>
          <a:effectLst/>
        </p:spPr>
      </p:pic>
      <p:pic>
        <p:nvPicPr>
          <p:cNvPr id="191489" name="Picture 1"/>
          <p:cNvPicPr>
            <a:picLocks noChangeAspect="1" noChangeArrowheads="1"/>
          </p:cNvPicPr>
          <p:nvPr/>
        </p:nvPicPr>
        <p:blipFill>
          <a:blip r:embed="rId4"/>
          <a:srcRect/>
          <a:stretch>
            <a:fillRect/>
          </a:stretch>
        </p:blipFill>
        <p:spPr bwMode="auto">
          <a:xfrm>
            <a:off x="3071802" y="2143116"/>
            <a:ext cx="3071834" cy="1933570"/>
          </a:xfrm>
          <a:prstGeom prst="rect">
            <a:avLst/>
          </a:prstGeom>
          <a:noFill/>
          <a:ln w="9525">
            <a:noFill/>
            <a:miter lim="800000"/>
            <a:headEnd/>
            <a:tailEnd/>
          </a:ln>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p:cNvSpPr txBox="1">
            <a:spLocks/>
          </p:cNvSpPr>
          <p:nvPr/>
        </p:nvSpPr>
        <p:spPr bwMode="auto">
          <a:xfrm>
            <a:off x="500034" y="-71454"/>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fr-FR" sz="7200" kern="0" noProof="0" dirty="0">
                <a:solidFill>
                  <a:srgbClr val="C00000"/>
                </a:solidFill>
                <a:effectLst>
                  <a:outerShdw blurRad="38100" dist="38100" dir="2700000" algn="tl">
                    <a:srgbClr val="000000">
                      <a:alpha val="43137"/>
                    </a:srgbClr>
                  </a:outerShdw>
                </a:effectLst>
                <a:latin typeface="AstersHand" pitchFamily="2" charset="0"/>
                <a:ea typeface="+mj-ea"/>
                <a:cs typeface="+mj-cs"/>
              </a:rPr>
              <a:t>5</a:t>
            </a:r>
            <a:r>
              <a:rPr kumimoji="0" lang="fr-FR" sz="7200" i="0" u="none" strike="noStrike" kern="0" cap="none" spc="0" normalizeH="0" baseline="0" noProof="0" dirty="0">
                <a:ln>
                  <a:noFill/>
                </a:ln>
                <a:solidFill>
                  <a:srgbClr val="C00000"/>
                </a:solidFill>
                <a:effectLst>
                  <a:outerShdw blurRad="38100" dist="38100" dir="2700000" algn="tl">
                    <a:srgbClr val="000000">
                      <a:alpha val="43137"/>
                    </a:srgbClr>
                  </a:outerShdw>
                </a:effectLst>
                <a:uLnTx/>
                <a:uFillTx/>
                <a:latin typeface="AstersHand" pitchFamily="2" charset="0"/>
                <a:ea typeface="+mj-ea"/>
                <a:cs typeface="+mj-cs"/>
              </a:rPr>
              <a:t>-Diagnostic+</a:t>
            </a:r>
          </a:p>
        </p:txBody>
      </p:sp>
      <p:sp>
        <p:nvSpPr>
          <p:cNvPr id="7" name="Rectangle 6"/>
          <p:cNvSpPr/>
          <p:nvPr/>
        </p:nvSpPr>
        <p:spPr>
          <a:xfrm>
            <a:off x="214282" y="1142984"/>
            <a:ext cx="4500594" cy="461665"/>
          </a:xfrm>
          <a:prstGeom prst="rect">
            <a:avLst/>
          </a:prstGeom>
        </p:spPr>
        <p:txBody>
          <a:bodyPr wrap="square">
            <a:spAutoFit/>
          </a:bodyPr>
          <a:lstStyle/>
          <a:p>
            <a:pPr lvl="0" algn="justLow" fontAlgn="base">
              <a:spcBef>
                <a:spcPct val="0"/>
              </a:spcBef>
              <a:spcAft>
                <a:spcPct val="0"/>
              </a:spcAft>
            </a:pPr>
            <a:r>
              <a:rPr lang="fr-FR" sz="2400" b="1" dirty="0">
                <a:solidFill>
                  <a:srgbClr val="9900FF"/>
                </a:solidFill>
                <a:effectLst>
                  <a:outerShdw blurRad="38100" dist="38100" dir="2700000" algn="tl">
                    <a:srgbClr val="000000">
                      <a:alpha val="43137"/>
                    </a:srgbClr>
                  </a:outerShdw>
                </a:effectLst>
                <a:latin typeface="Calligrapher" pitchFamily="2" charset="0"/>
                <a:ea typeface="Times New Roman" pitchFamily="18" charset="0"/>
                <a:cs typeface="Times New Roman" pitchFamily="18" charset="0"/>
              </a:rPr>
              <a:t>5.4- L’examen des moulages</a:t>
            </a:r>
            <a:r>
              <a:rPr lang="fr-FR" sz="2400" dirty="0">
                <a:solidFill>
                  <a:srgbClr val="9900FF"/>
                </a:solidFill>
                <a:effectLst>
                  <a:outerShdw blurRad="38100" dist="38100" dir="2700000" algn="tl">
                    <a:srgbClr val="000000">
                      <a:alpha val="43137"/>
                    </a:srgbClr>
                  </a:outerShdw>
                </a:effectLst>
                <a:latin typeface="Calligrapher" pitchFamily="2" charset="0"/>
                <a:cs typeface="Arial" pitchFamily="34" charset="0"/>
              </a:rPr>
              <a:t> :</a:t>
            </a:r>
            <a:endParaRPr lang="fr-FR" sz="2400" b="1" dirty="0">
              <a:solidFill>
                <a:srgbClr val="9900FF"/>
              </a:solidFill>
              <a:effectLst>
                <a:outerShdw blurRad="38100" dist="38100" dir="2700000" algn="tl">
                  <a:srgbClr val="000000">
                    <a:alpha val="43137"/>
                  </a:srgbClr>
                </a:outerShdw>
              </a:effectLst>
              <a:latin typeface="Calligrapher" pitchFamily="2" charset="0"/>
              <a:ea typeface="Times New Roman" pitchFamily="18" charset="0"/>
              <a:cs typeface="Times New Roman" pitchFamily="18" charset="0"/>
            </a:endParaRPr>
          </a:p>
        </p:txBody>
      </p:sp>
      <p:sp>
        <p:nvSpPr>
          <p:cNvPr id="2051" name="Rectangle 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pitchFamily="34" charset="0"/>
              <a:cs typeface="Arial" pitchFamily="34" charset="0"/>
            </a:endParaRPr>
          </a:p>
        </p:txBody>
      </p:sp>
      <p:sp>
        <p:nvSpPr>
          <p:cNvPr id="778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pitchFamily="34" charset="0"/>
              <a:cs typeface="Arial" pitchFamily="34" charset="0"/>
            </a:endParaRPr>
          </a:p>
        </p:txBody>
      </p:sp>
      <p:sp>
        <p:nvSpPr>
          <p:cNvPr id="77827" name="Rectangle 3"/>
          <p:cNvSpPr>
            <a:spLocks noChangeArrowheads="1"/>
          </p:cNvSpPr>
          <p:nvPr/>
        </p:nvSpPr>
        <p:spPr bwMode="auto">
          <a:xfrm>
            <a:off x="785786" y="2399220"/>
            <a:ext cx="7358114" cy="156966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just"/>
            <a:r>
              <a:rPr lang="fr-FR" sz="2400" dirty="0">
                <a:latin typeface="Dauphin" pitchFamily="34" charset="0"/>
              </a:rPr>
              <a:t>L’étude des moulages, arcades séparées, nous informe sur la forme de l’arcade, sa largeur, sa longueur et permet de mesurer la place disponible et d’évaluer la DDM. </a:t>
            </a:r>
          </a:p>
        </p:txBody>
      </p:sp>
      <p:sp>
        <p:nvSpPr>
          <p:cNvPr id="3078" name="Rectangle 6"/>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3080" name="Rectangle 8"/>
          <p:cNvSpPr>
            <a:spLocks noChangeArrowheads="1"/>
          </p:cNvSpPr>
          <p:nvPr/>
        </p:nvSpPr>
        <p:spPr bwMode="auto">
          <a:xfrm>
            <a:off x="457200" y="4572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3081" name="Rectangle 9"/>
          <p:cNvSpPr>
            <a:spLocks noChangeArrowheads="1"/>
          </p:cNvSpPr>
          <p:nvPr/>
        </p:nvSpPr>
        <p:spPr bwMode="auto">
          <a:xfrm>
            <a:off x="457200" y="31813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pitchFamily="34" charset="0"/>
              <a:cs typeface="Arial" pitchFamily="34" charset="0"/>
            </a:endParaRPr>
          </a:p>
        </p:txBody>
      </p:sp>
      <p:sp>
        <p:nvSpPr>
          <p:cNvPr id="103427" name="Rectangle 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03428" name="Rectangle 4"/>
          <p:cNvSpPr>
            <a:spLocks noChangeArrowheads="1"/>
          </p:cNvSpPr>
          <p:nvPr/>
        </p:nvSpPr>
        <p:spPr bwMode="auto">
          <a:xfrm>
            <a:off x="450850" y="5334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03429" name="Rectangle 5"/>
          <p:cNvSpPr>
            <a:spLocks noChangeArrowheads="1"/>
          </p:cNvSpPr>
          <p:nvPr/>
        </p:nvSpPr>
        <p:spPr bwMode="auto">
          <a:xfrm>
            <a:off x="450850" y="27051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pitchFamily="34" charset="0"/>
              <a:cs typeface="Arial" pitchFamily="34" charset="0"/>
            </a:endParaRPr>
          </a:p>
        </p:txBody>
      </p:sp>
      <p:sp>
        <p:nvSpPr>
          <p:cNvPr id="105475" name="Rectangle 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05477" name="Rectangle 5"/>
          <p:cNvSpPr>
            <a:spLocks noChangeArrowheads="1"/>
          </p:cNvSpPr>
          <p:nvPr/>
        </p:nvSpPr>
        <p:spPr bwMode="auto">
          <a:xfrm>
            <a:off x="0" y="5334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fr-FR"/>
          </a:p>
        </p:txBody>
      </p:sp>
      <p:sp>
        <p:nvSpPr>
          <p:cNvPr id="105478" name="Rectangle 6"/>
          <p:cNvSpPr>
            <a:spLocks noChangeArrowheads="1"/>
          </p:cNvSpPr>
          <p:nvPr/>
        </p:nvSpPr>
        <p:spPr bwMode="auto">
          <a:xfrm>
            <a:off x="0" y="14097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grpId="0" nodeType="clickEffect">
                                  <p:stCondLst>
                                    <p:cond delay="0"/>
                                  </p:stCondLst>
                                  <p:iterate type="lt">
                                    <p:tmPct val="10000"/>
                                  </p:iterate>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7"/>
                                        </p:tgtEl>
                                        <p:attrNameLst>
                                          <p:attrName>ppt_y</p:attrName>
                                        </p:attrNameLst>
                                      </p:cBhvr>
                                      <p:tavLst>
                                        <p:tav tm="0">
                                          <p:val>
                                            <p:strVal val="#ppt_y"/>
                                          </p:val>
                                        </p:tav>
                                        <p:tav tm="100000">
                                          <p:val>
                                            <p:strVal val="#ppt_y"/>
                                          </p:val>
                                        </p:tav>
                                      </p:tavLst>
                                    </p:anim>
                                    <p:anim calcmode="lin" valueType="num">
                                      <p:cBhvr>
                                        <p:cTn id="9" dur="5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77827"/>
                                        </p:tgtEl>
                                        <p:attrNameLst>
                                          <p:attrName>style.visibility</p:attrName>
                                        </p:attrNameLst>
                                      </p:cBhvr>
                                      <p:to>
                                        <p:strVal val="visible"/>
                                      </p:to>
                                    </p:set>
                                    <p:animEffect transition="in" filter="wipe(up)">
                                      <p:cBhvr>
                                        <p:cTn id="16" dur="500"/>
                                        <p:tgtEl>
                                          <p:spTgt spid="778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782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me 1"/>
          <p:cNvGraphicFramePr/>
          <p:nvPr/>
        </p:nvGraphicFramePr>
        <p:xfrm>
          <a:off x="714348" y="214290"/>
          <a:ext cx="7643866" cy="8889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Espace réservé du contenu 2"/>
          <p:cNvSpPr txBox="1">
            <a:spLocks/>
          </p:cNvSpPr>
          <p:nvPr/>
        </p:nvSpPr>
        <p:spPr>
          <a:xfrm>
            <a:off x="285720" y="1500174"/>
            <a:ext cx="8643998" cy="5072098"/>
          </a:xfrm>
          <a:prstGeom prst="rect">
            <a:avLst/>
          </a:prstGeom>
        </p:spPr>
        <p:txBody>
          <a:bodyPr>
            <a:normAutofit lnSpcReduction="10000"/>
          </a:bodyPr>
          <a:lstStyle/>
          <a:p>
            <a:pPr marL="420624" marR="0" lvl="0" indent="-384048" algn="l" defTabSz="914400" rtl="0" eaLnBrk="1" fontAlgn="auto" latinLnBrk="0" hangingPunct="1">
              <a:lnSpc>
                <a:spcPct val="100000"/>
              </a:lnSpc>
              <a:spcBef>
                <a:spcPct val="20000"/>
              </a:spcBef>
              <a:spcAft>
                <a:spcPts val="0"/>
              </a:spcAft>
              <a:buClr>
                <a:schemeClr val="accent1"/>
              </a:buClr>
              <a:buSzPct val="80000"/>
              <a:buFont typeface="Wingdings 2"/>
              <a:buNone/>
              <a:tabLst/>
              <a:defRPr/>
            </a:pPr>
            <a:r>
              <a:rPr kumimoji="0" lang="fr-FR" sz="3000" b="0" i="0" u="none" strike="noStrike" kern="1200" cap="none" spc="0" normalizeH="0" baseline="0" noProof="0" dirty="0">
                <a:ln>
                  <a:noFill/>
                </a:ln>
                <a:solidFill>
                  <a:schemeClr val="tx1"/>
                </a:solidFill>
                <a:effectLst/>
                <a:uLnTx/>
                <a:uFillTx/>
                <a:latin typeface="+mn-lt"/>
                <a:ea typeface="+mn-ea"/>
                <a:cs typeface="+mn-cs"/>
                <a:sym typeface="Wingdings 3"/>
              </a:rPr>
              <a:t>  </a:t>
            </a:r>
            <a:r>
              <a:rPr kumimoji="0" lang="fr-FR" sz="3000" b="0" i="0" u="none" strike="noStrike" kern="1200" cap="none" spc="0" normalizeH="0" baseline="0" noProof="0" dirty="0">
                <a:ln>
                  <a:noFill/>
                </a:ln>
                <a:solidFill>
                  <a:schemeClr val="tx1"/>
                </a:solidFill>
                <a:effectLst/>
                <a:uLnTx/>
                <a:uFillTx/>
                <a:latin typeface="+mn-lt"/>
                <a:ea typeface="+mn-ea"/>
                <a:cs typeface="+mn-cs"/>
              </a:rPr>
              <a:t>Par opposition au diagnostic positif, il convient de différencier :</a:t>
            </a:r>
          </a:p>
          <a:p>
            <a:pPr marL="420624" marR="0" lvl="0" indent="-384048" algn="l" defTabSz="914400" rtl="0" eaLnBrk="1" fontAlgn="auto" latinLnBrk="0" hangingPunct="1">
              <a:lnSpc>
                <a:spcPct val="100000"/>
              </a:lnSpc>
              <a:spcBef>
                <a:spcPct val="20000"/>
              </a:spcBef>
              <a:spcAft>
                <a:spcPts val="0"/>
              </a:spcAft>
              <a:buClr>
                <a:schemeClr val="accent1"/>
              </a:buClr>
              <a:buSzPct val="80000"/>
              <a:buFont typeface="Wingdings 2"/>
              <a:buNone/>
              <a:tabLst/>
              <a:defRPr/>
            </a:pPr>
            <a:endParaRPr kumimoji="0" lang="fr-FR" sz="3000" b="0" i="0" u="none" strike="noStrike" kern="1200" cap="none" spc="0" normalizeH="0" baseline="0" noProof="0" dirty="0">
              <a:ln>
                <a:noFill/>
              </a:ln>
              <a:solidFill>
                <a:schemeClr val="tx1"/>
              </a:solidFill>
              <a:effectLst/>
              <a:uLnTx/>
              <a:uFillTx/>
              <a:latin typeface="+mn-lt"/>
              <a:ea typeface="+mn-ea"/>
              <a:cs typeface="+mn-cs"/>
            </a:endParaRPr>
          </a:p>
          <a:p>
            <a:pPr marL="420624" marR="0" lvl="0" indent="-384048" algn="l" defTabSz="914400" rtl="0" eaLnBrk="1" fontAlgn="auto" latinLnBrk="0" hangingPunct="1">
              <a:lnSpc>
                <a:spcPct val="100000"/>
              </a:lnSpc>
              <a:spcBef>
                <a:spcPct val="20000"/>
              </a:spcBef>
              <a:spcAft>
                <a:spcPts val="0"/>
              </a:spcAft>
              <a:buClr>
                <a:schemeClr val="accent1"/>
              </a:buClr>
              <a:buSzPct val="80000"/>
              <a:buFont typeface="Wingdings 2"/>
              <a:buNone/>
              <a:tabLst/>
              <a:defRPr/>
            </a:pPr>
            <a:r>
              <a:rPr kumimoji="0" lang="fr-FR" sz="3000" b="0" i="0" strike="noStrike" kern="1200" cap="none" spc="0" normalizeH="0" baseline="0" noProof="0" dirty="0">
                <a:ln>
                  <a:noFill/>
                </a:ln>
                <a:solidFill>
                  <a:schemeClr val="tx1"/>
                </a:solidFill>
                <a:effectLst/>
                <a:uLnTx/>
                <a:uFillTx/>
                <a:latin typeface="+mn-lt"/>
                <a:ea typeface="+mn-ea"/>
                <a:cs typeface="+mn-cs"/>
              </a:rPr>
              <a:t>•</a:t>
            </a:r>
            <a:r>
              <a:rPr kumimoji="0" lang="fr-FR" sz="3000" b="0" i="0" u="sng" strike="noStrike" kern="1200" cap="none" spc="0" normalizeH="0" baseline="0" noProof="0" dirty="0">
                <a:ln>
                  <a:noFill/>
                </a:ln>
                <a:solidFill>
                  <a:schemeClr val="tx1"/>
                </a:solidFill>
                <a:effectLst/>
                <a:uLnTx/>
                <a:uFillTx/>
                <a:latin typeface="+mn-lt"/>
                <a:ea typeface="+mn-ea"/>
                <a:cs typeface="+mn-cs"/>
              </a:rPr>
              <a:t> </a:t>
            </a:r>
            <a:r>
              <a:rPr kumimoji="0" lang="fr-FR" sz="3000" b="0" i="0" strike="noStrike" kern="1200" cap="none" spc="0" normalizeH="0" baseline="0" noProof="0" dirty="0">
                <a:ln>
                  <a:noFill/>
                </a:ln>
                <a:solidFill>
                  <a:schemeClr val="tx1"/>
                </a:solidFill>
                <a:effectLst/>
                <a:uLnTx/>
                <a:uFillTx/>
                <a:latin typeface="+mn-lt"/>
                <a:ea typeface="+mn-ea"/>
                <a:cs typeface="+mn-cs"/>
              </a:rPr>
              <a:t>l’agénésie </a:t>
            </a:r>
          </a:p>
          <a:p>
            <a:pPr marL="420624" marR="0" lvl="0" indent="-384048" algn="l" defTabSz="914400" rtl="0" eaLnBrk="1" fontAlgn="auto" latinLnBrk="0" hangingPunct="1">
              <a:lnSpc>
                <a:spcPct val="100000"/>
              </a:lnSpc>
              <a:spcBef>
                <a:spcPct val="20000"/>
              </a:spcBef>
              <a:spcAft>
                <a:spcPts val="0"/>
              </a:spcAft>
              <a:buClr>
                <a:schemeClr val="accent1"/>
              </a:buClr>
              <a:buSzPct val="80000"/>
              <a:buFont typeface="Wingdings 2"/>
              <a:buNone/>
              <a:tabLst/>
              <a:defRPr/>
            </a:pPr>
            <a:endParaRPr kumimoji="0" lang="fr-FR" sz="3000" b="0" i="0" u="none" strike="noStrike" kern="1200" cap="none" spc="0" normalizeH="0" baseline="0" noProof="0" dirty="0">
              <a:ln>
                <a:noFill/>
              </a:ln>
              <a:solidFill>
                <a:schemeClr val="tx1"/>
              </a:solidFill>
              <a:effectLst/>
              <a:uLnTx/>
              <a:uFillTx/>
              <a:latin typeface="+mn-lt"/>
              <a:ea typeface="+mn-ea"/>
              <a:cs typeface="+mn-cs"/>
            </a:endParaRPr>
          </a:p>
          <a:p>
            <a:pPr marL="420624" marR="0" lvl="0" indent="-384048" algn="l" defTabSz="914400" rtl="0" eaLnBrk="1" fontAlgn="auto" latinLnBrk="0" hangingPunct="1">
              <a:lnSpc>
                <a:spcPct val="100000"/>
              </a:lnSpc>
              <a:spcBef>
                <a:spcPct val="20000"/>
              </a:spcBef>
              <a:spcAft>
                <a:spcPts val="0"/>
              </a:spcAft>
              <a:buClr>
                <a:schemeClr val="accent1"/>
              </a:buClr>
              <a:buSzPct val="80000"/>
              <a:buFont typeface="Wingdings 2"/>
              <a:buNone/>
              <a:tabLst/>
              <a:defRPr/>
            </a:pPr>
            <a:r>
              <a:rPr kumimoji="0" lang="fr-FR" sz="3000" b="0" i="0" strike="noStrike" kern="1200" cap="none" spc="0" normalizeH="0" baseline="0" noProof="0" dirty="0">
                <a:ln>
                  <a:noFill/>
                </a:ln>
                <a:solidFill>
                  <a:schemeClr val="tx1"/>
                </a:solidFill>
                <a:effectLst/>
                <a:uLnTx/>
                <a:uFillTx/>
                <a:latin typeface="+mn-lt"/>
                <a:ea typeface="+mn-ea"/>
                <a:cs typeface="+mn-cs"/>
              </a:rPr>
              <a:t>•</a:t>
            </a:r>
            <a:r>
              <a:rPr kumimoji="0" lang="fr-FR" sz="3000" b="0" i="0" u="sng" strike="noStrike" kern="1200" cap="none" spc="0" normalizeH="0" baseline="0" noProof="0" dirty="0">
                <a:ln>
                  <a:noFill/>
                </a:ln>
                <a:solidFill>
                  <a:schemeClr val="tx1"/>
                </a:solidFill>
                <a:effectLst/>
                <a:uLnTx/>
                <a:uFillTx/>
                <a:latin typeface="+mn-lt"/>
                <a:ea typeface="+mn-ea"/>
                <a:cs typeface="+mn-cs"/>
              </a:rPr>
              <a:t> </a:t>
            </a:r>
            <a:r>
              <a:rPr kumimoji="0" lang="fr-FR" sz="3000" b="0" i="0" strike="noStrike" kern="1200" cap="none" spc="0" normalizeH="0" baseline="0" noProof="0" dirty="0">
                <a:ln>
                  <a:noFill/>
                </a:ln>
                <a:solidFill>
                  <a:schemeClr val="tx1"/>
                </a:solidFill>
                <a:effectLst/>
                <a:uLnTx/>
                <a:uFillTx/>
                <a:latin typeface="+mn-lt"/>
                <a:ea typeface="+mn-ea"/>
                <a:cs typeface="+mn-cs"/>
              </a:rPr>
              <a:t>les dents retenues enclavées  </a:t>
            </a:r>
          </a:p>
          <a:p>
            <a:pPr marL="420624" marR="0" lvl="0" indent="-384048" algn="l" defTabSz="914400" rtl="0" eaLnBrk="1" fontAlgn="auto" latinLnBrk="0" hangingPunct="1">
              <a:lnSpc>
                <a:spcPct val="100000"/>
              </a:lnSpc>
              <a:spcBef>
                <a:spcPct val="20000"/>
              </a:spcBef>
              <a:spcAft>
                <a:spcPts val="0"/>
              </a:spcAft>
              <a:buClr>
                <a:schemeClr val="accent1"/>
              </a:buClr>
              <a:buSzPct val="80000"/>
              <a:buFont typeface="Wingdings 2"/>
              <a:buNone/>
              <a:tabLst/>
              <a:defRPr/>
            </a:pPr>
            <a:endParaRPr kumimoji="0" lang="fr-FR" sz="3000" b="0" i="0" u="none" strike="noStrike" kern="1200" cap="none" spc="0" normalizeH="0" baseline="0" noProof="0" dirty="0">
              <a:ln>
                <a:noFill/>
              </a:ln>
              <a:solidFill>
                <a:schemeClr val="tx1"/>
              </a:solidFill>
              <a:effectLst/>
              <a:uLnTx/>
              <a:uFillTx/>
              <a:latin typeface="+mn-lt"/>
              <a:ea typeface="+mn-ea"/>
              <a:cs typeface="+mn-cs"/>
            </a:endParaRPr>
          </a:p>
          <a:p>
            <a:pPr marL="420624" marR="0" lvl="0" indent="-384048" algn="l" defTabSz="914400" rtl="0" eaLnBrk="1" fontAlgn="auto" latinLnBrk="0" hangingPunct="1">
              <a:lnSpc>
                <a:spcPct val="100000"/>
              </a:lnSpc>
              <a:spcBef>
                <a:spcPct val="20000"/>
              </a:spcBef>
              <a:spcAft>
                <a:spcPts val="0"/>
              </a:spcAft>
              <a:buClr>
                <a:schemeClr val="accent1"/>
              </a:buClr>
              <a:buSzPct val="80000"/>
              <a:buFont typeface="Wingdings 2"/>
              <a:buNone/>
              <a:tabLst/>
              <a:defRPr/>
            </a:pPr>
            <a:r>
              <a:rPr kumimoji="0" lang="fr-FR" sz="3000" b="0" i="0" u="none" strike="noStrike" kern="1200" cap="none" spc="0" normalizeH="0" baseline="0" noProof="0" dirty="0">
                <a:ln>
                  <a:noFill/>
                </a:ln>
                <a:solidFill>
                  <a:schemeClr val="tx1"/>
                </a:solidFill>
                <a:effectLst/>
                <a:uLnTx/>
                <a:uFillTx/>
                <a:latin typeface="+mn-lt"/>
                <a:ea typeface="+mn-ea"/>
                <a:cs typeface="+mn-cs"/>
              </a:rPr>
              <a:t>• </a:t>
            </a:r>
            <a:r>
              <a:rPr kumimoji="0" lang="fr-FR" sz="3000" b="0" i="0" strike="noStrike" kern="1200" cap="none" spc="0" normalizeH="0" baseline="0" noProof="0" dirty="0">
                <a:ln>
                  <a:noFill/>
                </a:ln>
                <a:solidFill>
                  <a:schemeClr val="tx1"/>
                </a:solidFill>
                <a:effectLst/>
                <a:uLnTx/>
                <a:uFillTx/>
                <a:latin typeface="+mn-lt"/>
                <a:ea typeface="+mn-ea"/>
                <a:cs typeface="+mn-cs"/>
              </a:rPr>
              <a:t>un retard d’évolution </a:t>
            </a:r>
          </a:p>
          <a:p>
            <a:pPr marL="420624" marR="0" lvl="0" indent="-384048" algn="l" defTabSz="914400" rtl="0" eaLnBrk="1" fontAlgn="auto" latinLnBrk="0" hangingPunct="1">
              <a:lnSpc>
                <a:spcPct val="100000"/>
              </a:lnSpc>
              <a:spcBef>
                <a:spcPct val="20000"/>
              </a:spcBef>
              <a:spcAft>
                <a:spcPts val="0"/>
              </a:spcAft>
              <a:buClr>
                <a:schemeClr val="accent1"/>
              </a:buClr>
              <a:buSzPct val="80000"/>
              <a:buFont typeface="Wingdings 2"/>
              <a:buNone/>
              <a:tabLst/>
              <a:defRPr/>
            </a:pPr>
            <a:endParaRPr kumimoji="0" lang="fr-FR" sz="3000" b="0" i="0" u="none" strike="noStrike" kern="1200" cap="none" spc="0" normalizeH="0" baseline="0" noProof="0" dirty="0">
              <a:ln>
                <a:noFill/>
              </a:ln>
              <a:solidFill>
                <a:schemeClr val="tx1"/>
              </a:solidFill>
              <a:effectLst/>
              <a:uLnTx/>
              <a:uFillTx/>
              <a:latin typeface="+mn-lt"/>
              <a:ea typeface="+mn-ea"/>
              <a:cs typeface="+mn-cs"/>
            </a:endParaRPr>
          </a:p>
          <a:p>
            <a:pPr marL="420624" marR="0" lvl="0" indent="-384048" algn="l" defTabSz="914400" rtl="0" eaLnBrk="1" fontAlgn="auto" latinLnBrk="0" hangingPunct="1">
              <a:lnSpc>
                <a:spcPct val="100000"/>
              </a:lnSpc>
              <a:spcBef>
                <a:spcPct val="20000"/>
              </a:spcBef>
              <a:spcAft>
                <a:spcPts val="0"/>
              </a:spcAft>
              <a:buClr>
                <a:schemeClr val="accent1"/>
              </a:buClr>
              <a:buSzPct val="80000"/>
              <a:buFont typeface="Wingdings 2"/>
              <a:buNone/>
              <a:tabLst/>
              <a:defRPr/>
            </a:pPr>
            <a:r>
              <a:rPr kumimoji="0" lang="fr-FR" sz="3000" b="0" i="0"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mn-lt"/>
                <a:ea typeface="+mn-ea"/>
                <a:cs typeface="+mn-cs"/>
              </a:rPr>
              <a:t>• une avulsion iatrogène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p:cNvSpPr txBox="1"/>
          <p:nvPr/>
        </p:nvSpPr>
        <p:spPr>
          <a:xfrm>
            <a:off x="214282" y="1833643"/>
            <a:ext cx="8715436" cy="2369880"/>
          </a:xfrm>
          <a:prstGeom prst="rect">
            <a:avLst/>
          </a:prstGeom>
          <a:noFill/>
        </p:spPr>
        <p:txBody>
          <a:bodyPr wrap="square" rtlCol="0">
            <a:spAutoFit/>
          </a:bodyPr>
          <a:lstStyle/>
          <a:p>
            <a:r>
              <a:rPr lang="fr-FR" sz="2400" i="1" dirty="0"/>
              <a:t>  </a:t>
            </a:r>
            <a:r>
              <a:rPr lang="fr-FR" sz="2000" i="1" dirty="0"/>
              <a:t>L’inclusion dentaire constitue le plus souvent une anomalie surajoutée à un contexte de dysmorphose ou de </a:t>
            </a:r>
            <a:r>
              <a:rPr lang="fr-FR" sz="2000" i="1"/>
              <a:t>malocclusion globale. </a:t>
            </a:r>
            <a:r>
              <a:rPr lang="fr-FR" sz="2000" i="1" dirty="0"/>
              <a:t>Une connaissance plus affinée des mécanismes éruptifs avec une analyse précoce clinique et radiologique peut elle autoriser à poser préventivement l’indication de gestes thérapeutiques simples</a:t>
            </a:r>
            <a:r>
              <a:rPr lang="fr-FR" sz="2000" dirty="0"/>
              <a:t>.</a:t>
            </a:r>
          </a:p>
          <a:p>
            <a:endParaRPr lang="fr-FR" sz="2400" dirty="0"/>
          </a:p>
        </p:txBody>
      </p:sp>
      <p:grpSp>
        <p:nvGrpSpPr>
          <p:cNvPr id="6" name="Groupe 5"/>
          <p:cNvGrpSpPr/>
          <p:nvPr/>
        </p:nvGrpSpPr>
        <p:grpSpPr>
          <a:xfrm>
            <a:off x="1071538" y="500042"/>
            <a:ext cx="6095995" cy="888503"/>
            <a:chOff x="2" y="244"/>
            <a:chExt cx="6095995" cy="888503"/>
          </a:xfrm>
          <a:scene3d>
            <a:camera prst="perspectiveFront" fov="5100000">
              <a:rot lat="0" lon="2100000" rev="0"/>
            </a:camera>
            <a:lightRig rig="flood" dir="t">
              <a:rot lat="0" lon="0" rev="13800000"/>
            </a:lightRig>
          </a:scene3d>
        </p:grpSpPr>
        <p:sp>
          <p:nvSpPr>
            <p:cNvPr id="7" name="Rectangle 6"/>
            <p:cNvSpPr/>
            <p:nvPr/>
          </p:nvSpPr>
          <p:spPr>
            <a:xfrm>
              <a:off x="2" y="244"/>
              <a:ext cx="6095995" cy="888503"/>
            </a:xfrm>
            <a:prstGeom prst="rect">
              <a:avLst/>
            </a:prstGeom>
            <a:ln/>
          </p:spPr>
          <p:style>
            <a:lnRef idx="1">
              <a:schemeClr val="dk1"/>
            </a:lnRef>
            <a:fillRef idx="2">
              <a:schemeClr val="dk1"/>
            </a:fillRef>
            <a:effectRef idx="1">
              <a:schemeClr val="dk1"/>
            </a:effectRef>
            <a:fontRef idx="minor">
              <a:schemeClr val="dk1"/>
            </a:fontRef>
          </p:style>
        </p:sp>
        <p:sp>
          <p:nvSpPr>
            <p:cNvPr id="8" name="Rectangle 7"/>
            <p:cNvSpPr/>
            <p:nvPr/>
          </p:nvSpPr>
          <p:spPr>
            <a:xfrm>
              <a:off x="2" y="244"/>
              <a:ext cx="6095995" cy="888503"/>
            </a:xfrm>
            <a:prstGeom prst="rect">
              <a:avLst/>
            </a:prstGeom>
            <a:ln/>
          </p:spPr>
          <p:style>
            <a:lnRef idx="1">
              <a:schemeClr val="dk1"/>
            </a:lnRef>
            <a:fillRef idx="2">
              <a:schemeClr val="dk1"/>
            </a:fillRef>
            <a:effectRef idx="1">
              <a:schemeClr val="dk1"/>
            </a:effectRef>
            <a:fontRef idx="minor">
              <a:schemeClr val="dk1"/>
            </a:fontRef>
          </p:style>
          <p:txBody>
            <a:bodyPr spcFirstLastPara="0" vert="horz" wrap="square" lIns="160020" tIns="160020" rIns="160020" bIns="160020" numCol="1" spcCol="1270" anchor="ctr" anchorCtr="0">
              <a:noAutofit/>
            </a:bodyPr>
            <a:lstStyle/>
            <a:p>
              <a:pPr lvl="0" algn="ctr" defTabSz="1866900">
                <a:lnSpc>
                  <a:spcPct val="90000"/>
                </a:lnSpc>
                <a:spcBef>
                  <a:spcPct val="0"/>
                </a:spcBef>
                <a:spcAft>
                  <a:spcPct val="35000"/>
                </a:spcAft>
              </a:pPr>
              <a:r>
                <a:rPr lang="fr-FR" sz="4200" kern="1200" dirty="0"/>
                <a:t>conclusion</a:t>
              </a: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3" name="Rectangle 1"/>
          <p:cNvSpPr>
            <a:spLocks noChangeArrowheads="1"/>
          </p:cNvSpPr>
          <p:nvPr/>
        </p:nvSpPr>
        <p:spPr bwMode="auto">
          <a:xfrm>
            <a:off x="357158" y="1412638"/>
            <a:ext cx="8429652" cy="501675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2000" b="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Chambas</a:t>
            </a:r>
            <a:r>
              <a:rPr kumimoji="0" lang="fr-FR" sz="20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C : Désinclusion et mise en place des dents retenues                                                 </a:t>
            </a:r>
            <a:endParaRPr kumimoji="0" lang="fr-FR" sz="20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sz="20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EMC 23.492.A10    1997</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sz="20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sz="2000" b="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Delsol.L</a:t>
            </a:r>
            <a:r>
              <a:rPr kumimoji="0" lang="fr-FR" sz="20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 Canines et incisives maxillaires incluses. Diagnostic et  thérapeutique                                                                            </a:t>
            </a:r>
            <a:endParaRPr kumimoji="0" lang="fr-FR" sz="20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sz="20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EMC 23.492.A11    2006</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sz="20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sz="20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Favre De </a:t>
            </a:r>
            <a:r>
              <a:rPr kumimoji="0" lang="fr-FR" sz="2000" b="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Thierrens</a:t>
            </a:r>
            <a:r>
              <a:rPr kumimoji="0" lang="fr-FR" sz="20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C : inclusion dentaire                     EMC 22.032.A16    2003</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sz="20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sz="2000" b="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Korbendau.J</a:t>
            </a:r>
            <a:r>
              <a:rPr kumimoji="0" lang="fr-FR" sz="20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M : Le traitement orthodontique et chirurgical des dents        </a:t>
            </a:r>
            <a:endParaRPr kumimoji="0" lang="fr-FR" sz="20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sz="20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Patti. A                      incluses                        Quintessence international   2006</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sz="20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sz="2000" b="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Korbendau.J</a:t>
            </a:r>
            <a:r>
              <a:rPr kumimoji="0" lang="fr-FR" sz="20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M :  L’extraction de la dent de sagesse</a:t>
            </a:r>
            <a:endParaRPr kumimoji="0" lang="fr-FR" sz="20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sz="20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a:t>
            </a:r>
            <a:r>
              <a:rPr kumimoji="0" lang="fr-FR" sz="2000" b="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X.Korbendau</a:t>
            </a:r>
            <a:r>
              <a:rPr kumimoji="0" lang="fr-FR" sz="20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Quintessence international   2001</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sz="20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sz="2000" b="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Kornhauser</a:t>
            </a:r>
            <a:r>
              <a:rPr kumimoji="0" lang="fr-FR" sz="20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 traitement de canines incluses par une force palato-occlusale</a:t>
            </a:r>
            <a:endParaRPr kumimoji="0" lang="fr-FR" sz="20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sz="20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a:t>
            </a:r>
            <a:r>
              <a:rPr kumimoji="0" lang="fr-FR" sz="2000" b="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Ngan</a:t>
            </a:r>
            <a:r>
              <a:rPr kumimoji="0" lang="fr-FR" sz="20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AJO  V3 N1 janvier  1997</a:t>
            </a:r>
            <a:endParaRPr kumimoji="0" lang="fr-FR" sz="2000" b="0" i="0" u="none" strike="noStrike" cap="none" normalizeH="0" baseline="0" dirty="0">
              <a:ln>
                <a:noFill/>
              </a:ln>
              <a:solidFill>
                <a:schemeClr val="tx1"/>
              </a:solidFill>
              <a:effectLst/>
              <a:latin typeface="Times New Roman" pitchFamily="18" charset="0"/>
              <a:cs typeface="Times New Roman" pitchFamily="18" charset="0"/>
            </a:endParaRPr>
          </a:p>
        </p:txBody>
      </p:sp>
      <p:grpSp>
        <p:nvGrpSpPr>
          <p:cNvPr id="3" name="Groupe 2"/>
          <p:cNvGrpSpPr/>
          <p:nvPr/>
        </p:nvGrpSpPr>
        <p:grpSpPr>
          <a:xfrm>
            <a:off x="1142976" y="285728"/>
            <a:ext cx="6095995" cy="674189"/>
            <a:chOff x="2" y="244"/>
            <a:chExt cx="6095995" cy="888503"/>
          </a:xfrm>
          <a:scene3d>
            <a:camera prst="perspectiveFront" fov="5100000">
              <a:rot lat="0" lon="2100000" rev="0"/>
            </a:camera>
            <a:lightRig rig="flood" dir="t">
              <a:rot lat="0" lon="0" rev="13800000"/>
            </a:lightRig>
          </a:scene3d>
        </p:grpSpPr>
        <p:sp>
          <p:nvSpPr>
            <p:cNvPr id="4" name="Rectangle 3"/>
            <p:cNvSpPr/>
            <p:nvPr/>
          </p:nvSpPr>
          <p:spPr>
            <a:xfrm>
              <a:off x="2" y="244"/>
              <a:ext cx="6095995" cy="888503"/>
            </a:xfrm>
            <a:prstGeom prst="rect">
              <a:avLst/>
            </a:prstGeom>
            <a:ln/>
          </p:spPr>
          <p:style>
            <a:lnRef idx="1">
              <a:schemeClr val="dk1"/>
            </a:lnRef>
            <a:fillRef idx="2">
              <a:schemeClr val="dk1"/>
            </a:fillRef>
            <a:effectRef idx="1">
              <a:schemeClr val="dk1"/>
            </a:effectRef>
            <a:fontRef idx="minor">
              <a:schemeClr val="dk1"/>
            </a:fontRef>
          </p:style>
        </p:sp>
        <p:sp>
          <p:nvSpPr>
            <p:cNvPr id="5" name="Rectangle 4"/>
            <p:cNvSpPr/>
            <p:nvPr/>
          </p:nvSpPr>
          <p:spPr>
            <a:xfrm>
              <a:off x="2" y="244"/>
              <a:ext cx="6095995" cy="888503"/>
            </a:xfrm>
            <a:prstGeom prst="rect">
              <a:avLst/>
            </a:prstGeom>
            <a:ln/>
          </p:spPr>
          <p:style>
            <a:lnRef idx="1">
              <a:schemeClr val="dk1"/>
            </a:lnRef>
            <a:fillRef idx="2">
              <a:schemeClr val="dk1"/>
            </a:fillRef>
            <a:effectRef idx="1">
              <a:schemeClr val="dk1"/>
            </a:effectRef>
            <a:fontRef idx="minor">
              <a:schemeClr val="dk1"/>
            </a:fontRef>
          </p:style>
          <p:txBody>
            <a:bodyPr spcFirstLastPara="0" vert="horz" wrap="square" lIns="160020" tIns="160020" rIns="160020" bIns="160020" numCol="1" spcCol="1270" anchor="ctr" anchorCtr="0">
              <a:noAutofit/>
            </a:bodyPr>
            <a:lstStyle/>
            <a:p>
              <a:r>
                <a:rPr lang="fr-FR" sz="3600" dirty="0"/>
                <a:t>Bibliographie</a:t>
              </a: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7158" y="1500174"/>
            <a:ext cx="9001188" cy="3785652"/>
          </a:xfrm>
          <a:prstGeom prst="rect">
            <a:avLst/>
          </a:prstGeom>
        </p:spPr>
        <p:txBody>
          <a:bodyPr wrap="square">
            <a:spAutoFit/>
          </a:bodyPr>
          <a:lstStyle/>
          <a:p>
            <a:pPr lvl="0" eaLnBrk="0" fontAlgn="base" hangingPunct="0">
              <a:spcBef>
                <a:spcPct val="0"/>
              </a:spcBef>
              <a:spcAft>
                <a:spcPct val="0"/>
              </a:spcAft>
            </a:pPr>
            <a:r>
              <a:rPr lang="fr-FR" sz="2000" dirty="0">
                <a:latin typeface="Times New Roman" pitchFamily="18" charset="0"/>
                <a:ea typeface="Calibri" pitchFamily="34" charset="0"/>
                <a:cs typeface="Times New Roman" pitchFamily="18" charset="0"/>
              </a:rPr>
              <a:t>Sinha : traitement de canines maxillaires incluses avec un ancrage </a:t>
            </a:r>
            <a:endParaRPr lang="fr-FR" sz="2000" dirty="0">
              <a:latin typeface="Times New Roman" pitchFamily="18" charset="0"/>
              <a:cs typeface="Times New Roman" pitchFamily="18" charset="0"/>
            </a:endParaRPr>
          </a:p>
          <a:p>
            <a:pPr lvl="0" eaLnBrk="0" fontAlgn="base" hangingPunct="0">
              <a:spcBef>
                <a:spcPct val="0"/>
              </a:spcBef>
              <a:spcAft>
                <a:spcPct val="0"/>
              </a:spcAft>
            </a:pPr>
            <a:r>
              <a:rPr lang="fr-FR" sz="2000" dirty="0">
                <a:latin typeface="Times New Roman" pitchFamily="18" charset="0"/>
                <a:ea typeface="Calibri" pitchFamily="34" charset="0"/>
                <a:cs typeface="Times New Roman" pitchFamily="18" charset="0"/>
              </a:rPr>
              <a:t>    </a:t>
            </a:r>
            <a:r>
              <a:rPr lang="fr-FR" sz="2000" dirty="0" err="1">
                <a:latin typeface="Times New Roman" pitchFamily="18" charset="0"/>
                <a:ea typeface="Calibri" pitchFamily="34" charset="0"/>
                <a:cs typeface="Times New Roman" pitchFamily="18" charset="0"/>
              </a:rPr>
              <a:t>Nanda</a:t>
            </a:r>
            <a:r>
              <a:rPr lang="fr-FR" sz="2000" dirty="0">
                <a:latin typeface="Times New Roman" pitchFamily="18" charset="0"/>
                <a:ea typeface="Calibri" pitchFamily="34" charset="0"/>
                <a:cs typeface="Times New Roman" pitchFamily="18" charset="0"/>
              </a:rPr>
              <a:t>             mandibulaire                                       AJO  V5 N3     sept  1999</a:t>
            </a:r>
          </a:p>
          <a:p>
            <a:pPr lvl="0" eaLnBrk="0" fontAlgn="base" hangingPunct="0">
              <a:spcBef>
                <a:spcPct val="0"/>
              </a:spcBef>
              <a:spcAft>
                <a:spcPct val="0"/>
              </a:spcAft>
            </a:pPr>
            <a:endParaRPr lang="fr-FR" sz="2000" dirty="0">
              <a:latin typeface="Times New Roman" pitchFamily="18" charset="0"/>
              <a:cs typeface="Times New Roman" pitchFamily="18" charset="0"/>
            </a:endParaRPr>
          </a:p>
          <a:p>
            <a:pPr lvl="0" eaLnBrk="0" fontAlgn="base" hangingPunct="0">
              <a:spcBef>
                <a:spcPct val="0"/>
              </a:spcBef>
              <a:spcAft>
                <a:spcPct val="0"/>
              </a:spcAft>
            </a:pPr>
            <a:r>
              <a:rPr lang="fr-FR" sz="2000" dirty="0" err="1">
                <a:latin typeface="Times New Roman" pitchFamily="18" charset="0"/>
                <a:ea typeface="Calibri" pitchFamily="34" charset="0"/>
                <a:cs typeface="Times New Roman" pitchFamily="18" charset="0"/>
              </a:rPr>
              <a:t>Z.Ismaili-K.Ennibi</a:t>
            </a:r>
            <a:r>
              <a:rPr lang="fr-FR" sz="2000" dirty="0">
                <a:latin typeface="Times New Roman" pitchFamily="18" charset="0"/>
                <a:ea typeface="Calibri" pitchFamily="34" charset="0"/>
                <a:cs typeface="Times New Roman" pitchFamily="18" charset="0"/>
              </a:rPr>
              <a:t>   Actualités </a:t>
            </a:r>
            <a:r>
              <a:rPr lang="fr-FR" sz="2000" dirty="0" err="1">
                <a:latin typeface="Times New Roman" pitchFamily="18" charset="0"/>
                <a:ea typeface="Calibri" pitchFamily="34" charset="0"/>
                <a:cs typeface="Times New Roman" pitchFamily="18" charset="0"/>
              </a:rPr>
              <a:t>odonto</a:t>
            </a:r>
            <a:r>
              <a:rPr lang="fr-FR" sz="2000" dirty="0">
                <a:latin typeface="Times New Roman" pitchFamily="18" charset="0"/>
                <a:ea typeface="Calibri" pitchFamily="34" charset="0"/>
                <a:cs typeface="Times New Roman" pitchFamily="18" charset="0"/>
              </a:rPr>
              <a:t> </a:t>
            </a:r>
            <a:r>
              <a:rPr lang="fr-FR" sz="2000" dirty="0" err="1">
                <a:latin typeface="Times New Roman" pitchFamily="18" charset="0"/>
                <a:ea typeface="Calibri" pitchFamily="34" charset="0"/>
                <a:cs typeface="Times New Roman" pitchFamily="18" charset="0"/>
              </a:rPr>
              <a:t>stomatologiques</a:t>
            </a:r>
            <a:r>
              <a:rPr lang="fr-FR" sz="2000" dirty="0">
                <a:latin typeface="Times New Roman" pitchFamily="18" charset="0"/>
                <a:ea typeface="Calibri" pitchFamily="34" charset="0"/>
                <a:cs typeface="Times New Roman" pitchFamily="18" charset="0"/>
              </a:rPr>
              <a:t> –les techniques de  </a:t>
            </a:r>
            <a:endParaRPr lang="fr-FR" sz="2000" dirty="0">
              <a:latin typeface="Times New Roman" pitchFamily="18" charset="0"/>
              <a:cs typeface="Times New Roman" pitchFamily="18" charset="0"/>
            </a:endParaRPr>
          </a:p>
          <a:p>
            <a:pPr lvl="0" eaLnBrk="0" fontAlgn="base" hangingPunct="0">
              <a:spcBef>
                <a:spcPct val="0"/>
              </a:spcBef>
              <a:spcAft>
                <a:spcPct val="0"/>
              </a:spcAft>
            </a:pPr>
            <a:r>
              <a:rPr lang="fr-FR" sz="2000" dirty="0">
                <a:latin typeface="Times New Roman" pitchFamily="18" charset="0"/>
                <a:ea typeface="Calibri" pitchFamily="34" charset="0"/>
                <a:cs typeface="Times New Roman" pitchFamily="18" charset="0"/>
              </a:rPr>
              <a:t>                         dégagement des canines retenues -                n°233-MARS  2006</a:t>
            </a:r>
          </a:p>
          <a:p>
            <a:pPr lvl="0" eaLnBrk="0" fontAlgn="base" hangingPunct="0">
              <a:spcBef>
                <a:spcPct val="0"/>
              </a:spcBef>
              <a:spcAft>
                <a:spcPct val="0"/>
              </a:spcAft>
            </a:pPr>
            <a:endParaRPr lang="fr-FR" sz="2000" dirty="0">
              <a:latin typeface="Times New Roman" pitchFamily="18" charset="0"/>
              <a:cs typeface="Times New Roman" pitchFamily="18" charset="0"/>
            </a:endParaRPr>
          </a:p>
          <a:p>
            <a:pPr lvl="0" eaLnBrk="0" fontAlgn="base" hangingPunct="0">
              <a:spcBef>
                <a:spcPct val="0"/>
              </a:spcBef>
              <a:spcAft>
                <a:spcPct val="0"/>
              </a:spcAft>
            </a:pPr>
            <a:r>
              <a:rPr lang="fr-FR" sz="2000" dirty="0" err="1">
                <a:latin typeface="Times New Roman" pitchFamily="18" charset="0"/>
                <a:ea typeface="Calibri" pitchFamily="34" charset="0"/>
                <a:cs typeface="Times New Roman" pitchFamily="18" charset="0"/>
              </a:rPr>
              <a:t>Flaggada</a:t>
            </a:r>
            <a:r>
              <a:rPr lang="fr-FR" sz="2000" dirty="0">
                <a:latin typeface="Times New Roman" pitchFamily="18" charset="0"/>
                <a:ea typeface="Calibri" pitchFamily="34" charset="0"/>
                <a:cs typeface="Times New Roman" pitchFamily="18" charset="0"/>
              </a:rPr>
              <a:t> : traitement des dents incluses               </a:t>
            </a:r>
            <a:r>
              <a:rPr lang="fr-FR" sz="2000" dirty="0">
                <a:latin typeface="Times New Roman" pitchFamily="18" charset="0"/>
                <a:ea typeface="Calibri" pitchFamily="34" charset="0"/>
                <a:cs typeface="Times New Roman" pitchFamily="18" charset="0"/>
                <a:hlinkClick r:id="rId2"/>
              </a:rPr>
              <a:t>www.orthodontie-fr.com</a:t>
            </a:r>
            <a:r>
              <a:rPr lang="fr-FR" sz="2000" dirty="0">
                <a:latin typeface="Times New Roman" pitchFamily="18" charset="0"/>
                <a:ea typeface="Calibri" pitchFamily="34" charset="0"/>
                <a:cs typeface="Times New Roman" pitchFamily="18" charset="0"/>
              </a:rPr>
              <a:t>  2007</a:t>
            </a:r>
          </a:p>
          <a:p>
            <a:pPr lvl="0" eaLnBrk="0" fontAlgn="base" hangingPunct="0">
              <a:spcBef>
                <a:spcPct val="0"/>
              </a:spcBef>
              <a:spcAft>
                <a:spcPct val="0"/>
              </a:spcAft>
            </a:pPr>
            <a:endParaRPr lang="fr-FR" sz="2000" dirty="0">
              <a:latin typeface="Times New Roman" pitchFamily="18" charset="0"/>
              <a:cs typeface="Times New Roman" pitchFamily="18" charset="0"/>
            </a:endParaRPr>
          </a:p>
          <a:p>
            <a:pPr lvl="0" eaLnBrk="0" fontAlgn="base" hangingPunct="0">
              <a:spcBef>
                <a:spcPct val="0"/>
              </a:spcBef>
              <a:spcAft>
                <a:spcPct val="0"/>
              </a:spcAft>
            </a:pPr>
            <a:r>
              <a:rPr lang="fr-FR" sz="2000" dirty="0" err="1">
                <a:latin typeface="Times New Roman" pitchFamily="18" charset="0"/>
                <a:ea typeface="Calibri" pitchFamily="34" charset="0"/>
                <a:cs typeface="Times New Roman" pitchFamily="18" charset="0"/>
              </a:rPr>
              <a:t>Aquate</a:t>
            </a:r>
            <a:r>
              <a:rPr lang="fr-FR" sz="2000" dirty="0">
                <a:latin typeface="Times New Roman" pitchFamily="18" charset="0"/>
                <a:ea typeface="Calibri" pitchFamily="34" charset="0"/>
                <a:cs typeface="Times New Roman" pitchFamily="18" charset="0"/>
              </a:rPr>
              <a:t> : dégagement chirurgical d’une canine incluse et collage d’une attache orthodontique                                                           </a:t>
            </a:r>
            <a:r>
              <a:rPr lang="fr-FR" sz="2000" dirty="0">
                <a:latin typeface="Times New Roman" pitchFamily="18" charset="0"/>
                <a:ea typeface="Calibri" pitchFamily="34" charset="0"/>
                <a:cs typeface="Times New Roman" pitchFamily="18" charset="0"/>
                <a:hlinkClick r:id="rId3"/>
              </a:rPr>
              <a:t>www.dentalspace.com</a:t>
            </a:r>
            <a:r>
              <a:rPr lang="fr-FR" sz="2000" dirty="0">
                <a:latin typeface="Times New Roman" pitchFamily="18" charset="0"/>
                <a:ea typeface="Calibri" pitchFamily="34" charset="0"/>
                <a:cs typeface="Times New Roman" pitchFamily="18" charset="0"/>
              </a:rPr>
              <a:t>   2003</a:t>
            </a:r>
          </a:p>
          <a:p>
            <a:pPr lvl="0" eaLnBrk="0" fontAlgn="base" hangingPunct="0">
              <a:spcBef>
                <a:spcPct val="0"/>
              </a:spcBef>
              <a:spcAft>
                <a:spcPct val="0"/>
              </a:spcAft>
            </a:pPr>
            <a:r>
              <a:rPr lang="fr-FR" sz="2000" dirty="0">
                <a:latin typeface="Times New Roman" pitchFamily="18" charset="0"/>
                <a:ea typeface="Calibri" pitchFamily="34" charset="0"/>
                <a:cs typeface="Times New Roman" pitchFamily="18" charset="0"/>
              </a:rPr>
              <a:t> </a:t>
            </a:r>
            <a:endParaRPr lang="fr-FR" sz="2000" dirty="0">
              <a:latin typeface="Times New Roman" pitchFamily="18" charset="0"/>
              <a:cs typeface="Times New Roman" pitchFamily="18" charset="0"/>
            </a:endParaRPr>
          </a:p>
          <a:p>
            <a:pPr lvl="0" eaLnBrk="0" fontAlgn="base" hangingPunct="0">
              <a:spcBef>
                <a:spcPct val="0"/>
              </a:spcBef>
              <a:spcAft>
                <a:spcPct val="0"/>
              </a:spcAft>
            </a:pPr>
            <a:r>
              <a:rPr lang="fr-FR" sz="2000" dirty="0">
                <a:latin typeface="Times New Roman" pitchFamily="18" charset="0"/>
                <a:ea typeface="Calibri" pitchFamily="34" charset="0"/>
                <a:cs typeface="Times New Roman" pitchFamily="18" charset="0"/>
              </a:rPr>
              <a:t>                Incisives incluses                                     </a:t>
            </a:r>
            <a:r>
              <a:rPr lang="fr-FR" sz="2000" dirty="0">
                <a:latin typeface="Times New Roman" pitchFamily="18" charset="0"/>
                <a:ea typeface="Calibri" pitchFamily="34" charset="0"/>
                <a:cs typeface="Times New Roman" pitchFamily="18" charset="0"/>
                <a:hlinkClick r:id="rId3"/>
              </a:rPr>
              <a:t>www.dentalspace.com</a:t>
            </a:r>
            <a:r>
              <a:rPr lang="fr-FR" sz="2000" dirty="0">
                <a:latin typeface="Times New Roman" pitchFamily="18" charset="0"/>
                <a:ea typeface="Calibri" pitchFamily="34" charset="0"/>
                <a:cs typeface="Times New Roman" pitchFamily="18" charset="0"/>
              </a:rPr>
              <a:t>   2007</a:t>
            </a:r>
            <a:endParaRPr lang="fr-FR" sz="2000" dirty="0">
              <a:latin typeface="Times New Roman" pitchFamily="18" charset="0"/>
              <a:cs typeface="Times New Roman" pitchFamily="18" charset="0"/>
            </a:endParaRPr>
          </a:p>
        </p:txBody>
      </p:sp>
    </p:spTree>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2.jpeg"/></Relationships>
</file>

<file path=ppt/theme/_rels/theme4.xml.rels><?xml version="1.0" encoding="UTF-8" standalone="yes"?>
<Relationships xmlns="http://schemas.openxmlformats.org/package/2006/relationships"><Relationship Id="rId1" Type="http://schemas.openxmlformats.org/officeDocument/2006/relationships/image" Target="../media/image3.jpeg"/></Relationships>
</file>

<file path=ppt/theme/_rels/theme5.xml.rels><?xml version="1.0" encoding="UTF-8" standalone="yes"?>
<Relationships xmlns="http://schemas.openxmlformats.org/package/2006/relationships"><Relationship Id="rId1" Type="http://schemas.openxmlformats.org/officeDocument/2006/relationships/image" Target="../media/image3.jpeg"/></Relationships>
</file>

<file path=ppt/theme/theme1.xml><?xml version="1.0" encoding="utf-8"?>
<a:theme xmlns:a="http://schemas.openxmlformats.org/drawingml/2006/main" name="1_Technique">
  <a:themeElements>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Technique">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que">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Verve">
  <a:themeElements>
    <a:clrScheme name="Verve">
      <a:dk1>
        <a:sysClr val="windowText" lastClr="000000"/>
      </a:dk1>
      <a:lt1>
        <a:sysClr val="window" lastClr="FFFFFF"/>
      </a:lt1>
      <a:dk2>
        <a:srgbClr val="666666"/>
      </a:dk2>
      <a:lt2>
        <a:srgbClr val="D2D2D2"/>
      </a:lt2>
      <a:accent1>
        <a:srgbClr val="FF388C"/>
      </a:accent1>
      <a:accent2>
        <a:srgbClr val="E40059"/>
      </a:accent2>
      <a:accent3>
        <a:srgbClr val="9C007F"/>
      </a:accent3>
      <a:accent4>
        <a:srgbClr val="68007F"/>
      </a:accent4>
      <a:accent5>
        <a:srgbClr val="005BD3"/>
      </a:accent5>
      <a:accent6>
        <a:srgbClr val="00349E"/>
      </a:accent6>
      <a:hlink>
        <a:srgbClr val="17BBFD"/>
      </a:hlink>
      <a:folHlink>
        <a:srgbClr val="FF79C2"/>
      </a:folHlink>
    </a:clrScheme>
    <a:fontScheme name="Ver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Verve">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0800" dist="38100" dir="14700000" algn="t" rotWithShape="0">
              <a:srgbClr val="000000">
                <a:alpha val="60000"/>
              </a:srgbClr>
            </a:outerShdw>
          </a:effectLst>
          <a:scene3d>
            <a:camera prst="orthographicFront" fov="0">
              <a:rot lat="0" lon="0" rev="0"/>
            </a:camera>
            <a:lightRig rig="contrasting" dir="t">
              <a:rot lat="0" lon="0" rev="3600000"/>
            </a:lightRig>
          </a:scene3d>
          <a:sp3d prstMaterial="plastic">
            <a:bevelT w="127000" h="38200" prst="relaxedInset"/>
            <a:contourClr>
              <a:schemeClr val="phClr"/>
            </a:contourClr>
          </a:sp3d>
        </a:effectStyle>
      </a:effectStyleLst>
      <a:bgFillStyleLst>
        <a:solidFill>
          <a:schemeClr val="phClr"/>
        </a:solidFill>
        <a:gradFill rotWithShape="1">
          <a:gsLst>
            <a:gs pos="0">
              <a:schemeClr val="phClr">
                <a:shade val="48000"/>
                <a:satMod val="230000"/>
              </a:schemeClr>
            </a:gs>
            <a:gs pos="60000">
              <a:schemeClr val="phClr">
                <a:shade val="92000"/>
                <a:satMod val="230000"/>
              </a:schemeClr>
            </a:gs>
            <a:gs pos="100000">
              <a:schemeClr val="phClr">
                <a:tint val="85000"/>
                <a:satMod val="400000"/>
              </a:schemeClr>
            </a:gs>
          </a:gsLst>
          <a:lin ang="5400000" scaled="0"/>
        </a:gradFill>
        <a:blipFill>
          <a:blip xmlns:r="http://schemas.openxmlformats.org/officeDocument/2006/relationships" r:embed="rId1">
            <a:duotone>
              <a:schemeClr val="phClr">
                <a:shade val="1200"/>
                <a:satMod val="150000"/>
              </a:schemeClr>
              <a:schemeClr val="phClr">
                <a:tint val="90000"/>
                <a:satMod val="150000"/>
              </a:schemeClr>
            </a:duotone>
          </a:blip>
          <a:tile tx="0" ty="0" sx="70000" sy="70000" flip="none" algn="tl"/>
        </a:blipFill>
      </a:bgFillStyleLst>
    </a:fmtScheme>
  </a:themeElements>
  <a:objectDefaults/>
  <a:extraClrSchemeLst/>
</a:theme>
</file>

<file path=ppt/theme/theme3.xml><?xml version="1.0" encoding="utf-8"?>
<a:theme xmlns:a="http://schemas.openxmlformats.org/drawingml/2006/main" name="Apex">
  <a:themeElements>
    <a:clrScheme name="Apex">
      <a:dk1>
        <a:sysClr val="windowText" lastClr="000000"/>
      </a:dk1>
      <a:lt1>
        <a:sysClr val="window" lastClr="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Apex">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Apex">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blipFill>
          <a:blip xmlns:r="http://schemas.openxmlformats.org/officeDocument/2006/relationships" r:embed="rId1">
            <a:duotone>
              <a:schemeClr val="phClr">
                <a:shade val="3000"/>
                <a:satMod val="110000"/>
              </a:schemeClr>
              <a:schemeClr val="phClr">
                <a:tint val="60000"/>
                <a:satMod val="425000"/>
              </a:schemeClr>
            </a:duotone>
          </a:blip>
          <a:stretch>
            <a:fillRect/>
          </a:stretch>
        </a:blipFill>
      </a:bgFillStyleLst>
    </a:fmtScheme>
  </a:themeElements>
  <a:objectDefaults/>
  <a:extraClrSchemeLst/>
</a:theme>
</file>

<file path=ppt/theme/theme4.xml><?xml version="1.0" encoding="utf-8"?>
<a:theme xmlns:a="http://schemas.openxmlformats.org/drawingml/2006/main" name="Solstice">
  <a:themeElements>
    <a:clrScheme name="Origine">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e">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5.xml><?xml version="1.0" encoding="utf-8"?>
<a:theme xmlns:a="http://schemas.openxmlformats.org/drawingml/2006/main" name="1_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6.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4948</TotalTime>
  <Words>1549</Words>
  <Application>Microsoft Office PowerPoint</Application>
  <PresentationFormat>Affichage à l'écran (4:3)</PresentationFormat>
  <Paragraphs>209</Paragraphs>
  <Slides>38</Slides>
  <Notes>7</Notes>
  <HiddenSlides>0</HiddenSlides>
  <MMClips>0</MMClips>
  <ScaleCrop>false</ScaleCrop>
  <HeadingPairs>
    <vt:vector size="8" baseType="variant">
      <vt:variant>
        <vt:lpstr>Polices utilisées</vt:lpstr>
      </vt:variant>
      <vt:variant>
        <vt:i4>18</vt:i4>
      </vt:variant>
      <vt:variant>
        <vt:lpstr>Thème</vt:lpstr>
      </vt:variant>
      <vt:variant>
        <vt:i4>5</vt:i4>
      </vt:variant>
      <vt:variant>
        <vt:lpstr>Serveurs OLE incorporés</vt:lpstr>
      </vt:variant>
      <vt:variant>
        <vt:i4>1</vt:i4>
      </vt:variant>
      <vt:variant>
        <vt:lpstr>Titres des diapositives</vt:lpstr>
      </vt:variant>
      <vt:variant>
        <vt:i4>38</vt:i4>
      </vt:variant>
    </vt:vector>
  </HeadingPairs>
  <TitlesOfParts>
    <vt:vector size="62" baseType="lpstr">
      <vt:lpstr>Antique Olive Compact</vt:lpstr>
      <vt:lpstr>Arial</vt:lpstr>
      <vt:lpstr>AstersHand</vt:lpstr>
      <vt:lpstr>Book Antiqua</vt:lpstr>
      <vt:lpstr>Bookman Old Style</vt:lpstr>
      <vt:lpstr>Calibri</vt:lpstr>
      <vt:lpstr>Calligrapher</vt:lpstr>
      <vt:lpstr>Century Gothic</vt:lpstr>
      <vt:lpstr>Dauphin</vt:lpstr>
      <vt:lpstr>DreamerOne</vt:lpstr>
      <vt:lpstr>Franklin Gothic Book</vt:lpstr>
      <vt:lpstr>Gill Sans MT</vt:lpstr>
      <vt:lpstr>Lucida Sans</vt:lpstr>
      <vt:lpstr>Times New Roman</vt:lpstr>
      <vt:lpstr>Verdana</vt:lpstr>
      <vt:lpstr>Wingdings</vt:lpstr>
      <vt:lpstr>Wingdings 2</vt:lpstr>
      <vt:lpstr>Wingdings 3</vt:lpstr>
      <vt:lpstr>1_Technique</vt:lpstr>
      <vt:lpstr>Verve</vt:lpstr>
      <vt:lpstr>Apex</vt:lpstr>
      <vt:lpstr>Solstice</vt:lpstr>
      <vt:lpstr>1_Solstice</vt:lpstr>
      <vt:lpstr>Image bitmap</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PARTICULIER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L'inclusion dentaire</dc:title>
  <dc:creator>Dr.LERARI</dc:creator>
  <cp:lastModifiedBy>pc</cp:lastModifiedBy>
  <cp:revision>470</cp:revision>
  <dcterms:created xsi:type="dcterms:W3CDTF">2008-04-25T13:48:58Z</dcterms:created>
  <dcterms:modified xsi:type="dcterms:W3CDTF">2025-03-28T11:13:57Z</dcterms:modified>
</cp:coreProperties>
</file>